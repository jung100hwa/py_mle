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4" r:id="rId5"/>
    <p:sldMasterId id="2147483666" r:id="rId6"/>
    <p:sldMasterId id="2147483662" r:id="rId7"/>
    <p:sldMasterId id="2147483668" r:id="rId8"/>
  </p:sldMasterIdLst>
  <p:notesMasterIdLst>
    <p:notesMasterId r:id="rId34"/>
  </p:notesMasterIdLst>
  <p:sldIdLst>
    <p:sldId id="320" r:id="rId9"/>
    <p:sldId id="321" r:id="rId10"/>
    <p:sldId id="376" r:id="rId11"/>
    <p:sldId id="353" r:id="rId12"/>
    <p:sldId id="422" r:id="rId13"/>
    <p:sldId id="423" r:id="rId14"/>
    <p:sldId id="424" r:id="rId15"/>
    <p:sldId id="426" r:id="rId16"/>
    <p:sldId id="425" r:id="rId17"/>
    <p:sldId id="323" r:id="rId18"/>
    <p:sldId id="288" r:id="rId19"/>
    <p:sldId id="436" r:id="rId20"/>
    <p:sldId id="427" r:id="rId21"/>
    <p:sldId id="428" r:id="rId22"/>
    <p:sldId id="437" r:id="rId23"/>
    <p:sldId id="438" r:id="rId24"/>
    <p:sldId id="405" r:id="rId25"/>
    <p:sldId id="384" r:id="rId26"/>
    <p:sldId id="429" r:id="rId27"/>
    <p:sldId id="430" r:id="rId28"/>
    <p:sldId id="434" r:id="rId29"/>
    <p:sldId id="431" r:id="rId30"/>
    <p:sldId id="435" r:id="rId31"/>
    <p:sldId id="432" r:id="rId32"/>
    <p:sldId id="326" r:id="rId33"/>
  </p:sldIdLst>
  <p:sldSz cx="106918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26" userDrawn="1">
          <p15:clr>
            <a:srgbClr val="A4A3A4"/>
          </p15:clr>
        </p15:guide>
        <p15:guide id="2" pos="33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001"/>
    <a:srgbClr val="FFFF00"/>
    <a:srgbClr val="FFDF9F"/>
    <a:srgbClr val="D4C0E2"/>
    <a:srgbClr val="F2F2F2"/>
    <a:srgbClr val="00B0F0"/>
    <a:srgbClr val="FFD966"/>
    <a:srgbClr val="8FAADC"/>
    <a:srgbClr val="E5F0CC"/>
    <a:srgbClr val="4A8D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83" autoAdjust="0"/>
    <p:restoredTop sz="96196" autoAdjust="0"/>
  </p:normalViewPr>
  <p:slideViewPr>
    <p:cSldViewPr snapToGrid="0">
      <p:cViewPr varScale="1">
        <p:scale>
          <a:sx n="72" d="100"/>
          <a:sy n="72" d="100"/>
        </p:scale>
        <p:origin x="941" y="53"/>
      </p:cViewPr>
      <p:guideLst>
        <p:guide orient="horz" pos="2426"/>
        <p:guide pos="336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6" d="100"/>
        <a:sy n="76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91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34" Type="http://schemas.openxmlformats.org/officeDocument/2006/relationships/notesMaster" Target="notesMasters/notesMaster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viewProps" Target="view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presProps" Target="presProp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AFA854-D3C0-4CF5-A331-8B15035FF416}" type="datetimeFigureOut">
              <a:rPr lang="ko-KR" altLang="en-US" smtClean="0"/>
              <a:t>2021-06-22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364430-28DA-470B-9CAF-106D682022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6308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364430-28DA-470B-9CAF-106D6820229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20031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국민의 건강과 안전확보</a:t>
            </a:r>
            <a:r>
              <a:rPr lang="en-US" altLang="ko-KR" dirty="0"/>
              <a:t>-</a:t>
            </a:r>
            <a:r>
              <a:rPr lang="ko-KR" altLang="en-US" dirty="0"/>
              <a:t>시스템 목표</a:t>
            </a:r>
            <a:r>
              <a:rPr lang="en-US" altLang="ko-KR" dirty="0"/>
              <a:t>, </a:t>
            </a:r>
            <a:r>
              <a:rPr lang="ko-KR" altLang="en-US" dirty="0"/>
              <a:t>국가 경쟁력</a:t>
            </a:r>
            <a:r>
              <a:rPr lang="en-US" altLang="ko-KR" dirty="0"/>
              <a:t> </a:t>
            </a:r>
            <a:r>
              <a:rPr lang="ko-KR" altLang="en-US" dirty="0"/>
              <a:t>및 </a:t>
            </a:r>
            <a:r>
              <a:rPr lang="en-US" altLang="ko-KR" dirty="0"/>
              <a:t>KR-</a:t>
            </a:r>
            <a:r>
              <a:rPr lang="ko-KR" altLang="en-US" dirty="0"/>
              <a:t>표준</a:t>
            </a:r>
            <a:r>
              <a:rPr lang="en-US" altLang="ko-KR" dirty="0"/>
              <a:t>-</a:t>
            </a:r>
            <a:r>
              <a:rPr lang="ko-KR" altLang="en-US" dirty="0"/>
              <a:t>개인목표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364430-28DA-470B-9CAF-106D6820229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39016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364430-28DA-470B-9CAF-106D68202297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9800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 userDrawn="1"/>
        </p:nvSpPr>
        <p:spPr bwMode="auto">
          <a:xfrm>
            <a:off x="5131208" y="7126514"/>
            <a:ext cx="429398" cy="11969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1270"/>
            </a:sp3d>
          </a:bodyPr>
          <a:lstStyle>
            <a:lvl1pPr defTabSz="1074738" eaLnBrk="0" hangingPunct="0">
              <a:defRPr kumimoji="1" sz="1000">
                <a:solidFill>
                  <a:schemeClr val="tx1"/>
                </a:solidFill>
                <a:latin typeface="산돌고딕 L" pitchFamily="18" charset="-127"/>
                <a:ea typeface="산돌고딕 L" pitchFamily="18" charset="-127"/>
              </a:defRPr>
            </a:lvl1pPr>
            <a:lvl2pPr marL="536575" defTabSz="1074738" eaLnBrk="0" hangingPunct="0">
              <a:defRPr kumimoji="1" sz="1000">
                <a:solidFill>
                  <a:schemeClr val="tx1"/>
                </a:solidFill>
                <a:latin typeface="산돌고딕 L" pitchFamily="18" charset="-127"/>
                <a:ea typeface="산돌고딕 L" pitchFamily="18" charset="-127"/>
              </a:defRPr>
            </a:lvl2pPr>
            <a:lvl3pPr marL="1074738" defTabSz="1074738" eaLnBrk="0" hangingPunct="0">
              <a:defRPr kumimoji="1" sz="1000">
                <a:solidFill>
                  <a:schemeClr val="tx1"/>
                </a:solidFill>
                <a:latin typeface="산돌고딕 L" pitchFamily="18" charset="-127"/>
                <a:ea typeface="산돌고딕 L" pitchFamily="18" charset="-127"/>
              </a:defRPr>
            </a:lvl3pPr>
            <a:lvl4pPr marL="1611313" defTabSz="1074738" eaLnBrk="0" hangingPunct="0">
              <a:defRPr kumimoji="1" sz="1000">
                <a:solidFill>
                  <a:schemeClr val="tx1"/>
                </a:solidFill>
                <a:latin typeface="산돌고딕 L" pitchFamily="18" charset="-127"/>
                <a:ea typeface="산돌고딕 L" pitchFamily="18" charset="-127"/>
              </a:defRPr>
            </a:lvl4pPr>
            <a:lvl5pPr marL="2147888" defTabSz="1074738" eaLnBrk="0" hangingPunct="0">
              <a:defRPr kumimoji="1" sz="1000">
                <a:solidFill>
                  <a:schemeClr val="tx1"/>
                </a:solidFill>
                <a:latin typeface="산돌고딕 L" pitchFamily="18" charset="-127"/>
                <a:ea typeface="산돌고딕 L" pitchFamily="18" charset="-127"/>
              </a:defRPr>
            </a:lvl5pPr>
            <a:lvl6pPr marL="2605088" defTabSz="1074738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산돌고딕 L" pitchFamily="18" charset="-127"/>
                <a:ea typeface="산돌고딕 L" pitchFamily="18" charset="-127"/>
              </a:defRPr>
            </a:lvl6pPr>
            <a:lvl7pPr marL="3062288" defTabSz="1074738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산돌고딕 L" pitchFamily="18" charset="-127"/>
                <a:ea typeface="산돌고딕 L" pitchFamily="18" charset="-127"/>
              </a:defRPr>
            </a:lvl7pPr>
            <a:lvl8pPr marL="3519488" defTabSz="1074738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산돌고딕 L" pitchFamily="18" charset="-127"/>
                <a:ea typeface="산돌고딕 L" pitchFamily="18" charset="-127"/>
              </a:defRPr>
            </a:lvl8pPr>
            <a:lvl9pPr marL="3976688" defTabSz="1074738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indent="0" algn="ctr" defTabSz="104486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78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 </a:t>
            </a:r>
            <a:fld id="{7E24171A-464F-4966-94AB-7620E4DF3E15}" type="slidenum">
              <a:rPr lang="en-US" altLang="ko-KR" sz="778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pPr marL="0" marR="0" indent="0" algn="ctr" defTabSz="104486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778" dirty="0">
              <a:solidFill>
                <a:schemeClr val="tx1">
                  <a:lumMod val="75000"/>
                  <a:lumOff val="25000"/>
                </a:schemeClr>
              </a:solidFill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85366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6496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6943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975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3318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사각형: 둥근 위쪽 모서리 28">
            <a:extLst>
              <a:ext uri="{FF2B5EF4-FFF2-40B4-BE49-F238E27FC236}">
                <a16:creationId xmlns:a16="http://schemas.microsoft.com/office/drawing/2014/main" id="{AE42C3F8-AAF3-4B8D-906D-83F4BA78F837}"/>
              </a:ext>
            </a:extLst>
          </p:cNvPr>
          <p:cNvSpPr/>
          <p:nvPr userDrawn="1"/>
        </p:nvSpPr>
        <p:spPr>
          <a:xfrm>
            <a:off x="0" y="697830"/>
            <a:ext cx="10691813" cy="760779"/>
          </a:xfrm>
          <a:prstGeom prst="round2SameRect">
            <a:avLst>
              <a:gd name="adj1" fmla="val 0"/>
              <a:gd name="adj2" fmla="val 0"/>
            </a:avLst>
          </a:prstGeom>
          <a:gradFill flip="none" rotWithShape="1">
            <a:gsLst>
              <a:gs pos="100000">
                <a:schemeClr val="tx1">
                  <a:lumMod val="50000"/>
                  <a:lumOff val="50000"/>
                </a:schemeClr>
              </a:gs>
              <a:gs pos="0">
                <a:srgbClr val="3C3C3E"/>
              </a:gs>
            </a:gsLst>
            <a:lin ang="0" scaled="1"/>
            <a:tileRect/>
          </a:gradFill>
          <a:ln w="12700" cap="rnd" cmpd="sng">
            <a:noFill/>
            <a:prstDash val="solid"/>
            <a:headEnd type="none" w="lg" len="med"/>
            <a:tailEnd type="none" w="lg" len="med"/>
          </a:ln>
          <a:effectLst>
            <a:innerShdw dist="25400" dir="5400000">
              <a:schemeClr val="tx1">
                <a:lumMod val="65000"/>
                <a:lumOff val="35000"/>
                <a:alpha val="50000"/>
              </a:schemeClr>
            </a:innerShdw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0" rIns="0" bIns="0" anchor="ctr" anchorCtr="0">
            <a:scene3d>
              <a:camera prst="orthographicFront"/>
              <a:lightRig rig="threePt" dir="t"/>
            </a:scene3d>
            <a:sp3d>
              <a:bevelT w="0" h="1270"/>
            </a:sp3d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ko-KR" altLang="en-US" sz="1200">
              <a:gradFill>
                <a:gsLst>
                  <a:gs pos="4000">
                    <a:prstClr val="white"/>
                  </a:gs>
                  <a:gs pos="100000">
                    <a:prstClr val="white"/>
                  </a:gs>
                </a:gsLst>
                <a:lin ang="0" scaled="1"/>
              </a:gra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7541EAA-DBE9-4B82-B6CC-567DC9FE604C}"/>
              </a:ext>
            </a:extLst>
          </p:cNvPr>
          <p:cNvSpPr/>
          <p:nvPr userDrawn="1"/>
        </p:nvSpPr>
        <p:spPr>
          <a:xfrm>
            <a:off x="0" y="17635"/>
            <a:ext cx="10691813" cy="1008000"/>
          </a:xfrm>
          <a:prstGeom prst="rect">
            <a:avLst/>
          </a:prstGeom>
          <a:solidFill>
            <a:srgbClr val="82B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6F35AA7-CFBC-41C5-B0A4-2879B0C8DC5B}"/>
              </a:ext>
            </a:extLst>
          </p:cNvPr>
          <p:cNvSpPr/>
          <p:nvPr userDrawn="1"/>
        </p:nvSpPr>
        <p:spPr>
          <a:xfrm>
            <a:off x="0" y="0"/>
            <a:ext cx="10691813" cy="100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C9A12E98-FE60-41D6-97FA-CD782675E1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296"/>
          <a:stretch/>
        </p:blipFill>
        <p:spPr>
          <a:xfrm rot="16200000">
            <a:off x="8715486" y="-1108187"/>
            <a:ext cx="868142" cy="3084514"/>
          </a:xfrm>
          <a:prstGeom prst="rect">
            <a:avLst/>
          </a:prstGeom>
        </p:spPr>
      </p:pic>
      <p:sp>
        <p:nvSpPr>
          <p:cNvPr id="32" name="직각 삼각형 31">
            <a:extLst>
              <a:ext uri="{FF2B5EF4-FFF2-40B4-BE49-F238E27FC236}">
                <a16:creationId xmlns:a16="http://schemas.microsoft.com/office/drawing/2014/main" id="{47117398-8213-4E61-BF5F-60F89AE3C868}"/>
              </a:ext>
            </a:extLst>
          </p:cNvPr>
          <p:cNvSpPr/>
          <p:nvPr userDrawn="1"/>
        </p:nvSpPr>
        <p:spPr>
          <a:xfrm flipH="1">
            <a:off x="9827688" y="0"/>
            <a:ext cx="864125" cy="1113183"/>
          </a:xfrm>
          <a:prstGeom prst="rtTriangle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939E711B-D8FC-4C0C-90F4-ED9E73BABD2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93104" y="471783"/>
            <a:ext cx="2772702" cy="138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</a:pPr>
            <a:r>
              <a:rPr lang="en-US" altLang="ko-KR" sz="900" spc="-49" dirty="0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2021</a:t>
            </a:r>
            <a:r>
              <a:rPr lang="en-US" altLang="ko-KR" sz="900" spc="-49" baseline="0" dirty="0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sz="900" spc="-49" baseline="0" dirty="0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화학제품관리시스템 개선</a:t>
            </a:r>
            <a:r>
              <a:rPr lang="en-US" altLang="ko-KR" sz="900" spc="-49" baseline="0" dirty="0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·</a:t>
            </a:r>
            <a:r>
              <a:rPr lang="ko-KR" altLang="en-US" sz="900" spc="-49" baseline="0" dirty="0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운영 </a:t>
            </a:r>
            <a:r>
              <a:rPr lang="ko-KR" altLang="en-US" sz="900" spc="-49" baseline="0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사업</a:t>
            </a:r>
            <a:r>
              <a:rPr lang="ko-KR" altLang="en-US" sz="900" spc="-49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sz="900" spc="-49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착</a:t>
            </a:r>
            <a:r>
              <a:rPr lang="en-US" altLang="ko-KR" sz="900" spc="-49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/</a:t>
            </a:r>
            <a:r>
              <a:rPr lang="ko-KR" altLang="en-US" sz="900" spc="-49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수</a:t>
            </a:r>
            <a:r>
              <a:rPr lang="en-US" altLang="ko-KR" sz="900" spc="-49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/</a:t>
            </a:r>
            <a:r>
              <a:rPr lang="ko-KR" altLang="en-US" sz="900" spc="-49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보</a:t>
            </a:r>
            <a:r>
              <a:rPr lang="en-US" altLang="ko-KR" sz="900" spc="-49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/</a:t>
            </a:r>
            <a:r>
              <a:rPr lang="ko-KR" altLang="en-US" sz="900" spc="-49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고</a:t>
            </a:r>
            <a:r>
              <a:rPr lang="en-US" altLang="ko-KR" sz="900" spc="-49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/</a:t>
            </a:r>
            <a:r>
              <a:rPr lang="ko-KR" altLang="en-US" sz="900" spc="-49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회</a:t>
            </a:r>
            <a:endParaRPr lang="ko-KR" altLang="en-US" sz="900" spc="-49" dirty="0">
              <a:ln>
                <a:solidFill>
                  <a:srgbClr val="D64E75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16" name="Picture 2"/>
          <p:cNvPicPr>
            <a:picLocks noChangeAspect="1" noChangeArrowheads="1"/>
          </p:cNvPicPr>
          <p:nvPr userDrawn="1"/>
        </p:nvPicPr>
        <p:blipFill>
          <a:blip r:embed="rId4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605" y="7124508"/>
            <a:ext cx="1487061" cy="239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그림 2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ADE4C7DF-4A02-4937-99EB-46311851474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7068" y="7124508"/>
            <a:ext cx="1170571" cy="31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135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1007943" rtl="0" eaLnBrk="1" latinLnBrk="1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54" userDrawn="1">
          <p15:clr>
            <a:srgbClr val="F26B43"/>
          </p15:clr>
        </p15:guide>
        <p15:guide id="2" pos="351" userDrawn="1">
          <p15:clr>
            <a:srgbClr val="F26B43"/>
          </p15:clr>
        </p15:guide>
        <p15:guide id="3" pos="6384" userDrawn="1">
          <p15:clr>
            <a:srgbClr val="F26B43"/>
          </p15:clr>
        </p15:guide>
        <p15:guide id="4" orient="horz" pos="106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사각형: 둥근 위쪽 모서리 28">
            <a:extLst>
              <a:ext uri="{FF2B5EF4-FFF2-40B4-BE49-F238E27FC236}">
                <a16:creationId xmlns:a16="http://schemas.microsoft.com/office/drawing/2014/main" id="{AE42C3F8-AAF3-4B8D-906D-83F4BA78F837}"/>
              </a:ext>
            </a:extLst>
          </p:cNvPr>
          <p:cNvSpPr/>
          <p:nvPr userDrawn="1"/>
        </p:nvSpPr>
        <p:spPr>
          <a:xfrm>
            <a:off x="0" y="0"/>
            <a:ext cx="10691813" cy="7559675"/>
          </a:xfrm>
          <a:prstGeom prst="round2SameRect">
            <a:avLst>
              <a:gd name="adj1" fmla="val 0"/>
              <a:gd name="adj2" fmla="val 0"/>
            </a:avLst>
          </a:prstGeom>
          <a:gradFill flip="none" rotWithShape="1">
            <a:gsLst>
              <a:gs pos="100000">
                <a:schemeClr val="tx1">
                  <a:lumMod val="50000"/>
                  <a:lumOff val="50000"/>
                </a:schemeClr>
              </a:gs>
              <a:gs pos="0">
                <a:srgbClr val="3C3C3E"/>
              </a:gs>
            </a:gsLst>
            <a:lin ang="0" scaled="1"/>
            <a:tileRect/>
          </a:gradFill>
          <a:ln w="12700" cap="rnd" cmpd="sng">
            <a:noFill/>
            <a:prstDash val="solid"/>
            <a:headEnd type="none" w="lg" len="med"/>
            <a:tailEnd type="none" w="lg" len="med"/>
          </a:ln>
          <a:effectLst>
            <a:innerShdw dist="25400" dir="5400000">
              <a:schemeClr val="tx1">
                <a:lumMod val="65000"/>
                <a:lumOff val="35000"/>
                <a:alpha val="50000"/>
              </a:schemeClr>
            </a:innerShdw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0" rIns="0" bIns="0" anchor="ctr" anchorCtr="0">
            <a:scene3d>
              <a:camera prst="orthographicFront"/>
              <a:lightRig rig="threePt" dir="t"/>
            </a:scene3d>
            <a:sp3d>
              <a:bevelT w="0" h="1270"/>
            </a:sp3d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ko-KR" altLang="en-US" sz="1200">
              <a:gradFill>
                <a:gsLst>
                  <a:gs pos="4000">
                    <a:prstClr val="white"/>
                  </a:gs>
                  <a:gs pos="100000">
                    <a:prstClr val="white"/>
                  </a:gs>
                </a:gsLst>
                <a:lin ang="0" scaled="1"/>
              </a:gra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29151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1007943" rtl="0" eaLnBrk="1" latinLnBrk="1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54">
          <p15:clr>
            <a:srgbClr val="F26B43"/>
          </p15:clr>
        </p15:guide>
        <p15:guide id="2" pos="351">
          <p15:clr>
            <a:srgbClr val="F26B43"/>
          </p15:clr>
        </p15:guide>
        <p15:guide id="3" pos="6384">
          <p15:clr>
            <a:srgbClr val="F26B43"/>
          </p15:clr>
        </p15:guide>
        <p15:guide id="4" orient="horz" pos="106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사각형: 둥근 위쪽 모서리 28">
            <a:extLst>
              <a:ext uri="{FF2B5EF4-FFF2-40B4-BE49-F238E27FC236}">
                <a16:creationId xmlns:a16="http://schemas.microsoft.com/office/drawing/2014/main" id="{AE42C3F8-AAF3-4B8D-906D-83F4BA78F837}"/>
              </a:ext>
            </a:extLst>
          </p:cNvPr>
          <p:cNvSpPr/>
          <p:nvPr userDrawn="1"/>
        </p:nvSpPr>
        <p:spPr>
          <a:xfrm>
            <a:off x="0" y="0"/>
            <a:ext cx="10691813" cy="7559675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12700" cap="rnd" cmpd="sng">
            <a:noFill/>
            <a:prstDash val="solid"/>
            <a:headEnd type="none" w="lg" len="med"/>
            <a:tailEnd type="none" w="lg" len="med"/>
          </a:ln>
          <a:effectLst>
            <a:innerShdw dist="25400" dir="5400000">
              <a:schemeClr val="tx1">
                <a:lumMod val="65000"/>
                <a:lumOff val="35000"/>
                <a:alpha val="50000"/>
              </a:schemeClr>
            </a:innerShdw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0" rIns="0" bIns="0" anchor="ctr" anchorCtr="0">
            <a:scene3d>
              <a:camera prst="orthographicFront"/>
              <a:lightRig rig="threePt" dir="t"/>
            </a:scene3d>
            <a:sp3d>
              <a:bevelT w="0" h="1270"/>
            </a:sp3d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ko-KR" altLang="en-US" sz="1200">
              <a:gradFill>
                <a:gsLst>
                  <a:gs pos="4000">
                    <a:prstClr val="white"/>
                  </a:gs>
                  <a:gs pos="100000">
                    <a:prstClr val="white"/>
                  </a:gs>
                </a:gsLst>
                <a:lin ang="0" scaled="1"/>
              </a:gra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F78DC47-D08B-41F4-A740-97EB20CFD255}"/>
              </a:ext>
            </a:extLst>
          </p:cNvPr>
          <p:cNvSpPr/>
          <p:nvPr userDrawn="1"/>
        </p:nvSpPr>
        <p:spPr>
          <a:xfrm>
            <a:off x="0" y="63453"/>
            <a:ext cx="10691813" cy="916364"/>
          </a:xfrm>
          <a:prstGeom prst="rect">
            <a:avLst/>
          </a:prstGeom>
          <a:solidFill>
            <a:srgbClr val="82B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9220191-903C-4D97-A386-327F6B37632E}"/>
              </a:ext>
            </a:extLst>
          </p:cNvPr>
          <p:cNvSpPr/>
          <p:nvPr userDrawn="1"/>
        </p:nvSpPr>
        <p:spPr>
          <a:xfrm>
            <a:off x="-1" y="795164"/>
            <a:ext cx="10691813" cy="45719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 anchorCtr="0">
            <a:noAutofit/>
          </a:bodyPr>
          <a:lstStyle/>
          <a:p>
            <a:pPr marL="1343025" lvl="0" indent="0" defTabSz="914400"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ko-KR" altLang="en-US" sz="1800" spc="-150">
              <a:ln>
                <a:solidFill>
                  <a:schemeClr val="bg1">
                    <a:alpha val="500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" name="사각형: 둥근 위쪽 모서리 3">
            <a:extLst>
              <a:ext uri="{FF2B5EF4-FFF2-40B4-BE49-F238E27FC236}">
                <a16:creationId xmlns:a16="http://schemas.microsoft.com/office/drawing/2014/main" id="{68DC1565-2460-4157-A1AB-0AD499BF41C6}"/>
              </a:ext>
            </a:extLst>
          </p:cNvPr>
          <p:cNvSpPr/>
          <p:nvPr userDrawn="1"/>
        </p:nvSpPr>
        <p:spPr>
          <a:xfrm>
            <a:off x="-2" y="0"/>
            <a:ext cx="10691813" cy="962281"/>
          </a:xfrm>
          <a:prstGeom prst="round2SameRect">
            <a:avLst>
              <a:gd name="adj1" fmla="val 0"/>
              <a:gd name="adj2" fmla="val 0"/>
            </a:avLst>
          </a:prstGeom>
          <a:gradFill flip="none" rotWithShape="1">
            <a:gsLst>
              <a:gs pos="100000">
                <a:schemeClr val="tx1">
                  <a:lumMod val="50000"/>
                  <a:lumOff val="50000"/>
                </a:schemeClr>
              </a:gs>
              <a:gs pos="0">
                <a:srgbClr val="3C3C3E"/>
              </a:gs>
            </a:gsLst>
            <a:lin ang="0" scaled="1"/>
            <a:tileRect/>
          </a:gradFill>
          <a:ln w="12700" cap="rnd" cmpd="sng">
            <a:noFill/>
            <a:prstDash val="solid"/>
            <a:headEnd type="none" w="lg" len="med"/>
            <a:tailEnd type="none" w="lg" len="med"/>
          </a:ln>
          <a:effectLst>
            <a:innerShdw dist="25400" dir="5400000">
              <a:schemeClr val="tx1">
                <a:lumMod val="65000"/>
                <a:lumOff val="35000"/>
                <a:alpha val="50000"/>
              </a:schemeClr>
            </a:innerShdw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0" rIns="0" bIns="0" anchor="ctr" anchorCtr="0">
            <a:scene3d>
              <a:camera prst="orthographicFront"/>
              <a:lightRig rig="threePt" dir="t"/>
            </a:scene3d>
            <a:sp3d>
              <a:bevelT w="0" h="1270"/>
            </a:sp3d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ko-KR" altLang="en-US" sz="1200">
              <a:gradFill>
                <a:gsLst>
                  <a:gs pos="4000">
                    <a:prstClr val="white"/>
                  </a:gs>
                  <a:gs pos="100000">
                    <a:prstClr val="white"/>
                  </a:gs>
                </a:gsLst>
                <a:lin ang="0" scaled="1"/>
              </a:gra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98602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1007943" rtl="0" eaLnBrk="1" latinLnBrk="1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54">
          <p15:clr>
            <a:srgbClr val="F26B43"/>
          </p15:clr>
        </p15:guide>
        <p15:guide id="2" pos="351">
          <p15:clr>
            <a:srgbClr val="F26B43"/>
          </p15:clr>
        </p15:guide>
        <p15:guide id="3" pos="6384">
          <p15:clr>
            <a:srgbClr val="F26B43"/>
          </p15:clr>
        </p15:guide>
        <p15:guide id="4" orient="horz" pos="1066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사각형: 둥근 위쪽 모서리 28">
            <a:extLst>
              <a:ext uri="{FF2B5EF4-FFF2-40B4-BE49-F238E27FC236}">
                <a16:creationId xmlns:a16="http://schemas.microsoft.com/office/drawing/2014/main" id="{AE42C3F8-AAF3-4B8D-906D-83F4BA78F837}"/>
              </a:ext>
            </a:extLst>
          </p:cNvPr>
          <p:cNvSpPr/>
          <p:nvPr userDrawn="1"/>
        </p:nvSpPr>
        <p:spPr>
          <a:xfrm>
            <a:off x="0" y="697830"/>
            <a:ext cx="10691813" cy="760779"/>
          </a:xfrm>
          <a:prstGeom prst="round2SameRect">
            <a:avLst>
              <a:gd name="adj1" fmla="val 0"/>
              <a:gd name="adj2" fmla="val 0"/>
            </a:avLst>
          </a:prstGeom>
          <a:gradFill flip="none" rotWithShape="1">
            <a:gsLst>
              <a:gs pos="100000">
                <a:schemeClr val="tx1">
                  <a:lumMod val="50000"/>
                  <a:lumOff val="50000"/>
                </a:schemeClr>
              </a:gs>
              <a:gs pos="0">
                <a:srgbClr val="3C3C3E"/>
              </a:gs>
            </a:gsLst>
            <a:lin ang="0" scaled="1"/>
            <a:tileRect/>
          </a:gradFill>
          <a:ln w="12700" cap="rnd" cmpd="sng">
            <a:noFill/>
            <a:prstDash val="solid"/>
            <a:headEnd type="none" w="lg" len="med"/>
            <a:tailEnd type="none" w="lg" len="med"/>
          </a:ln>
          <a:effectLst>
            <a:innerShdw dist="25400" dir="5400000">
              <a:schemeClr val="tx1">
                <a:lumMod val="65000"/>
                <a:lumOff val="35000"/>
                <a:alpha val="50000"/>
              </a:schemeClr>
            </a:innerShdw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0" rIns="0" bIns="0" anchor="ctr" anchorCtr="0">
            <a:scene3d>
              <a:camera prst="orthographicFront"/>
              <a:lightRig rig="threePt" dir="t"/>
            </a:scene3d>
            <a:sp3d>
              <a:bevelT w="0" h="1270"/>
            </a:sp3d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ko-KR" altLang="en-US" sz="1200">
              <a:gradFill>
                <a:gsLst>
                  <a:gs pos="4000">
                    <a:prstClr val="white"/>
                  </a:gs>
                  <a:gs pos="100000">
                    <a:prstClr val="white"/>
                  </a:gs>
                </a:gsLst>
                <a:lin ang="0" scaled="1"/>
              </a:gra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7541EAA-DBE9-4B82-B6CC-567DC9FE604C}"/>
              </a:ext>
            </a:extLst>
          </p:cNvPr>
          <p:cNvSpPr/>
          <p:nvPr userDrawn="1"/>
        </p:nvSpPr>
        <p:spPr>
          <a:xfrm>
            <a:off x="0" y="17635"/>
            <a:ext cx="10691813" cy="1008000"/>
          </a:xfrm>
          <a:prstGeom prst="rect">
            <a:avLst/>
          </a:prstGeom>
          <a:solidFill>
            <a:srgbClr val="82B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E0A003B8-05B3-4865-B37F-4F71635CAA93}"/>
              </a:ext>
            </a:extLst>
          </p:cNvPr>
          <p:cNvSpPr/>
          <p:nvPr userDrawn="1"/>
        </p:nvSpPr>
        <p:spPr>
          <a:xfrm>
            <a:off x="0" y="17636"/>
            <a:ext cx="10691813" cy="1008000"/>
          </a:xfrm>
          <a:prstGeom prst="rect">
            <a:avLst/>
          </a:prstGeom>
          <a:solidFill>
            <a:srgbClr val="82B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93D117F6-6FC4-42B8-8FB5-B0909C40DB87}"/>
              </a:ext>
            </a:extLst>
          </p:cNvPr>
          <p:cNvSpPr/>
          <p:nvPr userDrawn="1"/>
        </p:nvSpPr>
        <p:spPr>
          <a:xfrm>
            <a:off x="0" y="1"/>
            <a:ext cx="10691813" cy="1000800"/>
          </a:xfrm>
          <a:prstGeom prst="rect">
            <a:avLst/>
          </a:prstGeom>
          <a:gradFill>
            <a:gsLst>
              <a:gs pos="100000">
                <a:srgbClr val="34642E"/>
              </a:gs>
              <a:gs pos="0">
                <a:srgbClr val="4B8E42"/>
              </a:gs>
            </a:gsLst>
            <a:lin ang="30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 algn="ctr" defTabSz="914400" latinLnBrk="1"/>
            <a:endParaRPr lang="ko-KR" altLang="en-US" sz="1200" b="1" kern="0" spc="-5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chemeClr val="bg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71" name="그림 70">
            <a:extLst>
              <a:ext uri="{FF2B5EF4-FFF2-40B4-BE49-F238E27FC236}">
                <a16:creationId xmlns:a16="http://schemas.microsoft.com/office/drawing/2014/main" id="{C6D30609-6EF2-4AF8-AFA3-4E7638B8A2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296"/>
          <a:stretch/>
        </p:blipFill>
        <p:spPr>
          <a:xfrm rot="16200000">
            <a:off x="8715486" y="-1108186"/>
            <a:ext cx="868142" cy="3084514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8BBF67C4-5CA8-4796-9A61-57FBD7EF9719}"/>
              </a:ext>
            </a:extLst>
          </p:cNvPr>
          <p:cNvGrpSpPr/>
          <p:nvPr userDrawn="1"/>
        </p:nvGrpSpPr>
        <p:grpSpPr>
          <a:xfrm>
            <a:off x="-1" y="0"/>
            <a:ext cx="4597769" cy="998220"/>
            <a:chOff x="-1" y="0"/>
            <a:chExt cx="4597769" cy="1016000"/>
          </a:xfrm>
          <a:solidFill>
            <a:srgbClr val="54A04A"/>
          </a:solidFill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706FAD73-6118-49FD-A540-ECA505F336C2}"/>
                </a:ext>
              </a:extLst>
            </p:cNvPr>
            <p:cNvSpPr/>
            <p:nvPr/>
          </p:nvSpPr>
          <p:spPr>
            <a:xfrm>
              <a:off x="-1" y="0"/>
              <a:ext cx="3585029" cy="101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각 삼각형 13">
              <a:extLst>
                <a:ext uri="{FF2B5EF4-FFF2-40B4-BE49-F238E27FC236}">
                  <a16:creationId xmlns:a16="http://schemas.microsoft.com/office/drawing/2014/main" id="{FDF2FCFB-8B78-486E-8F61-AB57A8B5C9A1}"/>
                </a:ext>
              </a:extLst>
            </p:cNvPr>
            <p:cNvSpPr/>
            <p:nvPr/>
          </p:nvSpPr>
          <p:spPr>
            <a:xfrm rot="5400000">
              <a:off x="3581768" y="0"/>
              <a:ext cx="1016000" cy="1016000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각 삼각형 14">
              <a:extLst>
                <a:ext uri="{FF2B5EF4-FFF2-40B4-BE49-F238E27FC236}">
                  <a16:creationId xmlns:a16="http://schemas.microsoft.com/office/drawing/2014/main" id="{4A3F3EDC-E5C4-406E-8EC5-95C91D7AA0BD}"/>
                </a:ext>
              </a:extLst>
            </p:cNvPr>
            <p:cNvSpPr/>
            <p:nvPr/>
          </p:nvSpPr>
          <p:spPr>
            <a:xfrm rot="5400000">
              <a:off x="-70075" y="70075"/>
              <a:ext cx="1016000" cy="875850"/>
            </a:xfrm>
            <a:prstGeom prst="rtTriangle">
              <a:avLst/>
            </a:prstGeom>
            <a:gradFill>
              <a:gsLst>
                <a:gs pos="0">
                  <a:srgbClr val="54A04A"/>
                </a:gs>
                <a:gs pos="100000">
                  <a:srgbClr val="46863E"/>
                </a:gs>
              </a:gsLst>
              <a:lin ang="3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2" name="직각 삼각형 31">
            <a:extLst>
              <a:ext uri="{FF2B5EF4-FFF2-40B4-BE49-F238E27FC236}">
                <a16:creationId xmlns:a16="http://schemas.microsoft.com/office/drawing/2014/main" id="{47117398-8213-4E61-BF5F-60F89AE3C868}"/>
              </a:ext>
            </a:extLst>
          </p:cNvPr>
          <p:cNvSpPr/>
          <p:nvPr userDrawn="1"/>
        </p:nvSpPr>
        <p:spPr>
          <a:xfrm flipH="1">
            <a:off x="9827688" y="0"/>
            <a:ext cx="864125" cy="1113183"/>
          </a:xfrm>
          <a:prstGeom prst="rtTriangle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 Box 2"/>
          <p:cNvSpPr txBox="1">
            <a:spLocks noChangeArrowheads="1"/>
          </p:cNvSpPr>
          <p:nvPr userDrawn="1"/>
        </p:nvSpPr>
        <p:spPr bwMode="auto">
          <a:xfrm>
            <a:off x="5131208" y="7126514"/>
            <a:ext cx="429398" cy="11969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1270"/>
            </a:sp3d>
          </a:bodyPr>
          <a:lstStyle>
            <a:lvl1pPr defTabSz="1074738" eaLnBrk="0" hangingPunct="0">
              <a:defRPr kumimoji="1" sz="1000">
                <a:solidFill>
                  <a:schemeClr val="tx1"/>
                </a:solidFill>
                <a:latin typeface="산돌고딕 L" pitchFamily="18" charset="-127"/>
                <a:ea typeface="산돌고딕 L" pitchFamily="18" charset="-127"/>
              </a:defRPr>
            </a:lvl1pPr>
            <a:lvl2pPr marL="536575" defTabSz="1074738" eaLnBrk="0" hangingPunct="0">
              <a:defRPr kumimoji="1" sz="1000">
                <a:solidFill>
                  <a:schemeClr val="tx1"/>
                </a:solidFill>
                <a:latin typeface="산돌고딕 L" pitchFamily="18" charset="-127"/>
                <a:ea typeface="산돌고딕 L" pitchFamily="18" charset="-127"/>
              </a:defRPr>
            </a:lvl2pPr>
            <a:lvl3pPr marL="1074738" defTabSz="1074738" eaLnBrk="0" hangingPunct="0">
              <a:defRPr kumimoji="1" sz="1000">
                <a:solidFill>
                  <a:schemeClr val="tx1"/>
                </a:solidFill>
                <a:latin typeface="산돌고딕 L" pitchFamily="18" charset="-127"/>
                <a:ea typeface="산돌고딕 L" pitchFamily="18" charset="-127"/>
              </a:defRPr>
            </a:lvl3pPr>
            <a:lvl4pPr marL="1611313" defTabSz="1074738" eaLnBrk="0" hangingPunct="0">
              <a:defRPr kumimoji="1" sz="1000">
                <a:solidFill>
                  <a:schemeClr val="tx1"/>
                </a:solidFill>
                <a:latin typeface="산돌고딕 L" pitchFamily="18" charset="-127"/>
                <a:ea typeface="산돌고딕 L" pitchFamily="18" charset="-127"/>
              </a:defRPr>
            </a:lvl4pPr>
            <a:lvl5pPr marL="2147888" defTabSz="1074738" eaLnBrk="0" hangingPunct="0">
              <a:defRPr kumimoji="1" sz="1000">
                <a:solidFill>
                  <a:schemeClr val="tx1"/>
                </a:solidFill>
                <a:latin typeface="산돌고딕 L" pitchFamily="18" charset="-127"/>
                <a:ea typeface="산돌고딕 L" pitchFamily="18" charset="-127"/>
              </a:defRPr>
            </a:lvl5pPr>
            <a:lvl6pPr marL="2605088" defTabSz="1074738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산돌고딕 L" pitchFamily="18" charset="-127"/>
                <a:ea typeface="산돌고딕 L" pitchFamily="18" charset="-127"/>
              </a:defRPr>
            </a:lvl6pPr>
            <a:lvl7pPr marL="3062288" defTabSz="1074738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산돌고딕 L" pitchFamily="18" charset="-127"/>
                <a:ea typeface="산돌고딕 L" pitchFamily="18" charset="-127"/>
              </a:defRPr>
            </a:lvl7pPr>
            <a:lvl8pPr marL="3519488" defTabSz="1074738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산돌고딕 L" pitchFamily="18" charset="-127"/>
                <a:ea typeface="산돌고딕 L" pitchFamily="18" charset="-127"/>
              </a:defRPr>
            </a:lvl8pPr>
            <a:lvl9pPr marL="3976688" defTabSz="1074738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indent="0" algn="ctr" defTabSz="104486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78" dirty="0">
                <a:solidFill>
                  <a:schemeClr val="tx1">
                    <a:lumMod val="75000"/>
                    <a:lumOff val="25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t> </a:t>
            </a:r>
            <a:fld id="{7E24171A-464F-4966-94AB-7620E4DF3E15}" type="slidenum">
              <a:rPr lang="en-US" altLang="ko-KR" sz="778" smtClean="0">
                <a:solidFill>
                  <a:schemeClr val="tx1">
                    <a:lumMod val="75000"/>
                    <a:lumOff val="25000"/>
                  </a:schemeClr>
                </a:solidFill>
                <a:latin typeface="Rix고딕 B" panose="02020603020101020101" pitchFamily="18" charset="-127"/>
                <a:ea typeface="Rix고딕 B" panose="02020603020101020101" pitchFamily="18" charset="-127"/>
              </a:rPr>
              <a:pPr marL="0" marR="0" indent="0" algn="ctr" defTabSz="104486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778" dirty="0">
              <a:solidFill>
                <a:schemeClr val="tx1">
                  <a:lumMod val="75000"/>
                  <a:lumOff val="25000"/>
                </a:schemeClr>
              </a:solidFill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31" name="Rectangle 6">
            <a:extLst>
              <a:ext uri="{FF2B5EF4-FFF2-40B4-BE49-F238E27FC236}">
                <a16:creationId xmlns:a16="http://schemas.microsoft.com/office/drawing/2014/main" id="{8F8F250A-6930-41FF-9CFF-8672FFAC291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206174" y="450609"/>
            <a:ext cx="2763846" cy="138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Wingdings" pitchFamily="2" charset="2"/>
            </a:pPr>
            <a:r>
              <a:rPr lang="en-US" altLang="ko-KR" sz="900" spc="-49" dirty="0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2021</a:t>
            </a:r>
            <a:r>
              <a:rPr lang="en-US" altLang="ko-KR" sz="900" spc="-49" baseline="0" dirty="0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sz="900" spc="-49" baseline="0" dirty="0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화학제품관리시스템 개선</a:t>
            </a:r>
            <a:r>
              <a:rPr lang="en-US" altLang="ko-KR" sz="900" spc="-49" baseline="0" dirty="0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·</a:t>
            </a:r>
            <a:r>
              <a:rPr lang="ko-KR" altLang="en-US" sz="900" spc="-49" baseline="0" dirty="0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운영 </a:t>
            </a:r>
            <a:r>
              <a:rPr lang="ko-KR" altLang="en-US" sz="900" spc="-49" baseline="0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사업</a:t>
            </a:r>
            <a:r>
              <a:rPr lang="ko-KR" altLang="en-US" sz="900" spc="-49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sz="900" spc="-49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착</a:t>
            </a:r>
            <a:r>
              <a:rPr lang="en-US" altLang="ko-KR" sz="900" spc="-49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/</a:t>
            </a:r>
            <a:r>
              <a:rPr lang="ko-KR" altLang="en-US" sz="900" spc="-49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수</a:t>
            </a:r>
            <a:r>
              <a:rPr lang="en-US" altLang="ko-KR" sz="900" spc="-49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/</a:t>
            </a:r>
            <a:r>
              <a:rPr lang="ko-KR" altLang="en-US" sz="900" spc="-49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보</a:t>
            </a:r>
            <a:r>
              <a:rPr lang="en-US" altLang="ko-KR" sz="900" spc="-49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/</a:t>
            </a:r>
            <a:r>
              <a:rPr lang="ko-KR" altLang="en-US" sz="900" spc="-49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고</a:t>
            </a:r>
            <a:r>
              <a:rPr lang="en-US" altLang="ko-KR" sz="900" spc="-49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/</a:t>
            </a:r>
            <a:r>
              <a:rPr lang="ko-KR" altLang="en-US" sz="900" spc="-49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회 </a:t>
            </a:r>
            <a:endParaRPr lang="ko-KR" altLang="en-US" sz="900" spc="-49" dirty="0">
              <a:ln>
                <a:solidFill>
                  <a:srgbClr val="D64E75">
                    <a:alpha val="0"/>
                  </a:srgb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22" name="Picture 2"/>
          <p:cNvPicPr>
            <a:picLocks noChangeAspect="1" noChangeArrowheads="1"/>
          </p:cNvPicPr>
          <p:nvPr userDrawn="1"/>
        </p:nvPicPr>
        <p:blipFill>
          <a:blip r:embed="rId4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605" y="7124508"/>
            <a:ext cx="1487061" cy="239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그림 19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880098EF-D9A6-4A6E-A44E-11890B082DB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7068" y="7124508"/>
            <a:ext cx="1170571" cy="31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801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1007943" rtl="0" eaLnBrk="1" latinLnBrk="1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54">
          <p15:clr>
            <a:srgbClr val="F26B43"/>
          </p15:clr>
        </p15:guide>
        <p15:guide id="2" pos="351">
          <p15:clr>
            <a:srgbClr val="F26B43"/>
          </p15:clr>
        </p15:guide>
        <p15:guide id="3" pos="6384">
          <p15:clr>
            <a:srgbClr val="F26B43"/>
          </p15:clr>
        </p15:guide>
        <p15:guide id="4" orient="horz" pos="1066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사각형: 둥근 위쪽 모서리 28">
            <a:extLst>
              <a:ext uri="{FF2B5EF4-FFF2-40B4-BE49-F238E27FC236}">
                <a16:creationId xmlns:a16="http://schemas.microsoft.com/office/drawing/2014/main" id="{AE42C3F8-AAF3-4B8D-906D-83F4BA78F837}"/>
              </a:ext>
            </a:extLst>
          </p:cNvPr>
          <p:cNvSpPr/>
          <p:nvPr userDrawn="1"/>
        </p:nvSpPr>
        <p:spPr>
          <a:xfrm>
            <a:off x="0" y="0"/>
            <a:ext cx="10691813" cy="7559675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12700" cap="rnd" cmpd="sng">
            <a:noFill/>
            <a:prstDash val="solid"/>
            <a:headEnd type="none" w="lg" len="med"/>
            <a:tailEnd type="none" w="lg" len="med"/>
          </a:ln>
          <a:effectLst>
            <a:innerShdw dist="25400" dir="5400000">
              <a:schemeClr val="tx1">
                <a:lumMod val="65000"/>
                <a:lumOff val="35000"/>
                <a:alpha val="50000"/>
              </a:schemeClr>
            </a:innerShdw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0" rIns="0" bIns="0" anchor="ctr" anchorCtr="0">
            <a:scene3d>
              <a:camera prst="orthographicFront"/>
              <a:lightRig rig="threePt" dir="t"/>
            </a:scene3d>
            <a:sp3d>
              <a:bevelT w="0" h="1270"/>
            </a:sp3d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ko-KR" altLang="en-US" sz="1200">
              <a:gradFill>
                <a:gsLst>
                  <a:gs pos="4000">
                    <a:prstClr val="white"/>
                  </a:gs>
                  <a:gs pos="100000">
                    <a:prstClr val="white"/>
                  </a:gs>
                </a:gsLst>
                <a:lin ang="0" scaled="1"/>
              </a:gra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9220191-903C-4D97-A386-327F6B37632E}"/>
              </a:ext>
            </a:extLst>
          </p:cNvPr>
          <p:cNvSpPr/>
          <p:nvPr userDrawn="1"/>
        </p:nvSpPr>
        <p:spPr>
          <a:xfrm>
            <a:off x="-1" y="795164"/>
            <a:ext cx="10691813" cy="45719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 anchorCtr="0">
            <a:noAutofit/>
          </a:bodyPr>
          <a:lstStyle/>
          <a:p>
            <a:pPr marL="1343025" lvl="0" indent="0" defTabSz="914400"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ko-KR" altLang="en-US" sz="1800" spc="-150">
              <a:ln>
                <a:solidFill>
                  <a:schemeClr val="bg1">
                    <a:alpha val="500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143229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1007943" rtl="0" eaLnBrk="1" latinLnBrk="1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54">
          <p15:clr>
            <a:srgbClr val="F26B43"/>
          </p15:clr>
        </p15:guide>
        <p15:guide id="2" pos="351">
          <p15:clr>
            <a:srgbClr val="F26B43"/>
          </p15:clr>
        </p15:guide>
        <p15:guide id="3" pos="6384">
          <p15:clr>
            <a:srgbClr val="F26B43"/>
          </p15:clr>
        </p15:guide>
        <p15:guide id="4" orient="horz" pos="10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7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1.png"/><Relationship Id="rId5" Type="http://schemas.openxmlformats.org/officeDocument/2006/relationships/image" Target="../media/image18.png"/><Relationship Id="rId4" Type="http://schemas.openxmlformats.org/officeDocument/2006/relationships/notesSlide" Target="../notesSlides/notesSlide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그룹 52">
            <a:extLst>
              <a:ext uri="{FF2B5EF4-FFF2-40B4-BE49-F238E27FC236}">
                <a16:creationId xmlns:a16="http://schemas.microsoft.com/office/drawing/2014/main" id="{E950D46A-DB65-4BC2-AC34-9FDEB3F88B16}"/>
              </a:ext>
            </a:extLst>
          </p:cNvPr>
          <p:cNvGrpSpPr/>
          <p:nvPr/>
        </p:nvGrpSpPr>
        <p:grpSpPr>
          <a:xfrm>
            <a:off x="0" y="519"/>
            <a:ext cx="10691813" cy="7558636"/>
            <a:chOff x="0" y="519"/>
            <a:chExt cx="10691813" cy="7558636"/>
          </a:xfrm>
        </p:grpSpPr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DB7C0196-939D-4A80-8CFA-8147377158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19"/>
              <a:ext cx="10691813" cy="7558636"/>
            </a:xfrm>
            <a:prstGeom prst="rect">
              <a:avLst/>
            </a:prstGeom>
          </p:spPr>
        </p:pic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C7924672-B290-4D13-9B2E-FEFE38B7547E}"/>
                </a:ext>
              </a:extLst>
            </p:cNvPr>
            <p:cNvGrpSpPr/>
            <p:nvPr/>
          </p:nvGrpSpPr>
          <p:grpSpPr>
            <a:xfrm>
              <a:off x="6292215" y="2119166"/>
              <a:ext cx="3432810" cy="2359998"/>
              <a:chOff x="6292215" y="2119166"/>
              <a:chExt cx="3432810" cy="2359998"/>
            </a:xfrm>
          </p:grpSpPr>
          <p:grpSp>
            <p:nvGrpSpPr>
              <p:cNvPr id="9" name="그룹 8">
                <a:extLst>
                  <a:ext uri="{FF2B5EF4-FFF2-40B4-BE49-F238E27FC236}">
                    <a16:creationId xmlns:a16="http://schemas.microsoft.com/office/drawing/2014/main" id="{2DD922B7-0BA3-4CF5-A614-8E214E636177}"/>
                  </a:ext>
                </a:extLst>
              </p:cNvPr>
              <p:cNvGrpSpPr/>
              <p:nvPr/>
            </p:nvGrpSpPr>
            <p:grpSpPr>
              <a:xfrm>
                <a:off x="6955517" y="2421607"/>
                <a:ext cx="403178" cy="405397"/>
                <a:chOff x="3075744" y="1599659"/>
                <a:chExt cx="576723" cy="579898"/>
              </a:xfrm>
              <a:solidFill>
                <a:schemeClr val="bg1"/>
              </a:solidFill>
            </p:grpSpPr>
            <p:sp>
              <p:nvSpPr>
                <p:cNvPr id="41" name="Freeform 60">
                  <a:extLst>
                    <a:ext uri="{FF2B5EF4-FFF2-40B4-BE49-F238E27FC236}">
                      <a16:creationId xmlns:a16="http://schemas.microsoft.com/office/drawing/2014/main" id="{A4116369-29AE-4E74-BC3C-53BE13411CE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075744" y="1599659"/>
                  <a:ext cx="576723" cy="579898"/>
                </a:xfrm>
                <a:custGeom>
                  <a:avLst/>
                  <a:gdLst>
                    <a:gd name="T0" fmla="*/ 203 w 204"/>
                    <a:gd name="T1" fmla="*/ 114 h 205"/>
                    <a:gd name="T2" fmla="*/ 203 w 204"/>
                    <a:gd name="T3" fmla="*/ 93 h 205"/>
                    <a:gd name="T4" fmla="*/ 178 w 204"/>
                    <a:gd name="T5" fmla="*/ 71 h 205"/>
                    <a:gd name="T6" fmla="*/ 183 w 204"/>
                    <a:gd name="T7" fmla="*/ 39 h 205"/>
                    <a:gd name="T8" fmla="*/ 168 w 204"/>
                    <a:gd name="T9" fmla="*/ 24 h 205"/>
                    <a:gd name="T10" fmla="*/ 133 w 204"/>
                    <a:gd name="T11" fmla="*/ 30 h 205"/>
                    <a:gd name="T12" fmla="*/ 112 w 204"/>
                    <a:gd name="T13" fmla="*/ 1 h 205"/>
                    <a:gd name="T14" fmla="*/ 91 w 204"/>
                    <a:gd name="T15" fmla="*/ 1 h 205"/>
                    <a:gd name="T16" fmla="*/ 71 w 204"/>
                    <a:gd name="T17" fmla="*/ 26 h 205"/>
                    <a:gd name="T18" fmla="*/ 38 w 204"/>
                    <a:gd name="T19" fmla="*/ 24 h 205"/>
                    <a:gd name="T20" fmla="*/ 23 w 204"/>
                    <a:gd name="T21" fmla="*/ 38 h 205"/>
                    <a:gd name="T22" fmla="*/ 30 w 204"/>
                    <a:gd name="T23" fmla="*/ 72 h 205"/>
                    <a:gd name="T24" fmla="*/ 1 w 204"/>
                    <a:gd name="T25" fmla="*/ 93 h 205"/>
                    <a:gd name="T26" fmla="*/ 1 w 204"/>
                    <a:gd name="T27" fmla="*/ 114 h 205"/>
                    <a:gd name="T28" fmla="*/ 26 w 204"/>
                    <a:gd name="T29" fmla="*/ 133 h 205"/>
                    <a:gd name="T30" fmla="*/ 21 w 204"/>
                    <a:gd name="T31" fmla="*/ 165 h 205"/>
                    <a:gd name="T32" fmla="*/ 36 w 204"/>
                    <a:gd name="T33" fmla="*/ 180 h 205"/>
                    <a:gd name="T34" fmla="*/ 72 w 204"/>
                    <a:gd name="T35" fmla="*/ 175 h 205"/>
                    <a:gd name="T36" fmla="*/ 93 w 204"/>
                    <a:gd name="T37" fmla="*/ 204 h 205"/>
                    <a:gd name="T38" fmla="*/ 114 w 204"/>
                    <a:gd name="T39" fmla="*/ 204 h 205"/>
                    <a:gd name="T40" fmla="*/ 133 w 204"/>
                    <a:gd name="T41" fmla="*/ 178 h 205"/>
                    <a:gd name="T42" fmla="*/ 166 w 204"/>
                    <a:gd name="T43" fmla="*/ 181 h 205"/>
                    <a:gd name="T44" fmla="*/ 181 w 204"/>
                    <a:gd name="T45" fmla="*/ 166 h 205"/>
                    <a:gd name="T46" fmla="*/ 175 w 204"/>
                    <a:gd name="T47" fmla="*/ 133 h 205"/>
                    <a:gd name="T48" fmla="*/ 203 w 204"/>
                    <a:gd name="T49" fmla="*/ 114 h 205"/>
                    <a:gd name="T50" fmla="*/ 102 w 204"/>
                    <a:gd name="T51" fmla="*/ 158 h 205"/>
                    <a:gd name="T52" fmla="*/ 46 w 204"/>
                    <a:gd name="T53" fmla="*/ 102 h 205"/>
                    <a:gd name="T54" fmla="*/ 102 w 204"/>
                    <a:gd name="T55" fmla="*/ 46 h 205"/>
                    <a:gd name="T56" fmla="*/ 158 w 204"/>
                    <a:gd name="T57" fmla="*/ 102 h 205"/>
                    <a:gd name="T58" fmla="*/ 102 w 204"/>
                    <a:gd name="T59" fmla="*/ 158 h 2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204" h="205">
                      <a:moveTo>
                        <a:pt x="203" y="114"/>
                      </a:moveTo>
                      <a:cubicBezTo>
                        <a:pt x="204" y="107"/>
                        <a:pt x="204" y="100"/>
                        <a:pt x="203" y="93"/>
                      </a:cubicBezTo>
                      <a:cubicBezTo>
                        <a:pt x="190" y="91"/>
                        <a:pt x="183" y="83"/>
                        <a:pt x="178" y="71"/>
                      </a:cubicBezTo>
                      <a:cubicBezTo>
                        <a:pt x="173" y="60"/>
                        <a:pt x="175" y="50"/>
                        <a:pt x="183" y="39"/>
                      </a:cubicBezTo>
                      <a:cubicBezTo>
                        <a:pt x="179" y="34"/>
                        <a:pt x="174" y="29"/>
                        <a:pt x="168" y="24"/>
                      </a:cubicBezTo>
                      <a:cubicBezTo>
                        <a:pt x="158" y="32"/>
                        <a:pt x="144" y="34"/>
                        <a:pt x="133" y="30"/>
                      </a:cubicBezTo>
                      <a:cubicBezTo>
                        <a:pt x="122" y="25"/>
                        <a:pt x="113" y="14"/>
                        <a:pt x="112" y="1"/>
                      </a:cubicBezTo>
                      <a:cubicBezTo>
                        <a:pt x="105" y="0"/>
                        <a:pt x="98" y="0"/>
                        <a:pt x="91" y="1"/>
                      </a:cubicBezTo>
                      <a:cubicBezTo>
                        <a:pt x="89" y="13"/>
                        <a:pt x="83" y="22"/>
                        <a:pt x="71" y="26"/>
                      </a:cubicBezTo>
                      <a:cubicBezTo>
                        <a:pt x="60" y="31"/>
                        <a:pt x="49" y="32"/>
                        <a:pt x="38" y="24"/>
                      </a:cubicBezTo>
                      <a:cubicBezTo>
                        <a:pt x="33" y="28"/>
                        <a:pt x="28" y="33"/>
                        <a:pt x="23" y="38"/>
                      </a:cubicBezTo>
                      <a:cubicBezTo>
                        <a:pt x="31" y="49"/>
                        <a:pt x="35" y="61"/>
                        <a:pt x="30" y="72"/>
                      </a:cubicBezTo>
                      <a:cubicBezTo>
                        <a:pt x="25" y="83"/>
                        <a:pt x="14" y="91"/>
                        <a:pt x="1" y="93"/>
                      </a:cubicBezTo>
                      <a:cubicBezTo>
                        <a:pt x="0" y="100"/>
                        <a:pt x="0" y="107"/>
                        <a:pt x="1" y="114"/>
                      </a:cubicBezTo>
                      <a:cubicBezTo>
                        <a:pt x="13" y="116"/>
                        <a:pt x="22" y="122"/>
                        <a:pt x="26" y="133"/>
                      </a:cubicBezTo>
                      <a:cubicBezTo>
                        <a:pt x="31" y="144"/>
                        <a:pt x="29" y="155"/>
                        <a:pt x="21" y="165"/>
                      </a:cubicBezTo>
                      <a:cubicBezTo>
                        <a:pt x="26" y="171"/>
                        <a:pt x="31" y="176"/>
                        <a:pt x="36" y="180"/>
                      </a:cubicBezTo>
                      <a:cubicBezTo>
                        <a:pt x="47" y="172"/>
                        <a:pt x="61" y="170"/>
                        <a:pt x="72" y="175"/>
                      </a:cubicBezTo>
                      <a:cubicBezTo>
                        <a:pt x="83" y="179"/>
                        <a:pt x="91" y="191"/>
                        <a:pt x="93" y="204"/>
                      </a:cubicBezTo>
                      <a:cubicBezTo>
                        <a:pt x="100" y="205"/>
                        <a:pt x="107" y="205"/>
                        <a:pt x="114" y="204"/>
                      </a:cubicBezTo>
                      <a:cubicBezTo>
                        <a:pt x="115" y="191"/>
                        <a:pt x="122" y="183"/>
                        <a:pt x="133" y="178"/>
                      </a:cubicBezTo>
                      <a:cubicBezTo>
                        <a:pt x="144" y="173"/>
                        <a:pt x="156" y="173"/>
                        <a:pt x="166" y="181"/>
                      </a:cubicBezTo>
                      <a:cubicBezTo>
                        <a:pt x="171" y="176"/>
                        <a:pt x="176" y="171"/>
                        <a:pt x="181" y="166"/>
                      </a:cubicBezTo>
                      <a:cubicBezTo>
                        <a:pt x="173" y="156"/>
                        <a:pt x="170" y="144"/>
                        <a:pt x="175" y="133"/>
                      </a:cubicBezTo>
                      <a:cubicBezTo>
                        <a:pt x="179" y="122"/>
                        <a:pt x="190" y="116"/>
                        <a:pt x="203" y="114"/>
                      </a:cubicBezTo>
                      <a:moveTo>
                        <a:pt x="102" y="158"/>
                      </a:moveTo>
                      <a:cubicBezTo>
                        <a:pt x="71" y="158"/>
                        <a:pt x="46" y="133"/>
                        <a:pt x="46" y="102"/>
                      </a:cubicBezTo>
                      <a:cubicBezTo>
                        <a:pt x="46" y="71"/>
                        <a:pt x="71" y="46"/>
                        <a:pt x="102" y="46"/>
                      </a:cubicBezTo>
                      <a:cubicBezTo>
                        <a:pt x="133" y="46"/>
                        <a:pt x="158" y="71"/>
                        <a:pt x="158" y="102"/>
                      </a:cubicBezTo>
                      <a:cubicBezTo>
                        <a:pt x="158" y="133"/>
                        <a:pt x="133" y="158"/>
                        <a:pt x="102" y="158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2" name="Oval 61">
                  <a:extLst>
                    <a:ext uri="{FF2B5EF4-FFF2-40B4-BE49-F238E27FC236}">
                      <a16:creationId xmlns:a16="http://schemas.microsoft.com/office/drawing/2014/main" id="{4C9BF06D-9015-482E-AF4A-904D5EE5C9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8338" y="1794369"/>
                  <a:ext cx="189419" cy="189419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56BF4328-BAB3-4E19-AA65-687635292A01}"/>
                  </a:ext>
                </a:extLst>
              </p:cNvPr>
              <p:cNvGrpSpPr/>
              <p:nvPr/>
            </p:nvGrpSpPr>
            <p:grpSpPr>
              <a:xfrm>
                <a:off x="6431518" y="3619644"/>
                <a:ext cx="290754" cy="304716"/>
                <a:chOff x="2109788" y="5735638"/>
                <a:chExt cx="561975" cy="588962"/>
              </a:xfrm>
              <a:solidFill>
                <a:schemeClr val="bg1"/>
              </a:solidFill>
            </p:grpSpPr>
            <p:sp>
              <p:nvSpPr>
                <p:cNvPr id="38" name="Freeform 218">
                  <a:extLst>
                    <a:ext uri="{FF2B5EF4-FFF2-40B4-BE49-F238E27FC236}">
                      <a16:creationId xmlns:a16="http://schemas.microsoft.com/office/drawing/2014/main" id="{0902A1BD-4ED4-4166-A8F2-2FE157C2603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109788" y="5735638"/>
                  <a:ext cx="452437" cy="212725"/>
                </a:xfrm>
                <a:custGeom>
                  <a:avLst/>
                  <a:gdLst>
                    <a:gd name="T0" fmla="*/ 79 w 157"/>
                    <a:gd name="T1" fmla="*/ 74 h 74"/>
                    <a:gd name="T2" fmla="*/ 157 w 157"/>
                    <a:gd name="T3" fmla="*/ 51 h 74"/>
                    <a:gd name="T4" fmla="*/ 157 w 157"/>
                    <a:gd name="T5" fmla="*/ 42 h 74"/>
                    <a:gd name="T6" fmla="*/ 157 w 157"/>
                    <a:gd name="T7" fmla="*/ 33 h 74"/>
                    <a:gd name="T8" fmla="*/ 157 w 157"/>
                    <a:gd name="T9" fmla="*/ 24 h 74"/>
                    <a:gd name="T10" fmla="*/ 79 w 157"/>
                    <a:gd name="T11" fmla="*/ 0 h 74"/>
                    <a:gd name="T12" fmla="*/ 0 w 157"/>
                    <a:gd name="T13" fmla="*/ 24 h 74"/>
                    <a:gd name="T14" fmla="*/ 0 w 157"/>
                    <a:gd name="T15" fmla="*/ 33 h 74"/>
                    <a:gd name="T16" fmla="*/ 0 w 157"/>
                    <a:gd name="T17" fmla="*/ 42 h 74"/>
                    <a:gd name="T18" fmla="*/ 0 w 157"/>
                    <a:gd name="T19" fmla="*/ 51 h 74"/>
                    <a:gd name="T20" fmla="*/ 79 w 157"/>
                    <a:gd name="T21" fmla="*/ 74 h 74"/>
                    <a:gd name="T22" fmla="*/ 79 w 157"/>
                    <a:gd name="T23" fmla="*/ 12 h 74"/>
                    <a:gd name="T24" fmla="*/ 132 w 157"/>
                    <a:gd name="T25" fmla="*/ 25 h 74"/>
                    <a:gd name="T26" fmla="*/ 79 w 157"/>
                    <a:gd name="T27" fmla="*/ 38 h 74"/>
                    <a:gd name="T28" fmla="*/ 25 w 157"/>
                    <a:gd name="T29" fmla="*/ 25 h 74"/>
                    <a:gd name="T30" fmla="*/ 79 w 157"/>
                    <a:gd name="T31" fmla="*/ 12 h 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157" h="74">
                      <a:moveTo>
                        <a:pt x="79" y="74"/>
                      </a:moveTo>
                      <a:cubicBezTo>
                        <a:pt x="122" y="74"/>
                        <a:pt x="157" y="64"/>
                        <a:pt x="157" y="51"/>
                      </a:cubicBezTo>
                      <a:cubicBezTo>
                        <a:pt x="157" y="42"/>
                        <a:pt x="157" y="42"/>
                        <a:pt x="157" y="42"/>
                      </a:cubicBezTo>
                      <a:cubicBezTo>
                        <a:pt x="157" y="33"/>
                        <a:pt x="157" y="33"/>
                        <a:pt x="157" y="33"/>
                      </a:cubicBezTo>
                      <a:cubicBezTo>
                        <a:pt x="157" y="24"/>
                        <a:pt x="157" y="24"/>
                        <a:pt x="157" y="24"/>
                      </a:cubicBezTo>
                      <a:cubicBezTo>
                        <a:pt x="157" y="11"/>
                        <a:pt x="122" y="0"/>
                        <a:pt x="79" y="0"/>
                      </a:cubicBezTo>
                      <a:cubicBezTo>
                        <a:pt x="35" y="0"/>
                        <a:pt x="0" y="11"/>
                        <a:pt x="0" y="24"/>
                      </a:cubicBezTo>
                      <a:cubicBezTo>
                        <a:pt x="0" y="33"/>
                        <a:pt x="0" y="33"/>
                        <a:pt x="0" y="33"/>
                      </a:cubicBezTo>
                      <a:cubicBezTo>
                        <a:pt x="0" y="42"/>
                        <a:pt x="0" y="42"/>
                        <a:pt x="0" y="42"/>
                      </a:cubicBezTo>
                      <a:cubicBezTo>
                        <a:pt x="0" y="51"/>
                        <a:pt x="0" y="51"/>
                        <a:pt x="0" y="51"/>
                      </a:cubicBezTo>
                      <a:cubicBezTo>
                        <a:pt x="0" y="64"/>
                        <a:pt x="35" y="74"/>
                        <a:pt x="79" y="74"/>
                      </a:cubicBezTo>
                      <a:close/>
                      <a:moveTo>
                        <a:pt x="79" y="12"/>
                      </a:moveTo>
                      <a:cubicBezTo>
                        <a:pt x="108" y="12"/>
                        <a:pt x="132" y="18"/>
                        <a:pt x="132" y="25"/>
                      </a:cubicBezTo>
                      <a:cubicBezTo>
                        <a:pt x="132" y="32"/>
                        <a:pt x="108" y="38"/>
                        <a:pt x="79" y="38"/>
                      </a:cubicBezTo>
                      <a:cubicBezTo>
                        <a:pt x="49" y="38"/>
                        <a:pt x="25" y="32"/>
                        <a:pt x="25" y="25"/>
                      </a:cubicBezTo>
                      <a:cubicBezTo>
                        <a:pt x="25" y="18"/>
                        <a:pt x="49" y="12"/>
                        <a:pt x="79" y="1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9" name="Freeform 219">
                  <a:extLst>
                    <a:ext uri="{FF2B5EF4-FFF2-40B4-BE49-F238E27FC236}">
                      <a16:creationId xmlns:a16="http://schemas.microsoft.com/office/drawing/2014/main" id="{EF7CBFAA-2F97-4F27-AD60-DB6FC60E668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109788" y="5905500"/>
                  <a:ext cx="561975" cy="419100"/>
                </a:xfrm>
                <a:custGeom>
                  <a:avLst/>
                  <a:gdLst>
                    <a:gd name="T0" fmla="*/ 157 w 195"/>
                    <a:gd name="T1" fmla="*/ 34 h 146"/>
                    <a:gd name="T2" fmla="*/ 157 w 195"/>
                    <a:gd name="T3" fmla="*/ 33 h 146"/>
                    <a:gd name="T4" fmla="*/ 157 w 195"/>
                    <a:gd name="T5" fmla="*/ 0 h 146"/>
                    <a:gd name="T6" fmla="*/ 79 w 195"/>
                    <a:gd name="T7" fmla="*/ 20 h 146"/>
                    <a:gd name="T8" fmla="*/ 0 w 195"/>
                    <a:gd name="T9" fmla="*/ 0 h 146"/>
                    <a:gd name="T10" fmla="*/ 0 w 195"/>
                    <a:gd name="T11" fmla="*/ 33 h 146"/>
                    <a:gd name="T12" fmla="*/ 79 w 195"/>
                    <a:gd name="T13" fmla="*/ 57 h 146"/>
                    <a:gd name="T14" fmla="*/ 89 w 195"/>
                    <a:gd name="T15" fmla="*/ 56 h 146"/>
                    <a:gd name="T16" fmla="*/ 86 w 195"/>
                    <a:gd name="T17" fmla="*/ 62 h 146"/>
                    <a:gd name="T18" fmla="*/ 79 w 195"/>
                    <a:gd name="T19" fmla="*/ 62 h 146"/>
                    <a:gd name="T20" fmla="*/ 0 w 195"/>
                    <a:gd name="T21" fmla="*/ 42 h 146"/>
                    <a:gd name="T22" fmla="*/ 0 w 195"/>
                    <a:gd name="T23" fmla="*/ 75 h 146"/>
                    <a:gd name="T24" fmla="*/ 79 w 195"/>
                    <a:gd name="T25" fmla="*/ 99 h 146"/>
                    <a:gd name="T26" fmla="*/ 81 w 195"/>
                    <a:gd name="T27" fmla="*/ 99 h 146"/>
                    <a:gd name="T28" fmla="*/ 82 w 195"/>
                    <a:gd name="T29" fmla="*/ 104 h 146"/>
                    <a:gd name="T30" fmla="*/ 79 w 195"/>
                    <a:gd name="T31" fmla="*/ 104 h 146"/>
                    <a:gd name="T32" fmla="*/ 0 w 195"/>
                    <a:gd name="T33" fmla="*/ 84 h 146"/>
                    <a:gd name="T34" fmla="*/ 0 w 195"/>
                    <a:gd name="T35" fmla="*/ 117 h 146"/>
                    <a:gd name="T36" fmla="*/ 79 w 195"/>
                    <a:gd name="T37" fmla="*/ 141 h 146"/>
                    <a:gd name="T38" fmla="*/ 109 w 195"/>
                    <a:gd name="T39" fmla="*/ 139 h 146"/>
                    <a:gd name="T40" fmla="*/ 137 w 195"/>
                    <a:gd name="T41" fmla="*/ 146 h 146"/>
                    <a:gd name="T42" fmla="*/ 195 w 195"/>
                    <a:gd name="T43" fmla="*/ 88 h 146"/>
                    <a:gd name="T44" fmla="*/ 157 w 195"/>
                    <a:gd name="T45" fmla="*/ 34 h 146"/>
                    <a:gd name="T46" fmla="*/ 137 w 195"/>
                    <a:gd name="T47" fmla="*/ 138 h 146"/>
                    <a:gd name="T48" fmla="*/ 124 w 195"/>
                    <a:gd name="T49" fmla="*/ 136 h 146"/>
                    <a:gd name="T50" fmla="*/ 90 w 195"/>
                    <a:gd name="T51" fmla="*/ 104 h 146"/>
                    <a:gd name="T52" fmla="*/ 88 w 195"/>
                    <a:gd name="T53" fmla="*/ 98 h 146"/>
                    <a:gd name="T54" fmla="*/ 87 w 195"/>
                    <a:gd name="T55" fmla="*/ 88 h 146"/>
                    <a:gd name="T56" fmla="*/ 95 w 195"/>
                    <a:gd name="T57" fmla="*/ 62 h 146"/>
                    <a:gd name="T58" fmla="*/ 99 w 195"/>
                    <a:gd name="T59" fmla="*/ 56 h 146"/>
                    <a:gd name="T60" fmla="*/ 137 w 195"/>
                    <a:gd name="T61" fmla="*/ 38 h 146"/>
                    <a:gd name="T62" fmla="*/ 153 w 195"/>
                    <a:gd name="T63" fmla="*/ 41 h 146"/>
                    <a:gd name="T64" fmla="*/ 188 w 195"/>
                    <a:gd name="T65" fmla="*/ 88 h 146"/>
                    <a:gd name="T66" fmla="*/ 137 w 195"/>
                    <a:gd name="T67" fmla="*/ 138 h 1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195" h="146">
                      <a:moveTo>
                        <a:pt x="157" y="34"/>
                      </a:moveTo>
                      <a:cubicBezTo>
                        <a:pt x="157" y="34"/>
                        <a:pt x="157" y="33"/>
                        <a:pt x="157" y="33"/>
                      </a:cubicBezTo>
                      <a:cubicBezTo>
                        <a:pt x="157" y="0"/>
                        <a:pt x="157" y="0"/>
                        <a:pt x="157" y="0"/>
                      </a:cubicBezTo>
                      <a:cubicBezTo>
                        <a:pt x="157" y="11"/>
                        <a:pt x="122" y="20"/>
                        <a:pt x="79" y="20"/>
                      </a:cubicBezTo>
                      <a:cubicBezTo>
                        <a:pt x="35" y="20"/>
                        <a:pt x="0" y="11"/>
                        <a:pt x="0" y="0"/>
                      </a:cubicBezTo>
                      <a:cubicBezTo>
                        <a:pt x="0" y="33"/>
                        <a:pt x="0" y="33"/>
                        <a:pt x="0" y="33"/>
                      </a:cubicBezTo>
                      <a:cubicBezTo>
                        <a:pt x="0" y="46"/>
                        <a:pt x="35" y="57"/>
                        <a:pt x="79" y="57"/>
                      </a:cubicBezTo>
                      <a:cubicBezTo>
                        <a:pt x="82" y="57"/>
                        <a:pt x="86" y="57"/>
                        <a:pt x="89" y="56"/>
                      </a:cubicBezTo>
                      <a:cubicBezTo>
                        <a:pt x="88" y="58"/>
                        <a:pt x="87" y="60"/>
                        <a:pt x="86" y="62"/>
                      </a:cubicBezTo>
                      <a:cubicBezTo>
                        <a:pt x="83" y="62"/>
                        <a:pt x="81" y="62"/>
                        <a:pt x="79" y="62"/>
                      </a:cubicBezTo>
                      <a:cubicBezTo>
                        <a:pt x="35" y="62"/>
                        <a:pt x="0" y="53"/>
                        <a:pt x="0" y="42"/>
                      </a:cubicBezTo>
                      <a:cubicBezTo>
                        <a:pt x="0" y="75"/>
                        <a:pt x="0" y="75"/>
                        <a:pt x="0" y="75"/>
                      </a:cubicBezTo>
                      <a:cubicBezTo>
                        <a:pt x="0" y="88"/>
                        <a:pt x="35" y="99"/>
                        <a:pt x="79" y="99"/>
                      </a:cubicBezTo>
                      <a:cubicBezTo>
                        <a:pt x="79" y="99"/>
                        <a:pt x="80" y="99"/>
                        <a:pt x="81" y="99"/>
                      </a:cubicBezTo>
                      <a:cubicBezTo>
                        <a:pt x="81" y="101"/>
                        <a:pt x="81" y="103"/>
                        <a:pt x="82" y="104"/>
                      </a:cubicBezTo>
                      <a:cubicBezTo>
                        <a:pt x="81" y="104"/>
                        <a:pt x="80" y="104"/>
                        <a:pt x="79" y="104"/>
                      </a:cubicBezTo>
                      <a:cubicBezTo>
                        <a:pt x="35" y="104"/>
                        <a:pt x="0" y="95"/>
                        <a:pt x="0" y="84"/>
                      </a:cubicBezTo>
                      <a:cubicBezTo>
                        <a:pt x="0" y="117"/>
                        <a:pt x="0" y="117"/>
                        <a:pt x="0" y="117"/>
                      </a:cubicBezTo>
                      <a:cubicBezTo>
                        <a:pt x="0" y="130"/>
                        <a:pt x="35" y="141"/>
                        <a:pt x="79" y="141"/>
                      </a:cubicBezTo>
                      <a:cubicBezTo>
                        <a:pt x="90" y="141"/>
                        <a:pt x="100" y="140"/>
                        <a:pt x="109" y="139"/>
                      </a:cubicBezTo>
                      <a:cubicBezTo>
                        <a:pt x="118" y="143"/>
                        <a:pt x="127" y="146"/>
                        <a:pt x="137" y="146"/>
                      </a:cubicBezTo>
                      <a:cubicBezTo>
                        <a:pt x="169" y="146"/>
                        <a:pt x="195" y="120"/>
                        <a:pt x="195" y="88"/>
                      </a:cubicBezTo>
                      <a:cubicBezTo>
                        <a:pt x="195" y="63"/>
                        <a:pt x="179" y="42"/>
                        <a:pt x="157" y="34"/>
                      </a:cubicBezTo>
                      <a:close/>
                      <a:moveTo>
                        <a:pt x="137" y="138"/>
                      </a:moveTo>
                      <a:cubicBezTo>
                        <a:pt x="133" y="138"/>
                        <a:pt x="128" y="138"/>
                        <a:pt x="124" y="136"/>
                      </a:cubicBezTo>
                      <a:cubicBezTo>
                        <a:pt x="108" y="132"/>
                        <a:pt x="95" y="120"/>
                        <a:pt x="90" y="104"/>
                      </a:cubicBezTo>
                      <a:cubicBezTo>
                        <a:pt x="89" y="102"/>
                        <a:pt x="89" y="100"/>
                        <a:pt x="88" y="98"/>
                      </a:cubicBezTo>
                      <a:cubicBezTo>
                        <a:pt x="88" y="95"/>
                        <a:pt x="87" y="92"/>
                        <a:pt x="87" y="88"/>
                      </a:cubicBezTo>
                      <a:cubicBezTo>
                        <a:pt x="87" y="79"/>
                        <a:pt x="90" y="70"/>
                        <a:pt x="95" y="62"/>
                      </a:cubicBezTo>
                      <a:cubicBezTo>
                        <a:pt x="96" y="60"/>
                        <a:pt x="98" y="58"/>
                        <a:pt x="99" y="56"/>
                      </a:cubicBezTo>
                      <a:cubicBezTo>
                        <a:pt x="108" y="45"/>
                        <a:pt x="122" y="38"/>
                        <a:pt x="137" y="38"/>
                      </a:cubicBezTo>
                      <a:cubicBezTo>
                        <a:pt x="143" y="38"/>
                        <a:pt x="148" y="39"/>
                        <a:pt x="153" y="41"/>
                      </a:cubicBezTo>
                      <a:cubicBezTo>
                        <a:pt x="173" y="47"/>
                        <a:pt x="188" y="66"/>
                        <a:pt x="188" y="88"/>
                      </a:cubicBezTo>
                      <a:cubicBezTo>
                        <a:pt x="188" y="116"/>
                        <a:pt x="165" y="138"/>
                        <a:pt x="137" y="1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40" name="Freeform 220">
                  <a:extLst>
                    <a:ext uri="{FF2B5EF4-FFF2-40B4-BE49-F238E27FC236}">
                      <a16:creationId xmlns:a16="http://schemas.microsoft.com/office/drawing/2014/main" id="{164DB45E-AEF1-4A4A-841D-3EBA436789D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455863" y="6072188"/>
                  <a:ext cx="114300" cy="158750"/>
                </a:xfrm>
                <a:custGeom>
                  <a:avLst/>
                  <a:gdLst>
                    <a:gd name="T0" fmla="*/ 38 w 40"/>
                    <a:gd name="T1" fmla="*/ 19 h 55"/>
                    <a:gd name="T2" fmla="*/ 37 w 40"/>
                    <a:gd name="T3" fmla="*/ 19 h 55"/>
                    <a:gd name="T4" fmla="*/ 37 w 40"/>
                    <a:gd name="T5" fmla="*/ 19 h 55"/>
                    <a:gd name="T6" fmla="*/ 37 w 40"/>
                    <a:gd name="T7" fmla="*/ 17 h 55"/>
                    <a:gd name="T8" fmla="*/ 20 w 40"/>
                    <a:gd name="T9" fmla="*/ 0 h 55"/>
                    <a:gd name="T10" fmla="*/ 3 w 40"/>
                    <a:gd name="T11" fmla="*/ 17 h 55"/>
                    <a:gd name="T12" fmla="*/ 3 w 40"/>
                    <a:gd name="T13" fmla="*/ 19 h 55"/>
                    <a:gd name="T14" fmla="*/ 2 w 40"/>
                    <a:gd name="T15" fmla="*/ 19 h 55"/>
                    <a:gd name="T16" fmla="*/ 0 w 40"/>
                    <a:gd name="T17" fmla="*/ 21 h 55"/>
                    <a:gd name="T18" fmla="*/ 0 w 40"/>
                    <a:gd name="T19" fmla="*/ 37 h 55"/>
                    <a:gd name="T20" fmla="*/ 0 w 40"/>
                    <a:gd name="T21" fmla="*/ 44 h 55"/>
                    <a:gd name="T22" fmla="*/ 0 w 40"/>
                    <a:gd name="T23" fmla="*/ 53 h 55"/>
                    <a:gd name="T24" fmla="*/ 2 w 40"/>
                    <a:gd name="T25" fmla="*/ 55 h 55"/>
                    <a:gd name="T26" fmla="*/ 37 w 40"/>
                    <a:gd name="T27" fmla="*/ 55 h 55"/>
                    <a:gd name="T28" fmla="*/ 38 w 40"/>
                    <a:gd name="T29" fmla="*/ 55 h 55"/>
                    <a:gd name="T30" fmla="*/ 40 w 40"/>
                    <a:gd name="T31" fmla="*/ 53 h 55"/>
                    <a:gd name="T32" fmla="*/ 40 w 40"/>
                    <a:gd name="T33" fmla="*/ 21 h 55"/>
                    <a:gd name="T34" fmla="*/ 38 w 40"/>
                    <a:gd name="T35" fmla="*/ 19 h 55"/>
                    <a:gd name="T36" fmla="*/ 23 w 40"/>
                    <a:gd name="T37" fmla="*/ 38 h 55"/>
                    <a:gd name="T38" fmla="*/ 23 w 40"/>
                    <a:gd name="T39" fmla="*/ 38 h 55"/>
                    <a:gd name="T40" fmla="*/ 23 w 40"/>
                    <a:gd name="T41" fmla="*/ 47 h 55"/>
                    <a:gd name="T42" fmla="*/ 17 w 40"/>
                    <a:gd name="T43" fmla="*/ 47 h 55"/>
                    <a:gd name="T44" fmla="*/ 17 w 40"/>
                    <a:gd name="T45" fmla="*/ 40 h 55"/>
                    <a:gd name="T46" fmla="*/ 17 w 40"/>
                    <a:gd name="T47" fmla="*/ 38 h 55"/>
                    <a:gd name="T48" fmla="*/ 15 w 40"/>
                    <a:gd name="T49" fmla="*/ 34 h 55"/>
                    <a:gd name="T50" fmla="*/ 15 w 40"/>
                    <a:gd name="T51" fmla="*/ 33 h 55"/>
                    <a:gd name="T52" fmla="*/ 20 w 40"/>
                    <a:gd name="T53" fmla="*/ 28 h 55"/>
                    <a:gd name="T54" fmla="*/ 24 w 40"/>
                    <a:gd name="T55" fmla="*/ 30 h 55"/>
                    <a:gd name="T56" fmla="*/ 25 w 40"/>
                    <a:gd name="T57" fmla="*/ 33 h 55"/>
                    <a:gd name="T58" fmla="*/ 23 w 40"/>
                    <a:gd name="T59" fmla="*/ 38 h 55"/>
                    <a:gd name="T60" fmla="*/ 30 w 40"/>
                    <a:gd name="T61" fmla="*/ 19 h 55"/>
                    <a:gd name="T62" fmla="*/ 10 w 40"/>
                    <a:gd name="T63" fmla="*/ 19 h 55"/>
                    <a:gd name="T64" fmla="*/ 10 w 40"/>
                    <a:gd name="T65" fmla="*/ 17 h 55"/>
                    <a:gd name="T66" fmla="*/ 20 w 40"/>
                    <a:gd name="T67" fmla="*/ 7 h 55"/>
                    <a:gd name="T68" fmla="*/ 30 w 40"/>
                    <a:gd name="T69" fmla="*/ 17 h 55"/>
                    <a:gd name="T70" fmla="*/ 30 w 40"/>
                    <a:gd name="T71" fmla="*/ 19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40" h="55">
                      <a:moveTo>
                        <a:pt x="38" y="19"/>
                      </a:moveTo>
                      <a:cubicBezTo>
                        <a:pt x="37" y="19"/>
                        <a:pt x="37" y="19"/>
                        <a:pt x="37" y="19"/>
                      </a:cubicBezTo>
                      <a:cubicBezTo>
                        <a:pt x="37" y="19"/>
                        <a:pt x="37" y="19"/>
                        <a:pt x="37" y="19"/>
                      </a:cubicBezTo>
                      <a:cubicBezTo>
                        <a:pt x="37" y="17"/>
                        <a:pt x="37" y="17"/>
                        <a:pt x="37" y="17"/>
                      </a:cubicBezTo>
                      <a:cubicBezTo>
                        <a:pt x="37" y="8"/>
                        <a:pt x="29" y="0"/>
                        <a:pt x="20" y="0"/>
                      </a:cubicBezTo>
                      <a:cubicBezTo>
                        <a:pt x="11" y="0"/>
                        <a:pt x="3" y="8"/>
                        <a:pt x="3" y="17"/>
                      </a:cubicBezTo>
                      <a:cubicBezTo>
                        <a:pt x="3" y="19"/>
                        <a:pt x="3" y="19"/>
                        <a:pt x="3" y="19"/>
                      </a:cubicBezTo>
                      <a:cubicBezTo>
                        <a:pt x="2" y="19"/>
                        <a:pt x="2" y="19"/>
                        <a:pt x="2" y="19"/>
                      </a:cubicBezTo>
                      <a:cubicBezTo>
                        <a:pt x="1" y="19"/>
                        <a:pt x="0" y="20"/>
                        <a:pt x="0" y="21"/>
                      </a:cubicBezTo>
                      <a:cubicBezTo>
                        <a:pt x="0" y="37"/>
                        <a:pt x="0" y="37"/>
                        <a:pt x="0" y="37"/>
                      </a:cubicBezTo>
                      <a:cubicBezTo>
                        <a:pt x="0" y="44"/>
                        <a:pt x="0" y="44"/>
                        <a:pt x="0" y="44"/>
                      </a:cubicBezTo>
                      <a:cubicBezTo>
                        <a:pt x="0" y="53"/>
                        <a:pt x="0" y="53"/>
                        <a:pt x="0" y="53"/>
                      </a:cubicBezTo>
                      <a:cubicBezTo>
                        <a:pt x="0" y="54"/>
                        <a:pt x="1" y="55"/>
                        <a:pt x="2" y="55"/>
                      </a:cubicBezTo>
                      <a:cubicBezTo>
                        <a:pt x="37" y="55"/>
                        <a:pt x="37" y="55"/>
                        <a:pt x="37" y="55"/>
                      </a:cubicBezTo>
                      <a:cubicBezTo>
                        <a:pt x="38" y="55"/>
                        <a:pt x="38" y="55"/>
                        <a:pt x="38" y="55"/>
                      </a:cubicBezTo>
                      <a:cubicBezTo>
                        <a:pt x="39" y="55"/>
                        <a:pt x="40" y="54"/>
                        <a:pt x="40" y="53"/>
                      </a:cubicBezTo>
                      <a:cubicBezTo>
                        <a:pt x="40" y="21"/>
                        <a:pt x="40" y="21"/>
                        <a:pt x="40" y="21"/>
                      </a:cubicBezTo>
                      <a:cubicBezTo>
                        <a:pt x="40" y="20"/>
                        <a:pt x="39" y="19"/>
                        <a:pt x="38" y="19"/>
                      </a:cubicBezTo>
                      <a:close/>
                      <a:moveTo>
                        <a:pt x="23" y="38"/>
                      </a:moveTo>
                      <a:cubicBezTo>
                        <a:pt x="23" y="38"/>
                        <a:pt x="23" y="38"/>
                        <a:pt x="23" y="38"/>
                      </a:cubicBezTo>
                      <a:cubicBezTo>
                        <a:pt x="23" y="47"/>
                        <a:pt x="23" y="47"/>
                        <a:pt x="23" y="47"/>
                      </a:cubicBezTo>
                      <a:cubicBezTo>
                        <a:pt x="17" y="47"/>
                        <a:pt x="17" y="47"/>
                        <a:pt x="17" y="47"/>
                      </a:cubicBezTo>
                      <a:cubicBezTo>
                        <a:pt x="17" y="40"/>
                        <a:pt x="17" y="40"/>
                        <a:pt x="17" y="40"/>
                      </a:cubicBezTo>
                      <a:cubicBezTo>
                        <a:pt x="17" y="38"/>
                        <a:pt x="17" y="38"/>
                        <a:pt x="17" y="38"/>
                      </a:cubicBezTo>
                      <a:cubicBezTo>
                        <a:pt x="16" y="37"/>
                        <a:pt x="15" y="35"/>
                        <a:pt x="15" y="34"/>
                      </a:cubicBezTo>
                      <a:cubicBezTo>
                        <a:pt x="15" y="33"/>
                        <a:pt x="15" y="33"/>
                        <a:pt x="15" y="33"/>
                      </a:cubicBezTo>
                      <a:cubicBezTo>
                        <a:pt x="15" y="30"/>
                        <a:pt x="17" y="28"/>
                        <a:pt x="20" y="28"/>
                      </a:cubicBezTo>
                      <a:cubicBezTo>
                        <a:pt x="22" y="28"/>
                        <a:pt x="23" y="29"/>
                        <a:pt x="24" y="30"/>
                      </a:cubicBezTo>
                      <a:cubicBezTo>
                        <a:pt x="25" y="31"/>
                        <a:pt x="25" y="32"/>
                        <a:pt x="25" y="33"/>
                      </a:cubicBezTo>
                      <a:cubicBezTo>
                        <a:pt x="25" y="35"/>
                        <a:pt x="24" y="37"/>
                        <a:pt x="23" y="38"/>
                      </a:cubicBezTo>
                      <a:close/>
                      <a:moveTo>
                        <a:pt x="30" y="19"/>
                      </a:moveTo>
                      <a:cubicBezTo>
                        <a:pt x="10" y="19"/>
                        <a:pt x="10" y="19"/>
                        <a:pt x="10" y="19"/>
                      </a:cubicBezTo>
                      <a:cubicBezTo>
                        <a:pt x="10" y="17"/>
                        <a:pt x="10" y="17"/>
                        <a:pt x="10" y="17"/>
                      </a:cubicBezTo>
                      <a:cubicBezTo>
                        <a:pt x="10" y="11"/>
                        <a:pt x="14" y="7"/>
                        <a:pt x="20" y="7"/>
                      </a:cubicBezTo>
                      <a:cubicBezTo>
                        <a:pt x="26" y="7"/>
                        <a:pt x="30" y="11"/>
                        <a:pt x="30" y="17"/>
                      </a:cubicBezTo>
                      <a:lnTo>
                        <a:pt x="30" y="1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A013E2E9-8D5F-49AF-85CA-3975D7EDC889}"/>
                  </a:ext>
                </a:extLst>
              </p:cNvPr>
              <p:cNvGrpSpPr/>
              <p:nvPr/>
            </p:nvGrpSpPr>
            <p:grpSpPr>
              <a:xfrm>
                <a:off x="7967256" y="2119166"/>
                <a:ext cx="462352" cy="317103"/>
                <a:chOff x="4310672" y="4155231"/>
                <a:chExt cx="680428" cy="466670"/>
              </a:xfrm>
              <a:solidFill>
                <a:schemeClr val="bg1"/>
              </a:solidFill>
            </p:grpSpPr>
            <p:sp>
              <p:nvSpPr>
                <p:cNvPr id="35" name="Oval 57">
                  <a:extLst>
                    <a:ext uri="{FF2B5EF4-FFF2-40B4-BE49-F238E27FC236}">
                      <a16:creationId xmlns:a16="http://schemas.microsoft.com/office/drawing/2014/main" id="{EF4686AA-375C-466C-B31C-945A085FF7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11733" y="4322428"/>
                  <a:ext cx="79366" cy="79366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6" name="Oval 58">
                  <a:extLst>
                    <a:ext uri="{FF2B5EF4-FFF2-40B4-BE49-F238E27FC236}">
                      <a16:creationId xmlns:a16="http://schemas.microsoft.com/office/drawing/2014/main" id="{61680126-1F3E-4503-BD92-9C7925AFD1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17023" y="4415550"/>
                  <a:ext cx="130160" cy="130160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7" name="Freeform 59">
                  <a:extLst>
                    <a:ext uri="{FF2B5EF4-FFF2-40B4-BE49-F238E27FC236}">
                      <a16:creationId xmlns:a16="http://schemas.microsoft.com/office/drawing/2014/main" id="{31D2DB3C-3D20-4BE7-87F8-A33712108E96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310672" y="4155231"/>
                  <a:ext cx="680428" cy="466670"/>
                </a:xfrm>
                <a:custGeom>
                  <a:avLst/>
                  <a:gdLst>
                    <a:gd name="T0" fmla="*/ 214 w 241"/>
                    <a:gd name="T1" fmla="*/ 78 h 165"/>
                    <a:gd name="T2" fmla="*/ 149 w 241"/>
                    <a:gd name="T3" fmla="*/ 31 h 165"/>
                    <a:gd name="T4" fmla="*/ 41 w 241"/>
                    <a:gd name="T5" fmla="*/ 57 h 165"/>
                    <a:gd name="T6" fmla="*/ 0 w 241"/>
                    <a:gd name="T7" fmla="*/ 114 h 165"/>
                    <a:gd name="T8" fmla="*/ 199 w 241"/>
                    <a:gd name="T9" fmla="*/ 165 h 165"/>
                    <a:gd name="T10" fmla="*/ 199 w 241"/>
                    <a:gd name="T11" fmla="*/ 165 h 165"/>
                    <a:gd name="T12" fmla="*/ 214 w 241"/>
                    <a:gd name="T13" fmla="*/ 84 h 165"/>
                    <a:gd name="T14" fmla="*/ 126 w 241"/>
                    <a:gd name="T15" fmla="*/ 128 h 165"/>
                    <a:gd name="T16" fmla="*/ 122 w 241"/>
                    <a:gd name="T17" fmla="*/ 147 h 165"/>
                    <a:gd name="T18" fmla="*/ 101 w 241"/>
                    <a:gd name="T19" fmla="*/ 157 h 165"/>
                    <a:gd name="T20" fmla="*/ 84 w 241"/>
                    <a:gd name="T21" fmla="*/ 145 h 165"/>
                    <a:gd name="T22" fmla="*/ 63 w 241"/>
                    <a:gd name="T23" fmla="*/ 141 h 165"/>
                    <a:gd name="T24" fmla="*/ 55 w 241"/>
                    <a:gd name="T25" fmla="*/ 120 h 165"/>
                    <a:gd name="T26" fmla="*/ 67 w 241"/>
                    <a:gd name="T27" fmla="*/ 103 h 165"/>
                    <a:gd name="T28" fmla="*/ 70 w 241"/>
                    <a:gd name="T29" fmla="*/ 83 h 165"/>
                    <a:gd name="T30" fmla="*/ 92 w 241"/>
                    <a:gd name="T31" fmla="*/ 74 h 165"/>
                    <a:gd name="T32" fmla="*/ 109 w 241"/>
                    <a:gd name="T33" fmla="*/ 86 h 165"/>
                    <a:gd name="T34" fmla="*/ 129 w 241"/>
                    <a:gd name="T35" fmla="*/ 90 h 165"/>
                    <a:gd name="T36" fmla="*/ 138 w 241"/>
                    <a:gd name="T37" fmla="*/ 112 h 165"/>
                    <a:gd name="T38" fmla="*/ 181 w 241"/>
                    <a:gd name="T39" fmla="*/ 76 h 165"/>
                    <a:gd name="T40" fmla="*/ 176 w 241"/>
                    <a:gd name="T41" fmla="*/ 89 h 165"/>
                    <a:gd name="T42" fmla="*/ 164 w 241"/>
                    <a:gd name="T43" fmla="*/ 92 h 165"/>
                    <a:gd name="T44" fmla="*/ 154 w 241"/>
                    <a:gd name="T45" fmla="*/ 99 h 165"/>
                    <a:gd name="T46" fmla="*/ 139 w 241"/>
                    <a:gd name="T47" fmla="*/ 93 h 165"/>
                    <a:gd name="T48" fmla="*/ 137 w 241"/>
                    <a:gd name="T49" fmla="*/ 81 h 165"/>
                    <a:gd name="T50" fmla="*/ 130 w 241"/>
                    <a:gd name="T51" fmla="*/ 71 h 165"/>
                    <a:gd name="T52" fmla="*/ 136 w 241"/>
                    <a:gd name="T53" fmla="*/ 57 h 165"/>
                    <a:gd name="T54" fmla="*/ 148 w 241"/>
                    <a:gd name="T55" fmla="*/ 54 h 165"/>
                    <a:gd name="T56" fmla="*/ 158 w 241"/>
                    <a:gd name="T57" fmla="*/ 48 h 165"/>
                    <a:gd name="T58" fmla="*/ 173 w 241"/>
                    <a:gd name="T59" fmla="*/ 54 h 165"/>
                    <a:gd name="T60" fmla="*/ 175 w 241"/>
                    <a:gd name="T61" fmla="*/ 65 h 165"/>
                    <a:gd name="T62" fmla="*/ 181 w 241"/>
                    <a:gd name="T63" fmla="*/ 76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241" h="165">
                      <a:moveTo>
                        <a:pt x="214" y="84"/>
                      </a:moveTo>
                      <a:cubicBezTo>
                        <a:pt x="214" y="82"/>
                        <a:pt x="214" y="80"/>
                        <a:pt x="214" y="78"/>
                      </a:cubicBezTo>
                      <a:cubicBezTo>
                        <a:pt x="214" y="51"/>
                        <a:pt x="192" y="28"/>
                        <a:pt x="164" y="28"/>
                      </a:cubicBezTo>
                      <a:cubicBezTo>
                        <a:pt x="159" y="28"/>
                        <a:pt x="154" y="29"/>
                        <a:pt x="149" y="31"/>
                      </a:cubicBezTo>
                      <a:cubicBezTo>
                        <a:pt x="139" y="12"/>
                        <a:pt x="120" y="0"/>
                        <a:pt x="98" y="0"/>
                      </a:cubicBezTo>
                      <a:cubicBezTo>
                        <a:pt x="66" y="0"/>
                        <a:pt x="41" y="25"/>
                        <a:pt x="41" y="57"/>
                      </a:cubicBezTo>
                      <a:cubicBezTo>
                        <a:pt x="41" y="60"/>
                        <a:pt x="41" y="62"/>
                        <a:pt x="41" y="65"/>
                      </a:cubicBezTo>
                      <a:cubicBezTo>
                        <a:pt x="18" y="69"/>
                        <a:pt x="0" y="90"/>
                        <a:pt x="0" y="114"/>
                      </a:cubicBezTo>
                      <a:cubicBezTo>
                        <a:pt x="0" y="142"/>
                        <a:pt x="22" y="165"/>
                        <a:pt x="50" y="165"/>
                      </a:cubicBezTo>
                      <a:cubicBezTo>
                        <a:pt x="199" y="165"/>
                        <a:pt x="199" y="165"/>
                        <a:pt x="199" y="165"/>
                      </a:cubicBezTo>
                      <a:cubicBezTo>
                        <a:pt x="199" y="165"/>
                        <a:pt x="199" y="165"/>
                        <a:pt x="199" y="165"/>
                      </a:cubicBezTo>
                      <a:cubicBezTo>
                        <a:pt x="199" y="165"/>
                        <a:pt x="199" y="165"/>
                        <a:pt x="199" y="165"/>
                      </a:cubicBezTo>
                      <a:cubicBezTo>
                        <a:pt x="222" y="165"/>
                        <a:pt x="241" y="146"/>
                        <a:pt x="241" y="123"/>
                      </a:cubicBezTo>
                      <a:cubicBezTo>
                        <a:pt x="241" y="105"/>
                        <a:pt x="230" y="90"/>
                        <a:pt x="214" y="84"/>
                      </a:cubicBezTo>
                      <a:moveTo>
                        <a:pt x="137" y="120"/>
                      </a:moveTo>
                      <a:cubicBezTo>
                        <a:pt x="132" y="121"/>
                        <a:pt x="128" y="123"/>
                        <a:pt x="126" y="128"/>
                      </a:cubicBezTo>
                      <a:cubicBezTo>
                        <a:pt x="124" y="132"/>
                        <a:pt x="125" y="137"/>
                        <a:pt x="129" y="141"/>
                      </a:cubicBezTo>
                      <a:cubicBezTo>
                        <a:pt x="127" y="144"/>
                        <a:pt x="125" y="146"/>
                        <a:pt x="122" y="147"/>
                      </a:cubicBezTo>
                      <a:cubicBezTo>
                        <a:pt x="118" y="144"/>
                        <a:pt x="114" y="144"/>
                        <a:pt x="109" y="146"/>
                      </a:cubicBezTo>
                      <a:cubicBezTo>
                        <a:pt x="104" y="148"/>
                        <a:pt x="102" y="152"/>
                        <a:pt x="101" y="157"/>
                      </a:cubicBezTo>
                      <a:cubicBezTo>
                        <a:pt x="98" y="157"/>
                        <a:pt x="95" y="157"/>
                        <a:pt x="92" y="157"/>
                      </a:cubicBezTo>
                      <a:cubicBezTo>
                        <a:pt x="92" y="152"/>
                        <a:pt x="88" y="147"/>
                        <a:pt x="84" y="145"/>
                      </a:cubicBezTo>
                      <a:cubicBezTo>
                        <a:pt x="79" y="143"/>
                        <a:pt x="74" y="144"/>
                        <a:pt x="69" y="147"/>
                      </a:cubicBezTo>
                      <a:cubicBezTo>
                        <a:pt x="67" y="145"/>
                        <a:pt x="65" y="143"/>
                        <a:pt x="63" y="141"/>
                      </a:cubicBezTo>
                      <a:cubicBezTo>
                        <a:pt x="67" y="137"/>
                        <a:pt x="67" y="133"/>
                        <a:pt x="65" y="128"/>
                      </a:cubicBezTo>
                      <a:cubicBezTo>
                        <a:pt x="63" y="123"/>
                        <a:pt x="60" y="121"/>
                        <a:pt x="55" y="120"/>
                      </a:cubicBezTo>
                      <a:cubicBezTo>
                        <a:pt x="54" y="117"/>
                        <a:pt x="54" y="114"/>
                        <a:pt x="55" y="111"/>
                      </a:cubicBezTo>
                      <a:cubicBezTo>
                        <a:pt x="60" y="111"/>
                        <a:pt x="65" y="107"/>
                        <a:pt x="67" y="103"/>
                      </a:cubicBezTo>
                      <a:cubicBezTo>
                        <a:pt x="69" y="98"/>
                        <a:pt x="67" y="94"/>
                        <a:pt x="64" y="89"/>
                      </a:cubicBezTo>
                      <a:cubicBezTo>
                        <a:pt x="66" y="87"/>
                        <a:pt x="68" y="85"/>
                        <a:pt x="70" y="83"/>
                      </a:cubicBezTo>
                      <a:cubicBezTo>
                        <a:pt x="74" y="86"/>
                        <a:pt x="79" y="86"/>
                        <a:pt x="84" y="84"/>
                      </a:cubicBezTo>
                      <a:cubicBezTo>
                        <a:pt x="88" y="82"/>
                        <a:pt x="91" y="79"/>
                        <a:pt x="92" y="74"/>
                      </a:cubicBezTo>
                      <a:cubicBezTo>
                        <a:pt x="94" y="73"/>
                        <a:pt x="97" y="74"/>
                        <a:pt x="100" y="74"/>
                      </a:cubicBezTo>
                      <a:cubicBezTo>
                        <a:pt x="101" y="79"/>
                        <a:pt x="104" y="84"/>
                        <a:pt x="109" y="86"/>
                      </a:cubicBezTo>
                      <a:cubicBezTo>
                        <a:pt x="113" y="88"/>
                        <a:pt x="119" y="87"/>
                        <a:pt x="123" y="84"/>
                      </a:cubicBezTo>
                      <a:cubicBezTo>
                        <a:pt x="126" y="85"/>
                        <a:pt x="128" y="87"/>
                        <a:pt x="129" y="90"/>
                      </a:cubicBezTo>
                      <a:cubicBezTo>
                        <a:pt x="126" y="94"/>
                        <a:pt x="125" y="98"/>
                        <a:pt x="127" y="103"/>
                      </a:cubicBezTo>
                      <a:cubicBezTo>
                        <a:pt x="129" y="107"/>
                        <a:pt x="132" y="111"/>
                        <a:pt x="138" y="112"/>
                      </a:cubicBezTo>
                      <a:cubicBezTo>
                        <a:pt x="138" y="114"/>
                        <a:pt x="138" y="117"/>
                        <a:pt x="137" y="120"/>
                      </a:cubicBezTo>
                      <a:moveTo>
                        <a:pt x="181" y="76"/>
                      </a:moveTo>
                      <a:cubicBezTo>
                        <a:pt x="178" y="77"/>
                        <a:pt x="175" y="78"/>
                        <a:pt x="174" y="81"/>
                      </a:cubicBezTo>
                      <a:cubicBezTo>
                        <a:pt x="173" y="84"/>
                        <a:pt x="174" y="87"/>
                        <a:pt x="176" y="89"/>
                      </a:cubicBezTo>
                      <a:cubicBezTo>
                        <a:pt x="175" y="91"/>
                        <a:pt x="173" y="92"/>
                        <a:pt x="172" y="93"/>
                      </a:cubicBezTo>
                      <a:cubicBezTo>
                        <a:pt x="169" y="91"/>
                        <a:pt x="167" y="91"/>
                        <a:pt x="164" y="92"/>
                      </a:cubicBezTo>
                      <a:cubicBezTo>
                        <a:pt x="161" y="93"/>
                        <a:pt x="159" y="95"/>
                        <a:pt x="159" y="99"/>
                      </a:cubicBezTo>
                      <a:cubicBezTo>
                        <a:pt x="157" y="99"/>
                        <a:pt x="155" y="99"/>
                        <a:pt x="154" y="99"/>
                      </a:cubicBezTo>
                      <a:cubicBezTo>
                        <a:pt x="153" y="95"/>
                        <a:pt x="151" y="93"/>
                        <a:pt x="148" y="91"/>
                      </a:cubicBezTo>
                      <a:cubicBezTo>
                        <a:pt x="146" y="90"/>
                        <a:pt x="142" y="91"/>
                        <a:pt x="139" y="93"/>
                      </a:cubicBezTo>
                      <a:cubicBezTo>
                        <a:pt x="138" y="92"/>
                        <a:pt x="137" y="90"/>
                        <a:pt x="136" y="89"/>
                      </a:cubicBezTo>
                      <a:cubicBezTo>
                        <a:pt x="138" y="86"/>
                        <a:pt x="138" y="84"/>
                        <a:pt x="137" y="81"/>
                      </a:cubicBezTo>
                      <a:cubicBezTo>
                        <a:pt x="136" y="78"/>
                        <a:pt x="134" y="76"/>
                        <a:pt x="130" y="76"/>
                      </a:cubicBezTo>
                      <a:cubicBezTo>
                        <a:pt x="130" y="74"/>
                        <a:pt x="130" y="73"/>
                        <a:pt x="130" y="71"/>
                      </a:cubicBezTo>
                      <a:cubicBezTo>
                        <a:pt x="134" y="70"/>
                        <a:pt x="137" y="68"/>
                        <a:pt x="138" y="65"/>
                      </a:cubicBezTo>
                      <a:cubicBezTo>
                        <a:pt x="139" y="63"/>
                        <a:pt x="138" y="60"/>
                        <a:pt x="136" y="57"/>
                      </a:cubicBezTo>
                      <a:cubicBezTo>
                        <a:pt x="137" y="56"/>
                        <a:pt x="139" y="54"/>
                        <a:pt x="140" y="53"/>
                      </a:cubicBezTo>
                      <a:cubicBezTo>
                        <a:pt x="143" y="55"/>
                        <a:pt x="145" y="55"/>
                        <a:pt x="148" y="54"/>
                      </a:cubicBezTo>
                      <a:cubicBezTo>
                        <a:pt x="151" y="53"/>
                        <a:pt x="153" y="51"/>
                        <a:pt x="153" y="48"/>
                      </a:cubicBezTo>
                      <a:cubicBezTo>
                        <a:pt x="155" y="47"/>
                        <a:pt x="157" y="47"/>
                        <a:pt x="158" y="48"/>
                      </a:cubicBezTo>
                      <a:cubicBezTo>
                        <a:pt x="159" y="51"/>
                        <a:pt x="161" y="54"/>
                        <a:pt x="164" y="55"/>
                      </a:cubicBezTo>
                      <a:cubicBezTo>
                        <a:pt x="167" y="56"/>
                        <a:pt x="170" y="56"/>
                        <a:pt x="173" y="54"/>
                      </a:cubicBezTo>
                      <a:cubicBezTo>
                        <a:pt x="174" y="55"/>
                        <a:pt x="175" y="56"/>
                        <a:pt x="176" y="57"/>
                      </a:cubicBezTo>
                      <a:cubicBezTo>
                        <a:pt x="174" y="60"/>
                        <a:pt x="174" y="63"/>
                        <a:pt x="175" y="65"/>
                      </a:cubicBezTo>
                      <a:cubicBezTo>
                        <a:pt x="176" y="68"/>
                        <a:pt x="178" y="70"/>
                        <a:pt x="181" y="71"/>
                      </a:cubicBezTo>
                      <a:cubicBezTo>
                        <a:pt x="182" y="73"/>
                        <a:pt x="182" y="74"/>
                        <a:pt x="181" y="76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</p:grpSp>
          <p:sp>
            <p:nvSpPr>
              <p:cNvPr id="12" name="Freeform 50">
                <a:extLst>
                  <a:ext uri="{FF2B5EF4-FFF2-40B4-BE49-F238E27FC236}">
                    <a16:creationId xmlns:a16="http://schemas.microsoft.com/office/drawing/2014/main" id="{4E14BE70-EA7C-4900-94E4-0264761A37B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911665" y="2802382"/>
                <a:ext cx="104545" cy="142562"/>
              </a:xfrm>
              <a:custGeom>
                <a:avLst/>
                <a:gdLst>
                  <a:gd name="T0" fmla="*/ 131 w 144"/>
                  <a:gd name="T1" fmla="*/ 87 h 196"/>
                  <a:gd name="T2" fmla="*/ 131 w 144"/>
                  <a:gd name="T3" fmla="*/ 59 h 196"/>
                  <a:gd name="T4" fmla="*/ 72 w 144"/>
                  <a:gd name="T5" fmla="*/ 0 h 196"/>
                  <a:gd name="T6" fmla="*/ 13 w 144"/>
                  <a:gd name="T7" fmla="*/ 59 h 196"/>
                  <a:gd name="T8" fmla="*/ 13 w 144"/>
                  <a:gd name="T9" fmla="*/ 87 h 196"/>
                  <a:gd name="T10" fmla="*/ 0 w 144"/>
                  <a:gd name="T11" fmla="*/ 87 h 196"/>
                  <a:gd name="T12" fmla="*/ 0 w 144"/>
                  <a:gd name="T13" fmla="*/ 196 h 196"/>
                  <a:gd name="T14" fmla="*/ 144 w 144"/>
                  <a:gd name="T15" fmla="*/ 196 h 196"/>
                  <a:gd name="T16" fmla="*/ 144 w 144"/>
                  <a:gd name="T17" fmla="*/ 87 h 196"/>
                  <a:gd name="T18" fmla="*/ 131 w 144"/>
                  <a:gd name="T19" fmla="*/ 87 h 196"/>
                  <a:gd name="T20" fmla="*/ 79 w 144"/>
                  <a:gd name="T21" fmla="*/ 139 h 196"/>
                  <a:gd name="T22" fmla="*/ 79 w 144"/>
                  <a:gd name="T23" fmla="*/ 140 h 196"/>
                  <a:gd name="T24" fmla="*/ 79 w 144"/>
                  <a:gd name="T25" fmla="*/ 156 h 196"/>
                  <a:gd name="T26" fmla="*/ 72 w 144"/>
                  <a:gd name="T27" fmla="*/ 163 h 196"/>
                  <a:gd name="T28" fmla="*/ 65 w 144"/>
                  <a:gd name="T29" fmla="*/ 156 h 196"/>
                  <a:gd name="T30" fmla="*/ 65 w 144"/>
                  <a:gd name="T31" fmla="*/ 140 h 196"/>
                  <a:gd name="T32" fmla="*/ 65 w 144"/>
                  <a:gd name="T33" fmla="*/ 139 h 196"/>
                  <a:gd name="T34" fmla="*/ 59 w 144"/>
                  <a:gd name="T35" fmla="*/ 127 h 196"/>
                  <a:gd name="T36" fmla="*/ 72 w 144"/>
                  <a:gd name="T37" fmla="*/ 114 h 196"/>
                  <a:gd name="T38" fmla="*/ 86 w 144"/>
                  <a:gd name="T39" fmla="*/ 127 h 196"/>
                  <a:gd name="T40" fmla="*/ 79 w 144"/>
                  <a:gd name="T41" fmla="*/ 139 h 196"/>
                  <a:gd name="T42" fmla="*/ 113 w 144"/>
                  <a:gd name="T43" fmla="*/ 87 h 196"/>
                  <a:gd name="T44" fmla="*/ 31 w 144"/>
                  <a:gd name="T45" fmla="*/ 87 h 196"/>
                  <a:gd name="T46" fmla="*/ 31 w 144"/>
                  <a:gd name="T47" fmla="*/ 59 h 196"/>
                  <a:gd name="T48" fmla="*/ 72 w 144"/>
                  <a:gd name="T49" fmla="*/ 18 h 196"/>
                  <a:gd name="T50" fmla="*/ 113 w 144"/>
                  <a:gd name="T51" fmla="*/ 59 h 196"/>
                  <a:gd name="T52" fmla="*/ 113 w 144"/>
                  <a:gd name="T53" fmla="*/ 87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44" h="196">
                    <a:moveTo>
                      <a:pt x="131" y="87"/>
                    </a:moveTo>
                    <a:cubicBezTo>
                      <a:pt x="131" y="59"/>
                      <a:pt x="131" y="59"/>
                      <a:pt x="131" y="59"/>
                    </a:cubicBezTo>
                    <a:cubicBezTo>
                      <a:pt x="131" y="27"/>
                      <a:pt x="105" y="0"/>
                      <a:pt x="72" y="0"/>
                    </a:cubicBezTo>
                    <a:cubicBezTo>
                      <a:pt x="40" y="0"/>
                      <a:pt x="13" y="27"/>
                      <a:pt x="13" y="59"/>
                    </a:cubicBezTo>
                    <a:cubicBezTo>
                      <a:pt x="13" y="87"/>
                      <a:pt x="13" y="87"/>
                      <a:pt x="13" y="87"/>
                    </a:cubicBezTo>
                    <a:cubicBezTo>
                      <a:pt x="0" y="87"/>
                      <a:pt x="0" y="87"/>
                      <a:pt x="0" y="87"/>
                    </a:cubicBezTo>
                    <a:cubicBezTo>
                      <a:pt x="0" y="196"/>
                      <a:pt x="0" y="196"/>
                      <a:pt x="0" y="196"/>
                    </a:cubicBezTo>
                    <a:cubicBezTo>
                      <a:pt x="144" y="196"/>
                      <a:pt x="144" y="196"/>
                      <a:pt x="144" y="196"/>
                    </a:cubicBezTo>
                    <a:cubicBezTo>
                      <a:pt x="144" y="87"/>
                      <a:pt x="144" y="87"/>
                      <a:pt x="144" y="87"/>
                    </a:cubicBezTo>
                    <a:lnTo>
                      <a:pt x="131" y="87"/>
                    </a:lnTo>
                    <a:close/>
                    <a:moveTo>
                      <a:pt x="79" y="139"/>
                    </a:moveTo>
                    <a:cubicBezTo>
                      <a:pt x="79" y="139"/>
                      <a:pt x="79" y="139"/>
                      <a:pt x="79" y="140"/>
                    </a:cubicBezTo>
                    <a:cubicBezTo>
                      <a:pt x="79" y="156"/>
                      <a:pt x="79" y="156"/>
                      <a:pt x="79" y="156"/>
                    </a:cubicBezTo>
                    <a:cubicBezTo>
                      <a:pt x="79" y="160"/>
                      <a:pt x="76" y="163"/>
                      <a:pt x="72" y="163"/>
                    </a:cubicBezTo>
                    <a:cubicBezTo>
                      <a:pt x="68" y="163"/>
                      <a:pt x="65" y="160"/>
                      <a:pt x="65" y="156"/>
                    </a:cubicBezTo>
                    <a:cubicBezTo>
                      <a:pt x="65" y="140"/>
                      <a:pt x="65" y="140"/>
                      <a:pt x="65" y="140"/>
                    </a:cubicBezTo>
                    <a:cubicBezTo>
                      <a:pt x="65" y="139"/>
                      <a:pt x="65" y="139"/>
                      <a:pt x="65" y="139"/>
                    </a:cubicBezTo>
                    <a:cubicBezTo>
                      <a:pt x="61" y="137"/>
                      <a:pt x="59" y="132"/>
                      <a:pt x="59" y="127"/>
                    </a:cubicBezTo>
                    <a:cubicBezTo>
                      <a:pt x="59" y="120"/>
                      <a:pt x="65" y="114"/>
                      <a:pt x="72" y="114"/>
                    </a:cubicBezTo>
                    <a:cubicBezTo>
                      <a:pt x="80" y="114"/>
                      <a:pt x="86" y="120"/>
                      <a:pt x="86" y="127"/>
                    </a:cubicBezTo>
                    <a:cubicBezTo>
                      <a:pt x="86" y="132"/>
                      <a:pt x="83" y="137"/>
                      <a:pt x="79" y="139"/>
                    </a:cubicBezTo>
                    <a:close/>
                    <a:moveTo>
                      <a:pt x="113" y="87"/>
                    </a:moveTo>
                    <a:cubicBezTo>
                      <a:pt x="31" y="87"/>
                      <a:pt x="31" y="87"/>
                      <a:pt x="31" y="87"/>
                    </a:cubicBezTo>
                    <a:cubicBezTo>
                      <a:pt x="31" y="59"/>
                      <a:pt x="31" y="59"/>
                      <a:pt x="31" y="59"/>
                    </a:cubicBezTo>
                    <a:cubicBezTo>
                      <a:pt x="31" y="37"/>
                      <a:pt x="50" y="18"/>
                      <a:pt x="72" y="18"/>
                    </a:cubicBezTo>
                    <a:cubicBezTo>
                      <a:pt x="95" y="18"/>
                      <a:pt x="113" y="37"/>
                      <a:pt x="113" y="59"/>
                    </a:cubicBezTo>
                    <a:lnTo>
                      <a:pt x="113" y="8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3" name="Freeform 34">
                <a:extLst>
                  <a:ext uri="{FF2B5EF4-FFF2-40B4-BE49-F238E27FC236}">
                    <a16:creationId xmlns:a16="http://schemas.microsoft.com/office/drawing/2014/main" id="{401330EF-9997-43AB-89DE-8D77213A48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25452" y="3493662"/>
                <a:ext cx="108313" cy="114643"/>
              </a:xfrm>
              <a:custGeom>
                <a:avLst/>
                <a:gdLst>
                  <a:gd name="T0" fmla="*/ 143 w 173"/>
                  <a:gd name="T1" fmla="*/ 61 h 183"/>
                  <a:gd name="T2" fmla="*/ 173 w 173"/>
                  <a:gd name="T3" fmla="*/ 30 h 183"/>
                  <a:gd name="T4" fmla="*/ 143 w 173"/>
                  <a:gd name="T5" fmla="*/ 0 h 183"/>
                  <a:gd name="T6" fmla="*/ 112 w 173"/>
                  <a:gd name="T7" fmla="*/ 30 h 183"/>
                  <a:gd name="T8" fmla="*/ 114 w 173"/>
                  <a:gd name="T9" fmla="*/ 42 h 183"/>
                  <a:gd name="T10" fmla="*/ 62 w 173"/>
                  <a:gd name="T11" fmla="*/ 84 h 183"/>
                  <a:gd name="T12" fmla="*/ 37 w 173"/>
                  <a:gd name="T13" fmla="*/ 73 h 183"/>
                  <a:gd name="T14" fmla="*/ 0 w 173"/>
                  <a:gd name="T15" fmla="*/ 111 h 183"/>
                  <a:gd name="T16" fmla="*/ 37 w 173"/>
                  <a:gd name="T17" fmla="*/ 148 h 183"/>
                  <a:gd name="T18" fmla="*/ 64 w 173"/>
                  <a:gd name="T19" fmla="*/ 136 h 183"/>
                  <a:gd name="T20" fmla="*/ 100 w 173"/>
                  <a:gd name="T21" fmla="*/ 155 h 183"/>
                  <a:gd name="T22" fmla="*/ 100 w 173"/>
                  <a:gd name="T23" fmla="*/ 158 h 183"/>
                  <a:gd name="T24" fmla="*/ 125 w 173"/>
                  <a:gd name="T25" fmla="*/ 183 h 183"/>
                  <a:gd name="T26" fmla="*/ 150 w 173"/>
                  <a:gd name="T27" fmla="*/ 158 h 183"/>
                  <a:gd name="T28" fmla="*/ 125 w 173"/>
                  <a:gd name="T29" fmla="*/ 133 h 183"/>
                  <a:gd name="T30" fmla="*/ 108 w 173"/>
                  <a:gd name="T31" fmla="*/ 140 h 183"/>
                  <a:gd name="T32" fmla="*/ 73 w 173"/>
                  <a:gd name="T33" fmla="*/ 120 h 183"/>
                  <a:gd name="T34" fmla="*/ 74 w 173"/>
                  <a:gd name="T35" fmla="*/ 111 h 183"/>
                  <a:gd name="T36" fmla="*/ 72 w 173"/>
                  <a:gd name="T37" fmla="*/ 99 h 183"/>
                  <a:gd name="T38" fmla="*/ 126 w 173"/>
                  <a:gd name="T39" fmla="*/ 56 h 183"/>
                  <a:gd name="T40" fmla="*/ 143 w 173"/>
                  <a:gd name="T41" fmla="*/ 61 h 1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73" h="183">
                    <a:moveTo>
                      <a:pt x="143" y="61"/>
                    </a:moveTo>
                    <a:cubicBezTo>
                      <a:pt x="160" y="61"/>
                      <a:pt x="173" y="47"/>
                      <a:pt x="173" y="30"/>
                    </a:cubicBezTo>
                    <a:cubicBezTo>
                      <a:pt x="173" y="13"/>
                      <a:pt x="160" y="0"/>
                      <a:pt x="143" y="0"/>
                    </a:cubicBezTo>
                    <a:cubicBezTo>
                      <a:pt x="126" y="0"/>
                      <a:pt x="112" y="13"/>
                      <a:pt x="112" y="30"/>
                    </a:cubicBezTo>
                    <a:cubicBezTo>
                      <a:pt x="112" y="35"/>
                      <a:pt x="113" y="39"/>
                      <a:pt x="114" y="42"/>
                    </a:cubicBezTo>
                    <a:cubicBezTo>
                      <a:pt x="62" y="84"/>
                      <a:pt x="62" y="84"/>
                      <a:pt x="62" y="84"/>
                    </a:cubicBezTo>
                    <a:cubicBezTo>
                      <a:pt x="56" y="77"/>
                      <a:pt x="47" y="73"/>
                      <a:pt x="37" y="73"/>
                    </a:cubicBezTo>
                    <a:cubicBezTo>
                      <a:pt x="16" y="73"/>
                      <a:pt x="0" y="90"/>
                      <a:pt x="0" y="111"/>
                    </a:cubicBezTo>
                    <a:cubicBezTo>
                      <a:pt x="0" y="131"/>
                      <a:pt x="16" y="148"/>
                      <a:pt x="37" y="148"/>
                    </a:cubicBezTo>
                    <a:cubicBezTo>
                      <a:pt x="48" y="148"/>
                      <a:pt x="57" y="143"/>
                      <a:pt x="64" y="136"/>
                    </a:cubicBezTo>
                    <a:cubicBezTo>
                      <a:pt x="100" y="155"/>
                      <a:pt x="100" y="155"/>
                      <a:pt x="100" y="155"/>
                    </a:cubicBezTo>
                    <a:cubicBezTo>
                      <a:pt x="100" y="156"/>
                      <a:pt x="100" y="157"/>
                      <a:pt x="100" y="158"/>
                    </a:cubicBezTo>
                    <a:cubicBezTo>
                      <a:pt x="100" y="172"/>
                      <a:pt x="111" y="183"/>
                      <a:pt x="125" y="183"/>
                    </a:cubicBezTo>
                    <a:cubicBezTo>
                      <a:pt x="139" y="183"/>
                      <a:pt x="150" y="172"/>
                      <a:pt x="150" y="158"/>
                    </a:cubicBezTo>
                    <a:cubicBezTo>
                      <a:pt x="150" y="144"/>
                      <a:pt x="139" y="133"/>
                      <a:pt x="125" y="133"/>
                    </a:cubicBezTo>
                    <a:cubicBezTo>
                      <a:pt x="118" y="133"/>
                      <a:pt x="113" y="135"/>
                      <a:pt x="108" y="140"/>
                    </a:cubicBezTo>
                    <a:cubicBezTo>
                      <a:pt x="73" y="120"/>
                      <a:pt x="73" y="120"/>
                      <a:pt x="73" y="120"/>
                    </a:cubicBezTo>
                    <a:cubicBezTo>
                      <a:pt x="73" y="117"/>
                      <a:pt x="74" y="114"/>
                      <a:pt x="74" y="111"/>
                    </a:cubicBezTo>
                    <a:cubicBezTo>
                      <a:pt x="74" y="106"/>
                      <a:pt x="73" y="102"/>
                      <a:pt x="72" y="99"/>
                    </a:cubicBezTo>
                    <a:cubicBezTo>
                      <a:pt x="126" y="56"/>
                      <a:pt x="126" y="56"/>
                      <a:pt x="126" y="56"/>
                    </a:cubicBezTo>
                    <a:cubicBezTo>
                      <a:pt x="131" y="59"/>
                      <a:pt x="136" y="61"/>
                      <a:pt x="143" y="6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14" name="Freeform 120">
                <a:extLst>
                  <a:ext uri="{FF2B5EF4-FFF2-40B4-BE49-F238E27FC236}">
                    <a16:creationId xmlns:a16="http://schemas.microsoft.com/office/drawing/2014/main" id="{856BE638-5202-49C6-9B50-98F7F2385B4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343924" y="3260156"/>
                <a:ext cx="381101" cy="268578"/>
              </a:xfrm>
              <a:custGeom>
                <a:avLst/>
                <a:gdLst>
                  <a:gd name="T0" fmla="*/ 161 w 217"/>
                  <a:gd name="T1" fmla="*/ 0 h 153"/>
                  <a:gd name="T2" fmla="*/ 156 w 217"/>
                  <a:gd name="T3" fmla="*/ 106 h 153"/>
                  <a:gd name="T4" fmla="*/ 182 w 217"/>
                  <a:gd name="T5" fmla="*/ 111 h 153"/>
                  <a:gd name="T6" fmla="*/ 113 w 217"/>
                  <a:gd name="T7" fmla="*/ 142 h 153"/>
                  <a:gd name="T8" fmla="*/ 134 w 217"/>
                  <a:gd name="T9" fmla="*/ 111 h 153"/>
                  <a:gd name="T10" fmla="*/ 139 w 217"/>
                  <a:gd name="T11" fmla="*/ 5 h 153"/>
                  <a:gd name="T12" fmla="*/ 83 w 217"/>
                  <a:gd name="T13" fmla="*/ 0 h 153"/>
                  <a:gd name="T14" fmla="*/ 78 w 217"/>
                  <a:gd name="T15" fmla="*/ 106 h 153"/>
                  <a:gd name="T16" fmla="*/ 102 w 217"/>
                  <a:gd name="T17" fmla="*/ 111 h 153"/>
                  <a:gd name="T18" fmla="*/ 33 w 217"/>
                  <a:gd name="T19" fmla="*/ 142 h 153"/>
                  <a:gd name="T20" fmla="*/ 56 w 217"/>
                  <a:gd name="T21" fmla="*/ 111 h 153"/>
                  <a:gd name="T22" fmla="*/ 61 w 217"/>
                  <a:gd name="T23" fmla="*/ 5 h 153"/>
                  <a:gd name="T24" fmla="*/ 5 w 217"/>
                  <a:gd name="T25" fmla="*/ 0 h 153"/>
                  <a:gd name="T26" fmla="*/ 0 w 217"/>
                  <a:gd name="T27" fmla="*/ 106 h 153"/>
                  <a:gd name="T28" fmla="*/ 22 w 217"/>
                  <a:gd name="T29" fmla="*/ 111 h 153"/>
                  <a:gd name="T30" fmla="*/ 193 w 217"/>
                  <a:gd name="T31" fmla="*/ 153 h 153"/>
                  <a:gd name="T32" fmla="*/ 212 w 217"/>
                  <a:gd name="T33" fmla="*/ 111 h 153"/>
                  <a:gd name="T34" fmla="*/ 217 w 217"/>
                  <a:gd name="T35" fmla="*/ 5 h 153"/>
                  <a:gd name="T36" fmla="*/ 51 w 217"/>
                  <a:gd name="T37" fmla="*/ 100 h 153"/>
                  <a:gd name="T38" fmla="*/ 40 w 217"/>
                  <a:gd name="T39" fmla="*/ 89 h 153"/>
                  <a:gd name="T40" fmla="*/ 51 w 217"/>
                  <a:gd name="T41" fmla="*/ 100 h 153"/>
                  <a:gd name="T42" fmla="*/ 51 w 217"/>
                  <a:gd name="T43" fmla="*/ 9 h 153"/>
                  <a:gd name="T44" fmla="*/ 10 w 217"/>
                  <a:gd name="T45" fmla="*/ 20 h 153"/>
                  <a:gd name="T46" fmla="*/ 10 w 217"/>
                  <a:gd name="T47" fmla="*/ 27 h 153"/>
                  <a:gd name="T48" fmla="*/ 51 w 217"/>
                  <a:gd name="T49" fmla="*/ 38 h 153"/>
                  <a:gd name="T50" fmla="*/ 10 w 217"/>
                  <a:gd name="T51" fmla="*/ 27 h 153"/>
                  <a:gd name="T52" fmla="*/ 10 w 217"/>
                  <a:gd name="T53" fmla="*/ 45 h 153"/>
                  <a:gd name="T54" fmla="*/ 51 w 217"/>
                  <a:gd name="T55" fmla="*/ 56 h 153"/>
                  <a:gd name="T56" fmla="*/ 129 w 217"/>
                  <a:gd name="T57" fmla="*/ 100 h 153"/>
                  <a:gd name="T58" fmla="*/ 118 w 217"/>
                  <a:gd name="T59" fmla="*/ 89 h 153"/>
                  <a:gd name="T60" fmla="*/ 129 w 217"/>
                  <a:gd name="T61" fmla="*/ 100 h 153"/>
                  <a:gd name="T62" fmla="*/ 129 w 217"/>
                  <a:gd name="T63" fmla="*/ 9 h 153"/>
                  <a:gd name="T64" fmla="*/ 88 w 217"/>
                  <a:gd name="T65" fmla="*/ 20 h 153"/>
                  <a:gd name="T66" fmla="*/ 88 w 217"/>
                  <a:gd name="T67" fmla="*/ 27 h 153"/>
                  <a:gd name="T68" fmla="*/ 129 w 217"/>
                  <a:gd name="T69" fmla="*/ 38 h 153"/>
                  <a:gd name="T70" fmla="*/ 88 w 217"/>
                  <a:gd name="T71" fmla="*/ 27 h 153"/>
                  <a:gd name="T72" fmla="*/ 88 w 217"/>
                  <a:gd name="T73" fmla="*/ 45 h 153"/>
                  <a:gd name="T74" fmla="*/ 129 w 217"/>
                  <a:gd name="T75" fmla="*/ 56 h 153"/>
                  <a:gd name="T76" fmla="*/ 207 w 217"/>
                  <a:gd name="T77" fmla="*/ 100 h 153"/>
                  <a:gd name="T78" fmla="*/ 196 w 217"/>
                  <a:gd name="T79" fmla="*/ 89 h 153"/>
                  <a:gd name="T80" fmla="*/ 207 w 217"/>
                  <a:gd name="T81" fmla="*/ 100 h 153"/>
                  <a:gd name="T82" fmla="*/ 166 w 217"/>
                  <a:gd name="T83" fmla="*/ 56 h 153"/>
                  <a:gd name="T84" fmla="*/ 207 w 217"/>
                  <a:gd name="T85" fmla="*/ 45 h 153"/>
                  <a:gd name="T86" fmla="*/ 207 w 217"/>
                  <a:gd name="T87" fmla="*/ 38 h 153"/>
                  <a:gd name="T88" fmla="*/ 166 w 217"/>
                  <a:gd name="T89" fmla="*/ 27 h 153"/>
                  <a:gd name="T90" fmla="*/ 207 w 217"/>
                  <a:gd name="T91" fmla="*/ 38 h 153"/>
                  <a:gd name="T92" fmla="*/ 166 w 217"/>
                  <a:gd name="T93" fmla="*/ 20 h 153"/>
                  <a:gd name="T94" fmla="*/ 207 w 217"/>
                  <a:gd name="T95" fmla="*/ 9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217" h="153">
                    <a:moveTo>
                      <a:pt x="212" y="0"/>
                    </a:moveTo>
                    <a:cubicBezTo>
                      <a:pt x="161" y="0"/>
                      <a:pt x="161" y="0"/>
                      <a:pt x="161" y="0"/>
                    </a:cubicBezTo>
                    <a:cubicBezTo>
                      <a:pt x="159" y="0"/>
                      <a:pt x="156" y="3"/>
                      <a:pt x="156" y="5"/>
                    </a:cubicBezTo>
                    <a:cubicBezTo>
                      <a:pt x="156" y="106"/>
                      <a:pt x="156" y="106"/>
                      <a:pt x="156" y="106"/>
                    </a:cubicBezTo>
                    <a:cubicBezTo>
                      <a:pt x="156" y="108"/>
                      <a:pt x="159" y="111"/>
                      <a:pt x="161" y="111"/>
                    </a:cubicBezTo>
                    <a:cubicBezTo>
                      <a:pt x="182" y="111"/>
                      <a:pt x="182" y="111"/>
                      <a:pt x="182" y="111"/>
                    </a:cubicBezTo>
                    <a:cubicBezTo>
                      <a:pt x="182" y="142"/>
                      <a:pt x="182" y="142"/>
                      <a:pt x="182" y="142"/>
                    </a:cubicBezTo>
                    <a:cubicBezTo>
                      <a:pt x="113" y="142"/>
                      <a:pt x="113" y="142"/>
                      <a:pt x="113" y="142"/>
                    </a:cubicBezTo>
                    <a:cubicBezTo>
                      <a:pt x="113" y="111"/>
                      <a:pt x="113" y="111"/>
                      <a:pt x="113" y="111"/>
                    </a:cubicBezTo>
                    <a:cubicBezTo>
                      <a:pt x="134" y="111"/>
                      <a:pt x="134" y="111"/>
                      <a:pt x="134" y="111"/>
                    </a:cubicBezTo>
                    <a:cubicBezTo>
                      <a:pt x="137" y="111"/>
                      <a:pt x="139" y="108"/>
                      <a:pt x="139" y="106"/>
                    </a:cubicBezTo>
                    <a:cubicBezTo>
                      <a:pt x="139" y="5"/>
                      <a:pt x="139" y="5"/>
                      <a:pt x="139" y="5"/>
                    </a:cubicBezTo>
                    <a:cubicBezTo>
                      <a:pt x="139" y="3"/>
                      <a:pt x="137" y="0"/>
                      <a:pt x="134" y="0"/>
                    </a:cubicBezTo>
                    <a:cubicBezTo>
                      <a:pt x="83" y="0"/>
                      <a:pt x="83" y="0"/>
                      <a:pt x="83" y="0"/>
                    </a:cubicBezTo>
                    <a:cubicBezTo>
                      <a:pt x="81" y="0"/>
                      <a:pt x="78" y="3"/>
                      <a:pt x="78" y="5"/>
                    </a:cubicBezTo>
                    <a:cubicBezTo>
                      <a:pt x="78" y="106"/>
                      <a:pt x="78" y="106"/>
                      <a:pt x="78" y="106"/>
                    </a:cubicBezTo>
                    <a:cubicBezTo>
                      <a:pt x="78" y="108"/>
                      <a:pt x="81" y="111"/>
                      <a:pt x="83" y="111"/>
                    </a:cubicBezTo>
                    <a:cubicBezTo>
                      <a:pt x="102" y="111"/>
                      <a:pt x="102" y="111"/>
                      <a:pt x="102" y="111"/>
                    </a:cubicBezTo>
                    <a:cubicBezTo>
                      <a:pt x="102" y="142"/>
                      <a:pt x="102" y="142"/>
                      <a:pt x="102" y="142"/>
                    </a:cubicBezTo>
                    <a:cubicBezTo>
                      <a:pt x="33" y="142"/>
                      <a:pt x="33" y="142"/>
                      <a:pt x="33" y="142"/>
                    </a:cubicBezTo>
                    <a:cubicBezTo>
                      <a:pt x="33" y="111"/>
                      <a:pt x="33" y="111"/>
                      <a:pt x="33" y="111"/>
                    </a:cubicBezTo>
                    <a:cubicBezTo>
                      <a:pt x="56" y="111"/>
                      <a:pt x="56" y="111"/>
                      <a:pt x="56" y="111"/>
                    </a:cubicBezTo>
                    <a:cubicBezTo>
                      <a:pt x="58" y="111"/>
                      <a:pt x="61" y="108"/>
                      <a:pt x="61" y="106"/>
                    </a:cubicBezTo>
                    <a:cubicBezTo>
                      <a:pt x="61" y="5"/>
                      <a:pt x="61" y="5"/>
                      <a:pt x="61" y="5"/>
                    </a:cubicBezTo>
                    <a:cubicBezTo>
                      <a:pt x="61" y="3"/>
                      <a:pt x="58" y="0"/>
                      <a:pt x="56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3" y="0"/>
                      <a:pt x="0" y="3"/>
                      <a:pt x="0" y="5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0" y="108"/>
                      <a:pt x="3" y="111"/>
                      <a:pt x="5" y="111"/>
                    </a:cubicBezTo>
                    <a:cubicBezTo>
                      <a:pt x="22" y="111"/>
                      <a:pt x="22" y="111"/>
                      <a:pt x="22" y="111"/>
                    </a:cubicBezTo>
                    <a:cubicBezTo>
                      <a:pt x="22" y="153"/>
                      <a:pt x="22" y="153"/>
                      <a:pt x="22" y="153"/>
                    </a:cubicBezTo>
                    <a:cubicBezTo>
                      <a:pt x="193" y="153"/>
                      <a:pt x="193" y="153"/>
                      <a:pt x="193" y="153"/>
                    </a:cubicBezTo>
                    <a:cubicBezTo>
                      <a:pt x="193" y="111"/>
                      <a:pt x="193" y="111"/>
                      <a:pt x="193" y="111"/>
                    </a:cubicBezTo>
                    <a:cubicBezTo>
                      <a:pt x="212" y="111"/>
                      <a:pt x="212" y="111"/>
                      <a:pt x="212" y="111"/>
                    </a:cubicBezTo>
                    <a:cubicBezTo>
                      <a:pt x="215" y="111"/>
                      <a:pt x="217" y="108"/>
                      <a:pt x="217" y="106"/>
                    </a:cubicBezTo>
                    <a:cubicBezTo>
                      <a:pt x="217" y="5"/>
                      <a:pt x="217" y="5"/>
                      <a:pt x="217" y="5"/>
                    </a:cubicBezTo>
                    <a:cubicBezTo>
                      <a:pt x="217" y="3"/>
                      <a:pt x="215" y="0"/>
                      <a:pt x="212" y="0"/>
                    </a:cubicBezTo>
                    <a:close/>
                    <a:moveTo>
                      <a:pt x="51" y="100"/>
                    </a:moveTo>
                    <a:cubicBezTo>
                      <a:pt x="40" y="100"/>
                      <a:pt x="40" y="100"/>
                      <a:pt x="40" y="100"/>
                    </a:cubicBezTo>
                    <a:cubicBezTo>
                      <a:pt x="40" y="89"/>
                      <a:pt x="40" y="89"/>
                      <a:pt x="40" y="89"/>
                    </a:cubicBezTo>
                    <a:cubicBezTo>
                      <a:pt x="51" y="89"/>
                      <a:pt x="51" y="89"/>
                      <a:pt x="51" y="89"/>
                    </a:cubicBezTo>
                    <a:lnTo>
                      <a:pt x="51" y="100"/>
                    </a:lnTo>
                    <a:close/>
                    <a:moveTo>
                      <a:pt x="10" y="9"/>
                    </a:moveTo>
                    <a:cubicBezTo>
                      <a:pt x="51" y="9"/>
                      <a:pt x="51" y="9"/>
                      <a:pt x="51" y="9"/>
                    </a:cubicBezTo>
                    <a:cubicBezTo>
                      <a:pt x="51" y="20"/>
                      <a:pt x="51" y="20"/>
                      <a:pt x="51" y="20"/>
                    </a:cubicBezTo>
                    <a:cubicBezTo>
                      <a:pt x="10" y="20"/>
                      <a:pt x="10" y="20"/>
                      <a:pt x="10" y="20"/>
                    </a:cubicBezTo>
                    <a:lnTo>
                      <a:pt x="10" y="9"/>
                    </a:lnTo>
                    <a:close/>
                    <a:moveTo>
                      <a:pt x="10" y="27"/>
                    </a:moveTo>
                    <a:cubicBezTo>
                      <a:pt x="51" y="27"/>
                      <a:pt x="51" y="27"/>
                      <a:pt x="51" y="27"/>
                    </a:cubicBezTo>
                    <a:cubicBezTo>
                      <a:pt x="51" y="38"/>
                      <a:pt x="51" y="38"/>
                      <a:pt x="51" y="38"/>
                    </a:cubicBezTo>
                    <a:cubicBezTo>
                      <a:pt x="10" y="38"/>
                      <a:pt x="10" y="38"/>
                      <a:pt x="10" y="38"/>
                    </a:cubicBezTo>
                    <a:lnTo>
                      <a:pt x="10" y="27"/>
                    </a:lnTo>
                    <a:close/>
                    <a:moveTo>
                      <a:pt x="10" y="56"/>
                    </a:moveTo>
                    <a:cubicBezTo>
                      <a:pt x="10" y="45"/>
                      <a:pt x="10" y="45"/>
                      <a:pt x="10" y="45"/>
                    </a:cubicBezTo>
                    <a:cubicBezTo>
                      <a:pt x="51" y="45"/>
                      <a:pt x="51" y="45"/>
                      <a:pt x="51" y="45"/>
                    </a:cubicBezTo>
                    <a:cubicBezTo>
                      <a:pt x="51" y="56"/>
                      <a:pt x="51" y="56"/>
                      <a:pt x="51" y="56"/>
                    </a:cubicBezTo>
                    <a:lnTo>
                      <a:pt x="10" y="56"/>
                    </a:lnTo>
                    <a:close/>
                    <a:moveTo>
                      <a:pt x="129" y="100"/>
                    </a:moveTo>
                    <a:cubicBezTo>
                      <a:pt x="118" y="100"/>
                      <a:pt x="118" y="100"/>
                      <a:pt x="118" y="100"/>
                    </a:cubicBezTo>
                    <a:cubicBezTo>
                      <a:pt x="118" y="89"/>
                      <a:pt x="118" y="89"/>
                      <a:pt x="118" y="89"/>
                    </a:cubicBezTo>
                    <a:cubicBezTo>
                      <a:pt x="129" y="89"/>
                      <a:pt x="129" y="89"/>
                      <a:pt x="129" y="89"/>
                    </a:cubicBezTo>
                    <a:lnTo>
                      <a:pt x="129" y="100"/>
                    </a:lnTo>
                    <a:close/>
                    <a:moveTo>
                      <a:pt x="88" y="9"/>
                    </a:moveTo>
                    <a:cubicBezTo>
                      <a:pt x="129" y="9"/>
                      <a:pt x="129" y="9"/>
                      <a:pt x="129" y="9"/>
                    </a:cubicBezTo>
                    <a:cubicBezTo>
                      <a:pt x="129" y="20"/>
                      <a:pt x="129" y="20"/>
                      <a:pt x="129" y="20"/>
                    </a:cubicBezTo>
                    <a:cubicBezTo>
                      <a:pt x="88" y="20"/>
                      <a:pt x="88" y="20"/>
                      <a:pt x="88" y="20"/>
                    </a:cubicBezTo>
                    <a:lnTo>
                      <a:pt x="88" y="9"/>
                    </a:lnTo>
                    <a:close/>
                    <a:moveTo>
                      <a:pt x="88" y="27"/>
                    </a:moveTo>
                    <a:cubicBezTo>
                      <a:pt x="129" y="27"/>
                      <a:pt x="129" y="27"/>
                      <a:pt x="129" y="27"/>
                    </a:cubicBezTo>
                    <a:cubicBezTo>
                      <a:pt x="129" y="38"/>
                      <a:pt x="129" y="38"/>
                      <a:pt x="129" y="38"/>
                    </a:cubicBezTo>
                    <a:cubicBezTo>
                      <a:pt x="88" y="38"/>
                      <a:pt x="88" y="38"/>
                      <a:pt x="88" y="38"/>
                    </a:cubicBezTo>
                    <a:lnTo>
                      <a:pt x="88" y="27"/>
                    </a:lnTo>
                    <a:close/>
                    <a:moveTo>
                      <a:pt x="88" y="56"/>
                    </a:moveTo>
                    <a:cubicBezTo>
                      <a:pt x="88" y="45"/>
                      <a:pt x="88" y="45"/>
                      <a:pt x="88" y="45"/>
                    </a:cubicBezTo>
                    <a:cubicBezTo>
                      <a:pt x="129" y="45"/>
                      <a:pt x="129" y="45"/>
                      <a:pt x="129" y="45"/>
                    </a:cubicBezTo>
                    <a:cubicBezTo>
                      <a:pt x="129" y="56"/>
                      <a:pt x="129" y="56"/>
                      <a:pt x="129" y="56"/>
                    </a:cubicBezTo>
                    <a:lnTo>
                      <a:pt x="88" y="56"/>
                    </a:lnTo>
                    <a:close/>
                    <a:moveTo>
                      <a:pt x="207" y="100"/>
                    </a:moveTo>
                    <a:cubicBezTo>
                      <a:pt x="196" y="100"/>
                      <a:pt x="196" y="100"/>
                      <a:pt x="196" y="100"/>
                    </a:cubicBezTo>
                    <a:cubicBezTo>
                      <a:pt x="196" y="89"/>
                      <a:pt x="196" y="89"/>
                      <a:pt x="196" y="89"/>
                    </a:cubicBezTo>
                    <a:cubicBezTo>
                      <a:pt x="207" y="89"/>
                      <a:pt x="207" y="89"/>
                      <a:pt x="207" y="89"/>
                    </a:cubicBezTo>
                    <a:lnTo>
                      <a:pt x="207" y="100"/>
                    </a:lnTo>
                    <a:close/>
                    <a:moveTo>
                      <a:pt x="207" y="56"/>
                    </a:moveTo>
                    <a:cubicBezTo>
                      <a:pt x="166" y="56"/>
                      <a:pt x="166" y="56"/>
                      <a:pt x="166" y="56"/>
                    </a:cubicBezTo>
                    <a:cubicBezTo>
                      <a:pt x="166" y="45"/>
                      <a:pt x="166" y="45"/>
                      <a:pt x="166" y="45"/>
                    </a:cubicBezTo>
                    <a:cubicBezTo>
                      <a:pt x="207" y="45"/>
                      <a:pt x="207" y="45"/>
                      <a:pt x="207" y="45"/>
                    </a:cubicBezTo>
                    <a:lnTo>
                      <a:pt x="207" y="56"/>
                    </a:lnTo>
                    <a:close/>
                    <a:moveTo>
                      <a:pt x="207" y="38"/>
                    </a:moveTo>
                    <a:cubicBezTo>
                      <a:pt x="166" y="38"/>
                      <a:pt x="166" y="38"/>
                      <a:pt x="166" y="38"/>
                    </a:cubicBezTo>
                    <a:cubicBezTo>
                      <a:pt x="166" y="27"/>
                      <a:pt x="166" y="27"/>
                      <a:pt x="166" y="27"/>
                    </a:cubicBezTo>
                    <a:cubicBezTo>
                      <a:pt x="207" y="27"/>
                      <a:pt x="207" y="27"/>
                      <a:pt x="207" y="27"/>
                    </a:cubicBezTo>
                    <a:lnTo>
                      <a:pt x="207" y="38"/>
                    </a:lnTo>
                    <a:close/>
                    <a:moveTo>
                      <a:pt x="207" y="20"/>
                    </a:moveTo>
                    <a:cubicBezTo>
                      <a:pt x="166" y="20"/>
                      <a:pt x="166" y="20"/>
                      <a:pt x="166" y="20"/>
                    </a:cubicBezTo>
                    <a:cubicBezTo>
                      <a:pt x="166" y="9"/>
                      <a:pt x="166" y="9"/>
                      <a:pt x="166" y="9"/>
                    </a:cubicBezTo>
                    <a:cubicBezTo>
                      <a:pt x="207" y="9"/>
                      <a:pt x="207" y="9"/>
                      <a:pt x="207" y="9"/>
                    </a:cubicBezTo>
                    <a:lnTo>
                      <a:pt x="207" y="2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grpSp>
            <p:nvGrpSpPr>
              <p:cNvPr id="15" name="그룹 14">
                <a:extLst>
                  <a:ext uri="{FF2B5EF4-FFF2-40B4-BE49-F238E27FC236}">
                    <a16:creationId xmlns:a16="http://schemas.microsoft.com/office/drawing/2014/main" id="{AF75718D-AA1B-41A3-AF10-0134D8ED288E}"/>
                  </a:ext>
                </a:extLst>
              </p:cNvPr>
              <p:cNvGrpSpPr/>
              <p:nvPr/>
            </p:nvGrpSpPr>
            <p:grpSpPr>
              <a:xfrm>
                <a:off x="6408850" y="4297761"/>
                <a:ext cx="201720" cy="181403"/>
                <a:chOff x="4039279" y="5597233"/>
                <a:chExt cx="661987" cy="595313"/>
              </a:xfrm>
              <a:solidFill>
                <a:schemeClr val="bg1">
                  <a:lumMod val="85000"/>
                </a:schemeClr>
              </a:solidFill>
            </p:grpSpPr>
            <p:sp>
              <p:nvSpPr>
                <p:cNvPr id="31" name="Freeform 202">
                  <a:extLst>
                    <a:ext uri="{FF2B5EF4-FFF2-40B4-BE49-F238E27FC236}">
                      <a16:creationId xmlns:a16="http://schemas.microsoft.com/office/drawing/2014/main" id="{9B597914-A841-49F4-BC8C-1F239D445EC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231366" y="5881396"/>
                  <a:ext cx="276225" cy="74613"/>
                </a:xfrm>
                <a:custGeom>
                  <a:avLst/>
                  <a:gdLst>
                    <a:gd name="T0" fmla="*/ 2 w 96"/>
                    <a:gd name="T1" fmla="*/ 26 h 26"/>
                    <a:gd name="T2" fmla="*/ 95 w 96"/>
                    <a:gd name="T3" fmla="*/ 26 h 26"/>
                    <a:gd name="T4" fmla="*/ 96 w 96"/>
                    <a:gd name="T5" fmla="*/ 25 h 26"/>
                    <a:gd name="T6" fmla="*/ 96 w 96"/>
                    <a:gd name="T7" fmla="*/ 1 h 26"/>
                    <a:gd name="T8" fmla="*/ 95 w 96"/>
                    <a:gd name="T9" fmla="*/ 0 h 26"/>
                    <a:gd name="T10" fmla="*/ 2 w 96"/>
                    <a:gd name="T11" fmla="*/ 0 h 26"/>
                    <a:gd name="T12" fmla="*/ 0 w 96"/>
                    <a:gd name="T13" fmla="*/ 1 h 26"/>
                    <a:gd name="T14" fmla="*/ 0 w 96"/>
                    <a:gd name="T15" fmla="*/ 25 h 26"/>
                    <a:gd name="T16" fmla="*/ 2 w 96"/>
                    <a:gd name="T17" fmla="*/ 26 h 26"/>
                    <a:gd name="T18" fmla="*/ 82 w 96"/>
                    <a:gd name="T19" fmla="*/ 11 h 26"/>
                    <a:gd name="T20" fmla="*/ 89 w 96"/>
                    <a:gd name="T21" fmla="*/ 11 h 26"/>
                    <a:gd name="T22" fmla="*/ 89 w 96"/>
                    <a:gd name="T23" fmla="*/ 17 h 26"/>
                    <a:gd name="T24" fmla="*/ 82 w 96"/>
                    <a:gd name="T25" fmla="*/ 17 h 26"/>
                    <a:gd name="T26" fmla="*/ 82 w 96"/>
                    <a:gd name="T27" fmla="*/ 11 h 26"/>
                    <a:gd name="T28" fmla="*/ 8 w 96"/>
                    <a:gd name="T29" fmla="*/ 6 h 26"/>
                    <a:gd name="T30" fmla="*/ 28 w 96"/>
                    <a:gd name="T31" fmla="*/ 6 h 26"/>
                    <a:gd name="T32" fmla="*/ 28 w 96"/>
                    <a:gd name="T33" fmla="*/ 8 h 26"/>
                    <a:gd name="T34" fmla="*/ 8 w 96"/>
                    <a:gd name="T35" fmla="*/ 8 h 26"/>
                    <a:gd name="T36" fmla="*/ 8 w 96"/>
                    <a:gd name="T37" fmla="*/ 6 h 26"/>
                    <a:gd name="T38" fmla="*/ 8 w 96"/>
                    <a:gd name="T39" fmla="*/ 12 h 26"/>
                    <a:gd name="T40" fmla="*/ 28 w 96"/>
                    <a:gd name="T41" fmla="*/ 12 h 26"/>
                    <a:gd name="T42" fmla="*/ 28 w 96"/>
                    <a:gd name="T43" fmla="*/ 14 h 26"/>
                    <a:gd name="T44" fmla="*/ 8 w 96"/>
                    <a:gd name="T45" fmla="*/ 14 h 26"/>
                    <a:gd name="T46" fmla="*/ 8 w 96"/>
                    <a:gd name="T47" fmla="*/ 12 h 26"/>
                    <a:gd name="T48" fmla="*/ 8 w 96"/>
                    <a:gd name="T49" fmla="*/ 18 h 26"/>
                    <a:gd name="T50" fmla="*/ 28 w 96"/>
                    <a:gd name="T51" fmla="*/ 18 h 26"/>
                    <a:gd name="T52" fmla="*/ 28 w 96"/>
                    <a:gd name="T53" fmla="*/ 21 h 26"/>
                    <a:gd name="T54" fmla="*/ 8 w 96"/>
                    <a:gd name="T55" fmla="*/ 21 h 26"/>
                    <a:gd name="T56" fmla="*/ 8 w 96"/>
                    <a:gd name="T57" fmla="*/ 18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96" h="26">
                      <a:moveTo>
                        <a:pt x="2" y="26"/>
                      </a:moveTo>
                      <a:cubicBezTo>
                        <a:pt x="95" y="26"/>
                        <a:pt x="95" y="26"/>
                        <a:pt x="95" y="26"/>
                      </a:cubicBezTo>
                      <a:cubicBezTo>
                        <a:pt x="96" y="26"/>
                        <a:pt x="96" y="26"/>
                        <a:pt x="96" y="25"/>
                      </a:cubicBezTo>
                      <a:cubicBezTo>
                        <a:pt x="96" y="1"/>
                        <a:pt x="96" y="1"/>
                        <a:pt x="96" y="1"/>
                      </a:cubicBezTo>
                      <a:cubicBezTo>
                        <a:pt x="96" y="1"/>
                        <a:pt x="96" y="0"/>
                        <a:pt x="95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0" y="1"/>
                        <a:pt x="0" y="1"/>
                      </a:cubicBezTo>
                      <a:cubicBezTo>
                        <a:pt x="0" y="25"/>
                        <a:pt x="0" y="25"/>
                        <a:pt x="0" y="25"/>
                      </a:cubicBezTo>
                      <a:cubicBezTo>
                        <a:pt x="0" y="26"/>
                        <a:pt x="1" y="26"/>
                        <a:pt x="2" y="26"/>
                      </a:cubicBezTo>
                      <a:close/>
                      <a:moveTo>
                        <a:pt x="82" y="11"/>
                      </a:moveTo>
                      <a:cubicBezTo>
                        <a:pt x="89" y="11"/>
                        <a:pt x="89" y="11"/>
                        <a:pt x="89" y="11"/>
                      </a:cubicBezTo>
                      <a:cubicBezTo>
                        <a:pt x="89" y="17"/>
                        <a:pt x="89" y="17"/>
                        <a:pt x="89" y="17"/>
                      </a:cubicBezTo>
                      <a:cubicBezTo>
                        <a:pt x="82" y="17"/>
                        <a:pt x="82" y="17"/>
                        <a:pt x="82" y="17"/>
                      </a:cubicBezTo>
                      <a:lnTo>
                        <a:pt x="82" y="11"/>
                      </a:lnTo>
                      <a:close/>
                      <a:moveTo>
                        <a:pt x="8" y="6"/>
                      </a:moveTo>
                      <a:cubicBezTo>
                        <a:pt x="28" y="6"/>
                        <a:pt x="28" y="6"/>
                        <a:pt x="28" y="6"/>
                      </a:cubicBezTo>
                      <a:cubicBezTo>
                        <a:pt x="28" y="8"/>
                        <a:pt x="28" y="8"/>
                        <a:pt x="28" y="8"/>
                      </a:cubicBezTo>
                      <a:cubicBezTo>
                        <a:pt x="8" y="8"/>
                        <a:pt x="8" y="8"/>
                        <a:pt x="8" y="8"/>
                      </a:cubicBezTo>
                      <a:lnTo>
                        <a:pt x="8" y="6"/>
                      </a:lnTo>
                      <a:close/>
                      <a:moveTo>
                        <a:pt x="8" y="12"/>
                      </a:moveTo>
                      <a:cubicBezTo>
                        <a:pt x="28" y="12"/>
                        <a:pt x="28" y="12"/>
                        <a:pt x="28" y="12"/>
                      </a:cubicBezTo>
                      <a:cubicBezTo>
                        <a:pt x="28" y="14"/>
                        <a:pt x="28" y="14"/>
                        <a:pt x="28" y="14"/>
                      </a:cubicBezTo>
                      <a:cubicBezTo>
                        <a:pt x="8" y="14"/>
                        <a:pt x="8" y="14"/>
                        <a:pt x="8" y="14"/>
                      </a:cubicBezTo>
                      <a:lnTo>
                        <a:pt x="8" y="12"/>
                      </a:lnTo>
                      <a:close/>
                      <a:moveTo>
                        <a:pt x="8" y="18"/>
                      </a:moveTo>
                      <a:cubicBezTo>
                        <a:pt x="28" y="18"/>
                        <a:pt x="28" y="18"/>
                        <a:pt x="28" y="18"/>
                      </a:cubicBezTo>
                      <a:cubicBezTo>
                        <a:pt x="28" y="21"/>
                        <a:pt x="28" y="21"/>
                        <a:pt x="28" y="21"/>
                      </a:cubicBezTo>
                      <a:cubicBezTo>
                        <a:pt x="8" y="21"/>
                        <a:pt x="8" y="21"/>
                        <a:pt x="8" y="21"/>
                      </a:cubicBezTo>
                      <a:lnTo>
                        <a:pt x="8" y="1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2" name="Freeform 203">
                  <a:extLst>
                    <a:ext uri="{FF2B5EF4-FFF2-40B4-BE49-F238E27FC236}">
                      <a16:creationId xmlns:a16="http://schemas.microsoft.com/office/drawing/2014/main" id="{C7DB1D59-ACA4-43B9-8C5D-8D98BD07756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231366" y="5967121"/>
                  <a:ext cx="276225" cy="77788"/>
                </a:xfrm>
                <a:custGeom>
                  <a:avLst/>
                  <a:gdLst>
                    <a:gd name="T0" fmla="*/ 0 w 96"/>
                    <a:gd name="T1" fmla="*/ 25 h 27"/>
                    <a:gd name="T2" fmla="*/ 2 w 96"/>
                    <a:gd name="T3" fmla="*/ 27 h 27"/>
                    <a:gd name="T4" fmla="*/ 95 w 96"/>
                    <a:gd name="T5" fmla="*/ 27 h 27"/>
                    <a:gd name="T6" fmla="*/ 96 w 96"/>
                    <a:gd name="T7" fmla="*/ 25 h 27"/>
                    <a:gd name="T8" fmla="*/ 96 w 96"/>
                    <a:gd name="T9" fmla="*/ 2 h 27"/>
                    <a:gd name="T10" fmla="*/ 95 w 96"/>
                    <a:gd name="T11" fmla="*/ 0 h 27"/>
                    <a:gd name="T12" fmla="*/ 2 w 96"/>
                    <a:gd name="T13" fmla="*/ 0 h 27"/>
                    <a:gd name="T14" fmla="*/ 0 w 96"/>
                    <a:gd name="T15" fmla="*/ 2 h 27"/>
                    <a:gd name="T16" fmla="*/ 0 w 96"/>
                    <a:gd name="T17" fmla="*/ 25 h 27"/>
                    <a:gd name="T18" fmla="*/ 82 w 96"/>
                    <a:gd name="T19" fmla="*/ 11 h 27"/>
                    <a:gd name="T20" fmla="*/ 89 w 96"/>
                    <a:gd name="T21" fmla="*/ 11 h 27"/>
                    <a:gd name="T22" fmla="*/ 89 w 96"/>
                    <a:gd name="T23" fmla="*/ 17 h 27"/>
                    <a:gd name="T24" fmla="*/ 82 w 96"/>
                    <a:gd name="T25" fmla="*/ 17 h 27"/>
                    <a:gd name="T26" fmla="*/ 82 w 96"/>
                    <a:gd name="T27" fmla="*/ 11 h 27"/>
                    <a:gd name="T28" fmla="*/ 8 w 96"/>
                    <a:gd name="T29" fmla="*/ 6 h 27"/>
                    <a:gd name="T30" fmla="*/ 28 w 96"/>
                    <a:gd name="T31" fmla="*/ 6 h 27"/>
                    <a:gd name="T32" fmla="*/ 28 w 96"/>
                    <a:gd name="T33" fmla="*/ 8 h 27"/>
                    <a:gd name="T34" fmla="*/ 8 w 96"/>
                    <a:gd name="T35" fmla="*/ 8 h 27"/>
                    <a:gd name="T36" fmla="*/ 8 w 96"/>
                    <a:gd name="T37" fmla="*/ 6 h 27"/>
                    <a:gd name="T38" fmla="*/ 8 w 96"/>
                    <a:gd name="T39" fmla="*/ 12 h 27"/>
                    <a:gd name="T40" fmla="*/ 28 w 96"/>
                    <a:gd name="T41" fmla="*/ 12 h 27"/>
                    <a:gd name="T42" fmla="*/ 28 w 96"/>
                    <a:gd name="T43" fmla="*/ 15 h 27"/>
                    <a:gd name="T44" fmla="*/ 8 w 96"/>
                    <a:gd name="T45" fmla="*/ 15 h 27"/>
                    <a:gd name="T46" fmla="*/ 8 w 96"/>
                    <a:gd name="T47" fmla="*/ 12 h 27"/>
                    <a:gd name="T48" fmla="*/ 8 w 96"/>
                    <a:gd name="T49" fmla="*/ 19 h 27"/>
                    <a:gd name="T50" fmla="*/ 28 w 96"/>
                    <a:gd name="T51" fmla="*/ 19 h 27"/>
                    <a:gd name="T52" fmla="*/ 28 w 96"/>
                    <a:gd name="T53" fmla="*/ 21 h 27"/>
                    <a:gd name="T54" fmla="*/ 8 w 96"/>
                    <a:gd name="T55" fmla="*/ 21 h 27"/>
                    <a:gd name="T56" fmla="*/ 8 w 96"/>
                    <a:gd name="T57" fmla="*/ 19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96" h="27">
                      <a:moveTo>
                        <a:pt x="0" y="25"/>
                      </a:moveTo>
                      <a:cubicBezTo>
                        <a:pt x="0" y="26"/>
                        <a:pt x="1" y="27"/>
                        <a:pt x="2" y="27"/>
                      </a:cubicBezTo>
                      <a:cubicBezTo>
                        <a:pt x="95" y="27"/>
                        <a:pt x="95" y="27"/>
                        <a:pt x="95" y="27"/>
                      </a:cubicBezTo>
                      <a:cubicBezTo>
                        <a:pt x="96" y="27"/>
                        <a:pt x="96" y="26"/>
                        <a:pt x="96" y="25"/>
                      </a:cubicBezTo>
                      <a:cubicBezTo>
                        <a:pt x="96" y="2"/>
                        <a:pt x="96" y="2"/>
                        <a:pt x="96" y="2"/>
                      </a:cubicBezTo>
                      <a:cubicBezTo>
                        <a:pt x="96" y="1"/>
                        <a:pt x="96" y="0"/>
                        <a:pt x="95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0" y="1"/>
                        <a:pt x="0" y="2"/>
                      </a:cubicBezTo>
                      <a:lnTo>
                        <a:pt x="0" y="25"/>
                      </a:lnTo>
                      <a:close/>
                      <a:moveTo>
                        <a:pt x="82" y="11"/>
                      </a:moveTo>
                      <a:cubicBezTo>
                        <a:pt x="89" y="11"/>
                        <a:pt x="89" y="11"/>
                        <a:pt x="89" y="11"/>
                      </a:cubicBezTo>
                      <a:cubicBezTo>
                        <a:pt x="89" y="17"/>
                        <a:pt x="89" y="17"/>
                        <a:pt x="89" y="17"/>
                      </a:cubicBezTo>
                      <a:cubicBezTo>
                        <a:pt x="82" y="17"/>
                        <a:pt x="82" y="17"/>
                        <a:pt x="82" y="17"/>
                      </a:cubicBezTo>
                      <a:lnTo>
                        <a:pt x="82" y="11"/>
                      </a:lnTo>
                      <a:close/>
                      <a:moveTo>
                        <a:pt x="8" y="6"/>
                      </a:moveTo>
                      <a:cubicBezTo>
                        <a:pt x="28" y="6"/>
                        <a:pt x="28" y="6"/>
                        <a:pt x="28" y="6"/>
                      </a:cubicBezTo>
                      <a:cubicBezTo>
                        <a:pt x="28" y="8"/>
                        <a:pt x="28" y="8"/>
                        <a:pt x="28" y="8"/>
                      </a:cubicBezTo>
                      <a:cubicBezTo>
                        <a:pt x="8" y="8"/>
                        <a:pt x="8" y="8"/>
                        <a:pt x="8" y="8"/>
                      </a:cubicBezTo>
                      <a:lnTo>
                        <a:pt x="8" y="6"/>
                      </a:lnTo>
                      <a:close/>
                      <a:moveTo>
                        <a:pt x="8" y="12"/>
                      </a:moveTo>
                      <a:cubicBezTo>
                        <a:pt x="28" y="12"/>
                        <a:pt x="28" y="12"/>
                        <a:pt x="28" y="12"/>
                      </a:cubicBezTo>
                      <a:cubicBezTo>
                        <a:pt x="28" y="15"/>
                        <a:pt x="28" y="15"/>
                        <a:pt x="28" y="15"/>
                      </a:cubicBezTo>
                      <a:cubicBezTo>
                        <a:pt x="8" y="15"/>
                        <a:pt x="8" y="15"/>
                        <a:pt x="8" y="15"/>
                      </a:cubicBezTo>
                      <a:lnTo>
                        <a:pt x="8" y="12"/>
                      </a:lnTo>
                      <a:close/>
                      <a:moveTo>
                        <a:pt x="8" y="19"/>
                      </a:moveTo>
                      <a:cubicBezTo>
                        <a:pt x="28" y="19"/>
                        <a:pt x="28" y="19"/>
                        <a:pt x="28" y="19"/>
                      </a:cubicBezTo>
                      <a:cubicBezTo>
                        <a:pt x="28" y="21"/>
                        <a:pt x="28" y="21"/>
                        <a:pt x="28" y="21"/>
                      </a:cubicBezTo>
                      <a:cubicBezTo>
                        <a:pt x="8" y="21"/>
                        <a:pt x="8" y="21"/>
                        <a:pt x="8" y="21"/>
                      </a:cubicBezTo>
                      <a:lnTo>
                        <a:pt x="8" y="1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3" name="Freeform 204">
                  <a:extLst>
                    <a:ext uri="{FF2B5EF4-FFF2-40B4-BE49-F238E27FC236}">
                      <a16:creationId xmlns:a16="http://schemas.microsoft.com/office/drawing/2014/main" id="{E770D933-EB33-4609-B49F-026A6D459F3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125004" y="6057608"/>
                  <a:ext cx="488950" cy="134938"/>
                </a:xfrm>
                <a:custGeom>
                  <a:avLst/>
                  <a:gdLst>
                    <a:gd name="T0" fmla="*/ 96 w 170"/>
                    <a:gd name="T1" fmla="*/ 41 h 47"/>
                    <a:gd name="T2" fmla="*/ 87 w 170"/>
                    <a:gd name="T3" fmla="*/ 41 h 47"/>
                    <a:gd name="T4" fmla="*/ 87 w 170"/>
                    <a:gd name="T5" fmla="*/ 26 h 47"/>
                    <a:gd name="T6" fmla="*/ 132 w 170"/>
                    <a:gd name="T7" fmla="*/ 26 h 47"/>
                    <a:gd name="T8" fmla="*/ 133 w 170"/>
                    <a:gd name="T9" fmla="*/ 25 h 47"/>
                    <a:gd name="T10" fmla="*/ 133 w 170"/>
                    <a:gd name="T11" fmla="*/ 1 h 47"/>
                    <a:gd name="T12" fmla="*/ 132 w 170"/>
                    <a:gd name="T13" fmla="*/ 0 h 47"/>
                    <a:gd name="T14" fmla="*/ 39 w 170"/>
                    <a:gd name="T15" fmla="*/ 0 h 47"/>
                    <a:gd name="T16" fmla="*/ 37 w 170"/>
                    <a:gd name="T17" fmla="*/ 1 h 47"/>
                    <a:gd name="T18" fmla="*/ 37 w 170"/>
                    <a:gd name="T19" fmla="*/ 25 h 47"/>
                    <a:gd name="T20" fmla="*/ 39 w 170"/>
                    <a:gd name="T21" fmla="*/ 26 h 47"/>
                    <a:gd name="T22" fmla="*/ 84 w 170"/>
                    <a:gd name="T23" fmla="*/ 26 h 47"/>
                    <a:gd name="T24" fmla="*/ 84 w 170"/>
                    <a:gd name="T25" fmla="*/ 41 h 47"/>
                    <a:gd name="T26" fmla="*/ 74 w 170"/>
                    <a:gd name="T27" fmla="*/ 41 h 47"/>
                    <a:gd name="T28" fmla="*/ 74 w 170"/>
                    <a:gd name="T29" fmla="*/ 43 h 47"/>
                    <a:gd name="T30" fmla="*/ 0 w 170"/>
                    <a:gd name="T31" fmla="*/ 43 h 47"/>
                    <a:gd name="T32" fmla="*/ 0 w 170"/>
                    <a:gd name="T33" fmla="*/ 45 h 47"/>
                    <a:gd name="T34" fmla="*/ 74 w 170"/>
                    <a:gd name="T35" fmla="*/ 45 h 47"/>
                    <a:gd name="T36" fmla="*/ 74 w 170"/>
                    <a:gd name="T37" fmla="*/ 47 h 47"/>
                    <a:gd name="T38" fmla="*/ 96 w 170"/>
                    <a:gd name="T39" fmla="*/ 47 h 47"/>
                    <a:gd name="T40" fmla="*/ 96 w 170"/>
                    <a:gd name="T41" fmla="*/ 45 h 47"/>
                    <a:gd name="T42" fmla="*/ 170 w 170"/>
                    <a:gd name="T43" fmla="*/ 45 h 47"/>
                    <a:gd name="T44" fmla="*/ 170 w 170"/>
                    <a:gd name="T45" fmla="*/ 43 h 47"/>
                    <a:gd name="T46" fmla="*/ 96 w 170"/>
                    <a:gd name="T47" fmla="*/ 43 h 47"/>
                    <a:gd name="T48" fmla="*/ 96 w 170"/>
                    <a:gd name="T49" fmla="*/ 41 h 47"/>
                    <a:gd name="T50" fmla="*/ 119 w 170"/>
                    <a:gd name="T51" fmla="*/ 10 h 47"/>
                    <a:gd name="T52" fmla="*/ 126 w 170"/>
                    <a:gd name="T53" fmla="*/ 10 h 47"/>
                    <a:gd name="T54" fmla="*/ 126 w 170"/>
                    <a:gd name="T55" fmla="*/ 17 h 47"/>
                    <a:gd name="T56" fmla="*/ 119 w 170"/>
                    <a:gd name="T57" fmla="*/ 17 h 47"/>
                    <a:gd name="T58" fmla="*/ 119 w 170"/>
                    <a:gd name="T59" fmla="*/ 10 h 47"/>
                    <a:gd name="T60" fmla="*/ 65 w 170"/>
                    <a:gd name="T61" fmla="*/ 20 h 47"/>
                    <a:gd name="T62" fmla="*/ 45 w 170"/>
                    <a:gd name="T63" fmla="*/ 20 h 47"/>
                    <a:gd name="T64" fmla="*/ 45 w 170"/>
                    <a:gd name="T65" fmla="*/ 18 h 47"/>
                    <a:gd name="T66" fmla="*/ 65 w 170"/>
                    <a:gd name="T67" fmla="*/ 18 h 47"/>
                    <a:gd name="T68" fmla="*/ 65 w 170"/>
                    <a:gd name="T69" fmla="*/ 20 h 47"/>
                    <a:gd name="T70" fmla="*/ 65 w 170"/>
                    <a:gd name="T71" fmla="*/ 14 h 47"/>
                    <a:gd name="T72" fmla="*/ 45 w 170"/>
                    <a:gd name="T73" fmla="*/ 14 h 47"/>
                    <a:gd name="T74" fmla="*/ 45 w 170"/>
                    <a:gd name="T75" fmla="*/ 12 h 47"/>
                    <a:gd name="T76" fmla="*/ 65 w 170"/>
                    <a:gd name="T77" fmla="*/ 12 h 47"/>
                    <a:gd name="T78" fmla="*/ 65 w 170"/>
                    <a:gd name="T79" fmla="*/ 14 h 47"/>
                    <a:gd name="T80" fmla="*/ 65 w 170"/>
                    <a:gd name="T81" fmla="*/ 8 h 47"/>
                    <a:gd name="T82" fmla="*/ 45 w 170"/>
                    <a:gd name="T83" fmla="*/ 8 h 47"/>
                    <a:gd name="T84" fmla="*/ 45 w 170"/>
                    <a:gd name="T85" fmla="*/ 5 h 47"/>
                    <a:gd name="T86" fmla="*/ 65 w 170"/>
                    <a:gd name="T87" fmla="*/ 5 h 47"/>
                    <a:gd name="T88" fmla="*/ 65 w 170"/>
                    <a:gd name="T89" fmla="*/ 8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70" h="47">
                      <a:moveTo>
                        <a:pt x="96" y="41"/>
                      </a:moveTo>
                      <a:cubicBezTo>
                        <a:pt x="87" y="41"/>
                        <a:pt x="87" y="41"/>
                        <a:pt x="87" y="41"/>
                      </a:cubicBezTo>
                      <a:cubicBezTo>
                        <a:pt x="87" y="26"/>
                        <a:pt x="87" y="26"/>
                        <a:pt x="87" y="26"/>
                      </a:cubicBezTo>
                      <a:cubicBezTo>
                        <a:pt x="132" y="26"/>
                        <a:pt x="132" y="26"/>
                        <a:pt x="132" y="26"/>
                      </a:cubicBezTo>
                      <a:cubicBezTo>
                        <a:pt x="133" y="26"/>
                        <a:pt x="133" y="25"/>
                        <a:pt x="133" y="25"/>
                      </a:cubicBezTo>
                      <a:cubicBezTo>
                        <a:pt x="133" y="1"/>
                        <a:pt x="133" y="1"/>
                        <a:pt x="133" y="1"/>
                      </a:cubicBezTo>
                      <a:cubicBezTo>
                        <a:pt x="133" y="0"/>
                        <a:pt x="133" y="0"/>
                        <a:pt x="132" y="0"/>
                      </a:cubicBezTo>
                      <a:cubicBezTo>
                        <a:pt x="39" y="0"/>
                        <a:pt x="39" y="0"/>
                        <a:pt x="39" y="0"/>
                      </a:cubicBezTo>
                      <a:cubicBezTo>
                        <a:pt x="38" y="0"/>
                        <a:pt x="37" y="0"/>
                        <a:pt x="37" y="1"/>
                      </a:cubicBezTo>
                      <a:cubicBezTo>
                        <a:pt x="37" y="25"/>
                        <a:pt x="37" y="25"/>
                        <a:pt x="37" y="25"/>
                      </a:cubicBezTo>
                      <a:cubicBezTo>
                        <a:pt x="37" y="25"/>
                        <a:pt x="38" y="26"/>
                        <a:pt x="39" y="26"/>
                      </a:cubicBezTo>
                      <a:cubicBezTo>
                        <a:pt x="84" y="26"/>
                        <a:pt x="84" y="26"/>
                        <a:pt x="84" y="26"/>
                      </a:cubicBezTo>
                      <a:cubicBezTo>
                        <a:pt x="84" y="41"/>
                        <a:pt x="84" y="41"/>
                        <a:pt x="84" y="41"/>
                      </a:cubicBezTo>
                      <a:cubicBezTo>
                        <a:pt x="74" y="41"/>
                        <a:pt x="74" y="41"/>
                        <a:pt x="74" y="41"/>
                      </a:cubicBezTo>
                      <a:cubicBezTo>
                        <a:pt x="74" y="43"/>
                        <a:pt x="74" y="43"/>
                        <a:pt x="74" y="43"/>
                      </a:cubicBezTo>
                      <a:cubicBezTo>
                        <a:pt x="0" y="43"/>
                        <a:pt x="0" y="43"/>
                        <a:pt x="0" y="43"/>
                      </a:cubicBezTo>
                      <a:cubicBezTo>
                        <a:pt x="0" y="45"/>
                        <a:pt x="0" y="45"/>
                        <a:pt x="0" y="45"/>
                      </a:cubicBezTo>
                      <a:cubicBezTo>
                        <a:pt x="74" y="45"/>
                        <a:pt x="74" y="45"/>
                        <a:pt x="74" y="45"/>
                      </a:cubicBezTo>
                      <a:cubicBezTo>
                        <a:pt x="74" y="47"/>
                        <a:pt x="74" y="47"/>
                        <a:pt x="74" y="47"/>
                      </a:cubicBezTo>
                      <a:cubicBezTo>
                        <a:pt x="96" y="47"/>
                        <a:pt x="96" y="47"/>
                        <a:pt x="96" y="47"/>
                      </a:cubicBezTo>
                      <a:cubicBezTo>
                        <a:pt x="96" y="45"/>
                        <a:pt x="96" y="45"/>
                        <a:pt x="96" y="45"/>
                      </a:cubicBezTo>
                      <a:cubicBezTo>
                        <a:pt x="170" y="45"/>
                        <a:pt x="170" y="45"/>
                        <a:pt x="170" y="45"/>
                      </a:cubicBezTo>
                      <a:cubicBezTo>
                        <a:pt x="170" y="43"/>
                        <a:pt x="170" y="43"/>
                        <a:pt x="170" y="43"/>
                      </a:cubicBezTo>
                      <a:cubicBezTo>
                        <a:pt x="96" y="43"/>
                        <a:pt x="96" y="43"/>
                        <a:pt x="96" y="43"/>
                      </a:cubicBezTo>
                      <a:lnTo>
                        <a:pt x="96" y="41"/>
                      </a:lnTo>
                      <a:close/>
                      <a:moveTo>
                        <a:pt x="119" y="10"/>
                      </a:moveTo>
                      <a:cubicBezTo>
                        <a:pt x="126" y="10"/>
                        <a:pt x="126" y="10"/>
                        <a:pt x="126" y="10"/>
                      </a:cubicBezTo>
                      <a:cubicBezTo>
                        <a:pt x="126" y="17"/>
                        <a:pt x="126" y="17"/>
                        <a:pt x="126" y="17"/>
                      </a:cubicBezTo>
                      <a:cubicBezTo>
                        <a:pt x="119" y="17"/>
                        <a:pt x="119" y="17"/>
                        <a:pt x="119" y="17"/>
                      </a:cubicBezTo>
                      <a:lnTo>
                        <a:pt x="119" y="10"/>
                      </a:lnTo>
                      <a:close/>
                      <a:moveTo>
                        <a:pt x="65" y="20"/>
                      </a:moveTo>
                      <a:cubicBezTo>
                        <a:pt x="45" y="20"/>
                        <a:pt x="45" y="20"/>
                        <a:pt x="45" y="20"/>
                      </a:cubicBezTo>
                      <a:cubicBezTo>
                        <a:pt x="45" y="18"/>
                        <a:pt x="45" y="18"/>
                        <a:pt x="45" y="18"/>
                      </a:cubicBezTo>
                      <a:cubicBezTo>
                        <a:pt x="65" y="18"/>
                        <a:pt x="65" y="18"/>
                        <a:pt x="65" y="18"/>
                      </a:cubicBezTo>
                      <a:lnTo>
                        <a:pt x="65" y="20"/>
                      </a:lnTo>
                      <a:close/>
                      <a:moveTo>
                        <a:pt x="65" y="14"/>
                      </a:moveTo>
                      <a:cubicBezTo>
                        <a:pt x="45" y="14"/>
                        <a:pt x="45" y="14"/>
                        <a:pt x="45" y="14"/>
                      </a:cubicBezTo>
                      <a:cubicBezTo>
                        <a:pt x="45" y="12"/>
                        <a:pt x="45" y="12"/>
                        <a:pt x="45" y="12"/>
                      </a:cubicBezTo>
                      <a:cubicBezTo>
                        <a:pt x="65" y="12"/>
                        <a:pt x="65" y="12"/>
                        <a:pt x="65" y="12"/>
                      </a:cubicBezTo>
                      <a:lnTo>
                        <a:pt x="65" y="14"/>
                      </a:lnTo>
                      <a:close/>
                      <a:moveTo>
                        <a:pt x="65" y="8"/>
                      </a:moveTo>
                      <a:cubicBezTo>
                        <a:pt x="45" y="8"/>
                        <a:pt x="45" y="8"/>
                        <a:pt x="45" y="8"/>
                      </a:cubicBezTo>
                      <a:cubicBezTo>
                        <a:pt x="45" y="5"/>
                        <a:pt x="45" y="5"/>
                        <a:pt x="45" y="5"/>
                      </a:cubicBezTo>
                      <a:cubicBezTo>
                        <a:pt x="65" y="5"/>
                        <a:pt x="65" y="5"/>
                        <a:pt x="65" y="5"/>
                      </a:cubicBezTo>
                      <a:lnTo>
                        <a:pt x="65" y="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4" name="Freeform 205">
                  <a:extLst>
                    <a:ext uri="{FF2B5EF4-FFF2-40B4-BE49-F238E27FC236}">
                      <a16:creationId xmlns:a16="http://schemas.microsoft.com/office/drawing/2014/main" id="{544D0F5B-F6C6-48C5-A210-908923920C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39279" y="5597233"/>
                  <a:ext cx="661987" cy="442913"/>
                </a:xfrm>
                <a:custGeom>
                  <a:avLst/>
                  <a:gdLst>
                    <a:gd name="T0" fmla="*/ 203 w 230"/>
                    <a:gd name="T1" fmla="*/ 67 h 154"/>
                    <a:gd name="T2" fmla="*/ 203 w 230"/>
                    <a:gd name="T3" fmla="*/ 59 h 154"/>
                    <a:gd name="T4" fmla="*/ 144 w 230"/>
                    <a:gd name="T5" fmla="*/ 0 h 154"/>
                    <a:gd name="T6" fmla="*/ 94 w 230"/>
                    <a:gd name="T7" fmla="*/ 26 h 154"/>
                    <a:gd name="T8" fmla="*/ 77 w 230"/>
                    <a:gd name="T9" fmla="*/ 23 h 154"/>
                    <a:gd name="T10" fmla="*/ 31 w 230"/>
                    <a:gd name="T11" fmla="*/ 62 h 154"/>
                    <a:gd name="T12" fmla="*/ 0 w 230"/>
                    <a:gd name="T13" fmla="*/ 106 h 154"/>
                    <a:gd name="T14" fmla="*/ 44 w 230"/>
                    <a:gd name="T15" fmla="*/ 154 h 154"/>
                    <a:gd name="T16" fmla="*/ 51 w 230"/>
                    <a:gd name="T17" fmla="*/ 148 h 154"/>
                    <a:gd name="T18" fmla="*/ 45 w 230"/>
                    <a:gd name="T19" fmla="*/ 141 h 154"/>
                    <a:gd name="T20" fmla="*/ 12 w 230"/>
                    <a:gd name="T21" fmla="*/ 106 h 154"/>
                    <a:gd name="T22" fmla="*/ 38 w 230"/>
                    <a:gd name="T23" fmla="*/ 72 h 154"/>
                    <a:gd name="T24" fmla="*/ 42 w 230"/>
                    <a:gd name="T25" fmla="*/ 67 h 154"/>
                    <a:gd name="T26" fmla="*/ 77 w 230"/>
                    <a:gd name="T27" fmla="*/ 36 h 154"/>
                    <a:gd name="T28" fmla="*/ 94 w 230"/>
                    <a:gd name="T29" fmla="*/ 40 h 154"/>
                    <a:gd name="T30" fmla="*/ 102 w 230"/>
                    <a:gd name="T31" fmla="*/ 37 h 154"/>
                    <a:gd name="T32" fmla="*/ 144 w 230"/>
                    <a:gd name="T33" fmla="*/ 12 h 154"/>
                    <a:gd name="T34" fmla="*/ 191 w 230"/>
                    <a:gd name="T35" fmla="*/ 59 h 154"/>
                    <a:gd name="T36" fmla="*/ 190 w 230"/>
                    <a:gd name="T37" fmla="*/ 69 h 154"/>
                    <a:gd name="T38" fmla="*/ 194 w 230"/>
                    <a:gd name="T39" fmla="*/ 77 h 154"/>
                    <a:gd name="T40" fmla="*/ 218 w 230"/>
                    <a:gd name="T41" fmla="*/ 108 h 154"/>
                    <a:gd name="T42" fmla="*/ 185 w 230"/>
                    <a:gd name="T43" fmla="*/ 141 h 154"/>
                    <a:gd name="T44" fmla="*/ 179 w 230"/>
                    <a:gd name="T45" fmla="*/ 148 h 154"/>
                    <a:gd name="T46" fmla="*/ 185 w 230"/>
                    <a:gd name="T47" fmla="*/ 154 h 154"/>
                    <a:gd name="T48" fmla="*/ 230 w 230"/>
                    <a:gd name="T49" fmla="*/ 108 h 154"/>
                    <a:gd name="T50" fmla="*/ 203 w 230"/>
                    <a:gd name="T51" fmla="*/ 67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230" h="154">
                      <a:moveTo>
                        <a:pt x="203" y="67"/>
                      </a:moveTo>
                      <a:cubicBezTo>
                        <a:pt x="203" y="64"/>
                        <a:pt x="203" y="62"/>
                        <a:pt x="203" y="59"/>
                      </a:cubicBezTo>
                      <a:cubicBezTo>
                        <a:pt x="203" y="26"/>
                        <a:pt x="177" y="0"/>
                        <a:pt x="144" y="0"/>
                      </a:cubicBezTo>
                      <a:cubicBezTo>
                        <a:pt x="124" y="0"/>
                        <a:pt x="105" y="10"/>
                        <a:pt x="94" y="26"/>
                      </a:cubicBezTo>
                      <a:cubicBezTo>
                        <a:pt x="89" y="24"/>
                        <a:pt x="83" y="23"/>
                        <a:pt x="77" y="23"/>
                      </a:cubicBezTo>
                      <a:cubicBezTo>
                        <a:pt x="54" y="23"/>
                        <a:pt x="35" y="40"/>
                        <a:pt x="31" y="62"/>
                      </a:cubicBezTo>
                      <a:cubicBezTo>
                        <a:pt x="12" y="69"/>
                        <a:pt x="0" y="87"/>
                        <a:pt x="0" y="106"/>
                      </a:cubicBezTo>
                      <a:cubicBezTo>
                        <a:pt x="0" y="131"/>
                        <a:pt x="20" y="152"/>
                        <a:pt x="44" y="154"/>
                      </a:cubicBezTo>
                      <a:cubicBezTo>
                        <a:pt x="48" y="154"/>
                        <a:pt x="51" y="151"/>
                        <a:pt x="51" y="148"/>
                      </a:cubicBezTo>
                      <a:cubicBezTo>
                        <a:pt x="51" y="145"/>
                        <a:pt x="49" y="142"/>
                        <a:pt x="45" y="141"/>
                      </a:cubicBezTo>
                      <a:cubicBezTo>
                        <a:pt x="27" y="140"/>
                        <a:pt x="12" y="125"/>
                        <a:pt x="12" y="106"/>
                      </a:cubicBezTo>
                      <a:cubicBezTo>
                        <a:pt x="12" y="91"/>
                        <a:pt x="23" y="77"/>
                        <a:pt x="38" y="72"/>
                      </a:cubicBezTo>
                      <a:cubicBezTo>
                        <a:pt x="40" y="72"/>
                        <a:pt x="42" y="70"/>
                        <a:pt x="42" y="67"/>
                      </a:cubicBezTo>
                      <a:cubicBezTo>
                        <a:pt x="44" y="49"/>
                        <a:pt x="59" y="36"/>
                        <a:pt x="77" y="36"/>
                      </a:cubicBezTo>
                      <a:cubicBezTo>
                        <a:pt x="83" y="36"/>
                        <a:pt x="89" y="37"/>
                        <a:pt x="94" y="40"/>
                      </a:cubicBezTo>
                      <a:cubicBezTo>
                        <a:pt x="97" y="41"/>
                        <a:pt x="100" y="40"/>
                        <a:pt x="102" y="37"/>
                      </a:cubicBezTo>
                      <a:cubicBezTo>
                        <a:pt x="110" y="21"/>
                        <a:pt x="126" y="12"/>
                        <a:pt x="144" y="12"/>
                      </a:cubicBezTo>
                      <a:cubicBezTo>
                        <a:pt x="170" y="12"/>
                        <a:pt x="191" y="33"/>
                        <a:pt x="191" y="59"/>
                      </a:cubicBezTo>
                      <a:cubicBezTo>
                        <a:pt x="191" y="62"/>
                        <a:pt x="191" y="66"/>
                        <a:pt x="190" y="69"/>
                      </a:cubicBezTo>
                      <a:cubicBezTo>
                        <a:pt x="189" y="73"/>
                        <a:pt x="191" y="76"/>
                        <a:pt x="194" y="77"/>
                      </a:cubicBezTo>
                      <a:cubicBezTo>
                        <a:pt x="208" y="81"/>
                        <a:pt x="218" y="94"/>
                        <a:pt x="218" y="108"/>
                      </a:cubicBezTo>
                      <a:cubicBezTo>
                        <a:pt x="218" y="127"/>
                        <a:pt x="203" y="141"/>
                        <a:pt x="185" y="141"/>
                      </a:cubicBezTo>
                      <a:cubicBezTo>
                        <a:pt x="182" y="141"/>
                        <a:pt x="179" y="144"/>
                        <a:pt x="179" y="148"/>
                      </a:cubicBezTo>
                      <a:cubicBezTo>
                        <a:pt x="179" y="151"/>
                        <a:pt x="182" y="154"/>
                        <a:pt x="185" y="154"/>
                      </a:cubicBezTo>
                      <a:cubicBezTo>
                        <a:pt x="210" y="154"/>
                        <a:pt x="230" y="133"/>
                        <a:pt x="230" y="108"/>
                      </a:cubicBezTo>
                      <a:cubicBezTo>
                        <a:pt x="230" y="90"/>
                        <a:pt x="219" y="74"/>
                        <a:pt x="203" y="6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629FA52E-4A37-41B9-B05D-0062B89A8EA2}"/>
                  </a:ext>
                </a:extLst>
              </p:cNvPr>
              <p:cNvGrpSpPr/>
              <p:nvPr/>
            </p:nvGrpSpPr>
            <p:grpSpPr>
              <a:xfrm>
                <a:off x="6292215" y="2968503"/>
                <a:ext cx="275264" cy="188789"/>
                <a:chOff x="4310672" y="4155231"/>
                <a:chExt cx="680428" cy="466670"/>
              </a:xfrm>
              <a:solidFill>
                <a:schemeClr val="bg1">
                  <a:lumMod val="85000"/>
                </a:schemeClr>
              </a:solidFill>
            </p:grpSpPr>
            <p:sp>
              <p:nvSpPr>
                <p:cNvPr id="28" name="Oval 57">
                  <a:extLst>
                    <a:ext uri="{FF2B5EF4-FFF2-40B4-BE49-F238E27FC236}">
                      <a16:creationId xmlns:a16="http://schemas.microsoft.com/office/drawing/2014/main" id="{ED898304-76EB-4E3E-AF60-8F3E77058C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11733" y="4322428"/>
                  <a:ext cx="79366" cy="79366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9" name="Oval 58">
                  <a:extLst>
                    <a:ext uri="{FF2B5EF4-FFF2-40B4-BE49-F238E27FC236}">
                      <a16:creationId xmlns:a16="http://schemas.microsoft.com/office/drawing/2014/main" id="{EE0A70C4-2533-4966-93C1-D12FAF15EB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17023" y="4415550"/>
                  <a:ext cx="130160" cy="130160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30" name="Freeform 59">
                  <a:extLst>
                    <a:ext uri="{FF2B5EF4-FFF2-40B4-BE49-F238E27FC236}">
                      <a16:creationId xmlns:a16="http://schemas.microsoft.com/office/drawing/2014/main" id="{B771A694-4D67-497F-89DD-D8729A1658F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310672" y="4155231"/>
                  <a:ext cx="680428" cy="466670"/>
                </a:xfrm>
                <a:custGeom>
                  <a:avLst/>
                  <a:gdLst>
                    <a:gd name="T0" fmla="*/ 214 w 241"/>
                    <a:gd name="T1" fmla="*/ 78 h 165"/>
                    <a:gd name="T2" fmla="*/ 149 w 241"/>
                    <a:gd name="T3" fmla="*/ 31 h 165"/>
                    <a:gd name="T4" fmla="*/ 41 w 241"/>
                    <a:gd name="T5" fmla="*/ 57 h 165"/>
                    <a:gd name="T6" fmla="*/ 0 w 241"/>
                    <a:gd name="T7" fmla="*/ 114 h 165"/>
                    <a:gd name="T8" fmla="*/ 199 w 241"/>
                    <a:gd name="T9" fmla="*/ 165 h 165"/>
                    <a:gd name="T10" fmla="*/ 199 w 241"/>
                    <a:gd name="T11" fmla="*/ 165 h 165"/>
                    <a:gd name="T12" fmla="*/ 214 w 241"/>
                    <a:gd name="T13" fmla="*/ 84 h 165"/>
                    <a:gd name="T14" fmla="*/ 126 w 241"/>
                    <a:gd name="T15" fmla="*/ 128 h 165"/>
                    <a:gd name="T16" fmla="*/ 122 w 241"/>
                    <a:gd name="T17" fmla="*/ 147 h 165"/>
                    <a:gd name="T18" fmla="*/ 101 w 241"/>
                    <a:gd name="T19" fmla="*/ 157 h 165"/>
                    <a:gd name="T20" fmla="*/ 84 w 241"/>
                    <a:gd name="T21" fmla="*/ 145 h 165"/>
                    <a:gd name="T22" fmla="*/ 63 w 241"/>
                    <a:gd name="T23" fmla="*/ 141 h 165"/>
                    <a:gd name="T24" fmla="*/ 55 w 241"/>
                    <a:gd name="T25" fmla="*/ 120 h 165"/>
                    <a:gd name="T26" fmla="*/ 67 w 241"/>
                    <a:gd name="T27" fmla="*/ 103 h 165"/>
                    <a:gd name="T28" fmla="*/ 70 w 241"/>
                    <a:gd name="T29" fmla="*/ 83 h 165"/>
                    <a:gd name="T30" fmla="*/ 92 w 241"/>
                    <a:gd name="T31" fmla="*/ 74 h 165"/>
                    <a:gd name="T32" fmla="*/ 109 w 241"/>
                    <a:gd name="T33" fmla="*/ 86 h 165"/>
                    <a:gd name="T34" fmla="*/ 129 w 241"/>
                    <a:gd name="T35" fmla="*/ 90 h 165"/>
                    <a:gd name="T36" fmla="*/ 138 w 241"/>
                    <a:gd name="T37" fmla="*/ 112 h 165"/>
                    <a:gd name="T38" fmla="*/ 181 w 241"/>
                    <a:gd name="T39" fmla="*/ 76 h 165"/>
                    <a:gd name="T40" fmla="*/ 176 w 241"/>
                    <a:gd name="T41" fmla="*/ 89 h 165"/>
                    <a:gd name="T42" fmla="*/ 164 w 241"/>
                    <a:gd name="T43" fmla="*/ 92 h 165"/>
                    <a:gd name="T44" fmla="*/ 154 w 241"/>
                    <a:gd name="T45" fmla="*/ 99 h 165"/>
                    <a:gd name="T46" fmla="*/ 139 w 241"/>
                    <a:gd name="T47" fmla="*/ 93 h 165"/>
                    <a:gd name="T48" fmla="*/ 137 w 241"/>
                    <a:gd name="T49" fmla="*/ 81 h 165"/>
                    <a:gd name="T50" fmla="*/ 130 w 241"/>
                    <a:gd name="T51" fmla="*/ 71 h 165"/>
                    <a:gd name="T52" fmla="*/ 136 w 241"/>
                    <a:gd name="T53" fmla="*/ 57 h 165"/>
                    <a:gd name="T54" fmla="*/ 148 w 241"/>
                    <a:gd name="T55" fmla="*/ 54 h 165"/>
                    <a:gd name="T56" fmla="*/ 158 w 241"/>
                    <a:gd name="T57" fmla="*/ 48 h 165"/>
                    <a:gd name="T58" fmla="*/ 173 w 241"/>
                    <a:gd name="T59" fmla="*/ 54 h 165"/>
                    <a:gd name="T60" fmla="*/ 175 w 241"/>
                    <a:gd name="T61" fmla="*/ 65 h 165"/>
                    <a:gd name="T62" fmla="*/ 181 w 241"/>
                    <a:gd name="T63" fmla="*/ 76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241" h="165">
                      <a:moveTo>
                        <a:pt x="214" y="84"/>
                      </a:moveTo>
                      <a:cubicBezTo>
                        <a:pt x="214" y="82"/>
                        <a:pt x="214" y="80"/>
                        <a:pt x="214" y="78"/>
                      </a:cubicBezTo>
                      <a:cubicBezTo>
                        <a:pt x="214" y="51"/>
                        <a:pt x="192" y="28"/>
                        <a:pt x="164" y="28"/>
                      </a:cubicBezTo>
                      <a:cubicBezTo>
                        <a:pt x="159" y="28"/>
                        <a:pt x="154" y="29"/>
                        <a:pt x="149" y="31"/>
                      </a:cubicBezTo>
                      <a:cubicBezTo>
                        <a:pt x="139" y="12"/>
                        <a:pt x="120" y="0"/>
                        <a:pt x="98" y="0"/>
                      </a:cubicBezTo>
                      <a:cubicBezTo>
                        <a:pt x="66" y="0"/>
                        <a:pt x="41" y="25"/>
                        <a:pt x="41" y="57"/>
                      </a:cubicBezTo>
                      <a:cubicBezTo>
                        <a:pt x="41" y="60"/>
                        <a:pt x="41" y="62"/>
                        <a:pt x="41" y="65"/>
                      </a:cubicBezTo>
                      <a:cubicBezTo>
                        <a:pt x="18" y="69"/>
                        <a:pt x="0" y="90"/>
                        <a:pt x="0" y="114"/>
                      </a:cubicBezTo>
                      <a:cubicBezTo>
                        <a:pt x="0" y="142"/>
                        <a:pt x="22" y="165"/>
                        <a:pt x="50" y="165"/>
                      </a:cubicBezTo>
                      <a:cubicBezTo>
                        <a:pt x="199" y="165"/>
                        <a:pt x="199" y="165"/>
                        <a:pt x="199" y="165"/>
                      </a:cubicBezTo>
                      <a:cubicBezTo>
                        <a:pt x="199" y="165"/>
                        <a:pt x="199" y="165"/>
                        <a:pt x="199" y="165"/>
                      </a:cubicBezTo>
                      <a:cubicBezTo>
                        <a:pt x="199" y="165"/>
                        <a:pt x="199" y="165"/>
                        <a:pt x="199" y="165"/>
                      </a:cubicBezTo>
                      <a:cubicBezTo>
                        <a:pt x="222" y="165"/>
                        <a:pt x="241" y="146"/>
                        <a:pt x="241" y="123"/>
                      </a:cubicBezTo>
                      <a:cubicBezTo>
                        <a:pt x="241" y="105"/>
                        <a:pt x="230" y="90"/>
                        <a:pt x="214" y="84"/>
                      </a:cubicBezTo>
                      <a:moveTo>
                        <a:pt x="137" y="120"/>
                      </a:moveTo>
                      <a:cubicBezTo>
                        <a:pt x="132" y="121"/>
                        <a:pt x="128" y="123"/>
                        <a:pt x="126" y="128"/>
                      </a:cubicBezTo>
                      <a:cubicBezTo>
                        <a:pt x="124" y="132"/>
                        <a:pt x="125" y="137"/>
                        <a:pt x="129" y="141"/>
                      </a:cubicBezTo>
                      <a:cubicBezTo>
                        <a:pt x="127" y="144"/>
                        <a:pt x="125" y="146"/>
                        <a:pt x="122" y="147"/>
                      </a:cubicBezTo>
                      <a:cubicBezTo>
                        <a:pt x="118" y="144"/>
                        <a:pt x="114" y="144"/>
                        <a:pt x="109" y="146"/>
                      </a:cubicBezTo>
                      <a:cubicBezTo>
                        <a:pt x="104" y="148"/>
                        <a:pt x="102" y="152"/>
                        <a:pt x="101" y="157"/>
                      </a:cubicBezTo>
                      <a:cubicBezTo>
                        <a:pt x="98" y="157"/>
                        <a:pt x="95" y="157"/>
                        <a:pt x="92" y="157"/>
                      </a:cubicBezTo>
                      <a:cubicBezTo>
                        <a:pt x="92" y="152"/>
                        <a:pt x="88" y="147"/>
                        <a:pt x="84" y="145"/>
                      </a:cubicBezTo>
                      <a:cubicBezTo>
                        <a:pt x="79" y="143"/>
                        <a:pt x="74" y="144"/>
                        <a:pt x="69" y="147"/>
                      </a:cubicBezTo>
                      <a:cubicBezTo>
                        <a:pt x="67" y="145"/>
                        <a:pt x="65" y="143"/>
                        <a:pt x="63" y="141"/>
                      </a:cubicBezTo>
                      <a:cubicBezTo>
                        <a:pt x="67" y="137"/>
                        <a:pt x="67" y="133"/>
                        <a:pt x="65" y="128"/>
                      </a:cubicBezTo>
                      <a:cubicBezTo>
                        <a:pt x="63" y="123"/>
                        <a:pt x="60" y="121"/>
                        <a:pt x="55" y="120"/>
                      </a:cubicBezTo>
                      <a:cubicBezTo>
                        <a:pt x="54" y="117"/>
                        <a:pt x="54" y="114"/>
                        <a:pt x="55" y="111"/>
                      </a:cubicBezTo>
                      <a:cubicBezTo>
                        <a:pt x="60" y="111"/>
                        <a:pt x="65" y="107"/>
                        <a:pt x="67" y="103"/>
                      </a:cubicBezTo>
                      <a:cubicBezTo>
                        <a:pt x="69" y="98"/>
                        <a:pt x="67" y="94"/>
                        <a:pt x="64" y="89"/>
                      </a:cubicBezTo>
                      <a:cubicBezTo>
                        <a:pt x="66" y="87"/>
                        <a:pt x="68" y="85"/>
                        <a:pt x="70" y="83"/>
                      </a:cubicBezTo>
                      <a:cubicBezTo>
                        <a:pt x="74" y="86"/>
                        <a:pt x="79" y="86"/>
                        <a:pt x="84" y="84"/>
                      </a:cubicBezTo>
                      <a:cubicBezTo>
                        <a:pt x="88" y="82"/>
                        <a:pt x="91" y="79"/>
                        <a:pt x="92" y="74"/>
                      </a:cubicBezTo>
                      <a:cubicBezTo>
                        <a:pt x="94" y="73"/>
                        <a:pt x="97" y="74"/>
                        <a:pt x="100" y="74"/>
                      </a:cubicBezTo>
                      <a:cubicBezTo>
                        <a:pt x="101" y="79"/>
                        <a:pt x="104" y="84"/>
                        <a:pt x="109" y="86"/>
                      </a:cubicBezTo>
                      <a:cubicBezTo>
                        <a:pt x="113" y="88"/>
                        <a:pt x="119" y="87"/>
                        <a:pt x="123" y="84"/>
                      </a:cubicBezTo>
                      <a:cubicBezTo>
                        <a:pt x="126" y="85"/>
                        <a:pt x="128" y="87"/>
                        <a:pt x="129" y="90"/>
                      </a:cubicBezTo>
                      <a:cubicBezTo>
                        <a:pt x="126" y="94"/>
                        <a:pt x="125" y="98"/>
                        <a:pt x="127" y="103"/>
                      </a:cubicBezTo>
                      <a:cubicBezTo>
                        <a:pt x="129" y="107"/>
                        <a:pt x="132" y="111"/>
                        <a:pt x="138" y="112"/>
                      </a:cubicBezTo>
                      <a:cubicBezTo>
                        <a:pt x="138" y="114"/>
                        <a:pt x="138" y="117"/>
                        <a:pt x="137" y="120"/>
                      </a:cubicBezTo>
                      <a:moveTo>
                        <a:pt x="181" y="76"/>
                      </a:moveTo>
                      <a:cubicBezTo>
                        <a:pt x="178" y="77"/>
                        <a:pt x="175" y="78"/>
                        <a:pt x="174" y="81"/>
                      </a:cubicBezTo>
                      <a:cubicBezTo>
                        <a:pt x="173" y="84"/>
                        <a:pt x="174" y="87"/>
                        <a:pt x="176" y="89"/>
                      </a:cubicBezTo>
                      <a:cubicBezTo>
                        <a:pt x="175" y="91"/>
                        <a:pt x="173" y="92"/>
                        <a:pt x="172" y="93"/>
                      </a:cubicBezTo>
                      <a:cubicBezTo>
                        <a:pt x="169" y="91"/>
                        <a:pt x="167" y="91"/>
                        <a:pt x="164" y="92"/>
                      </a:cubicBezTo>
                      <a:cubicBezTo>
                        <a:pt x="161" y="93"/>
                        <a:pt x="159" y="95"/>
                        <a:pt x="159" y="99"/>
                      </a:cubicBezTo>
                      <a:cubicBezTo>
                        <a:pt x="157" y="99"/>
                        <a:pt x="155" y="99"/>
                        <a:pt x="154" y="99"/>
                      </a:cubicBezTo>
                      <a:cubicBezTo>
                        <a:pt x="153" y="95"/>
                        <a:pt x="151" y="93"/>
                        <a:pt x="148" y="91"/>
                      </a:cubicBezTo>
                      <a:cubicBezTo>
                        <a:pt x="146" y="90"/>
                        <a:pt x="142" y="91"/>
                        <a:pt x="139" y="93"/>
                      </a:cubicBezTo>
                      <a:cubicBezTo>
                        <a:pt x="138" y="92"/>
                        <a:pt x="137" y="90"/>
                        <a:pt x="136" y="89"/>
                      </a:cubicBezTo>
                      <a:cubicBezTo>
                        <a:pt x="138" y="86"/>
                        <a:pt x="138" y="84"/>
                        <a:pt x="137" y="81"/>
                      </a:cubicBezTo>
                      <a:cubicBezTo>
                        <a:pt x="136" y="78"/>
                        <a:pt x="134" y="76"/>
                        <a:pt x="130" y="76"/>
                      </a:cubicBezTo>
                      <a:cubicBezTo>
                        <a:pt x="130" y="74"/>
                        <a:pt x="130" y="73"/>
                        <a:pt x="130" y="71"/>
                      </a:cubicBezTo>
                      <a:cubicBezTo>
                        <a:pt x="134" y="70"/>
                        <a:pt x="137" y="68"/>
                        <a:pt x="138" y="65"/>
                      </a:cubicBezTo>
                      <a:cubicBezTo>
                        <a:pt x="139" y="63"/>
                        <a:pt x="138" y="60"/>
                        <a:pt x="136" y="57"/>
                      </a:cubicBezTo>
                      <a:cubicBezTo>
                        <a:pt x="137" y="56"/>
                        <a:pt x="139" y="54"/>
                        <a:pt x="140" y="53"/>
                      </a:cubicBezTo>
                      <a:cubicBezTo>
                        <a:pt x="143" y="55"/>
                        <a:pt x="145" y="55"/>
                        <a:pt x="148" y="54"/>
                      </a:cubicBezTo>
                      <a:cubicBezTo>
                        <a:pt x="151" y="53"/>
                        <a:pt x="153" y="51"/>
                        <a:pt x="153" y="48"/>
                      </a:cubicBezTo>
                      <a:cubicBezTo>
                        <a:pt x="155" y="47"/>
                        <a:pt x="157" y="47"/>
                        <a:pt x="158" y="48"/>
                      </a:cubicBezTo>
                      <a:cubicBezTo>
                        <a:pt x="159" y="51"/>
                        <a:pt x="161" y="54"/>
                        <a:pt x="164" y="55"/>
                      </a:cubicBezTo>
                      <a:cubicBezTo>
                        <a:pt x="167" y="56"/>
                        <a:pt x="170" y="56"/>
                        <a:pt x="173" y="54"/>
                      </a:cubicBezTo>
                      <a:cubicBezTo>
                        <a:pt x="174" y="55"/>
                        <a:pt x="175" y="56"/>
                        <a:pt x="176" y="57"/>
                      </a:cubicBezTo>
                      <a:cubicBezTo>
                        <a:pt x="174" y="60"/>
                        <a:pt x="174" y="63"/>
                        <a:pt x="175" y="65"/>
                      </a:cubicBezTo>
                      <a:cubicBezTo>
                        <a:pt x="176" y="68"/>
                        <a:pt x="178" y="70"/>
                        <a:pt x="181" y="71"/>
                      </a:cubicBezTo>
                      <a:cubicBezTo>
                        <a:pt x="182" y="73"/>
                        <a:pt x="182" y="74"/>
                        <a:pt x="181" y="76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17" name="그룹 16">
                <a:extLst>
                  <a:ext uri="{FF2B5EF4-FFF2-40B4-BE49-F238E27FC236}">
                    <a16:creationId xmlns:a16="http://schemas.microsoft.com/office/drawing/2014/main" id="{A0101A31-E7C3-4044-A9D6-00C08A1B0C14}"/>
                  </a:ext>
                </a:extLst>
              </p:cNvPr>
              <p:cNvGrpSpPr/>
              <p:nvPr/>
            </p:nvGrpSpPr>
            <p:grpSpPr>
              <a:xfrm>
                <a:off x="8374512" y="2760827"/>
                <a:ext cx="222997" cy="225671"/>
                <a:chOff x="1122363" y="3924300"/>
                <a:chExt cx="661988" cy="669925"/>
              </a:xfrm>
              <a:solidFill>
                <a:schemeClr val="bg1">
                  <a:lumMod val="95000"/>
                </a:schemeClr>
              </a:solidFill>
            </p:grpSpPr>
            <p:sp>
              <p:nvSpPr>
                <p:cNvPr id="25" name="Freeform 117">
                  <a:extLst>
                    <a:ext uri="{FF2B5EF4-FFF2-40B4-BE49-F238E27FC236}">
                      <a16:creationId xmlns:a16="http://schemas.microsoft.com/office/drawing/2014/main" id="{64F7AC96-016B-45BD-B3EF-DF1B7861EAD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73163" y="3924300"/>
                  <a:ext cx="560388" cy="169863"/>
                </a:xfrm>
                <a:custGeom>
                  <a:avLst/>
                  <a:gdLst>
                    <a:gd name="T0" fmla="*/ 5 w 165"/>
                    <a:gd name="T1" fmla="*/ 50 h 50"/>
                    <a:gd name="T2" fmla="*/ 160 w 165"/>
                    <a:gd name="T3" fmla="*/ 50 h 50"/>
                    <a:gd name="T4" fmla="*/ 165 w 165"/>
                    <a:gd name="T5" fmla="*/ 45 h 50"/>
                    <a:gd name="T6" fmla="*/ 165 w 165"/>
                    <a:gd name="T7" fmla="*/ 5 h 50"/>
                    <a:gd name="T8" fmla="*/ 160 w 165"/>
                    <a:gd name="T9" fmla="*/ 0 h 50"/>
                    <a:gd name="T10" fmla="*/ 5 w 165"/>
                    <a:gd name="T11" fmla="*/ 0 h 50"/>
                    <a:gd name="T12" fmla="*/ 0 w 165"/>
                    <a:gd name="T13" fmla="*/ 5 h 50"/>
                    <a:gd name="T14" fmla="*/ 0 w 165"/>
                    <a:gd name="T15" fmla="*/ 45 h 50"/>
                    <a:gd name="T16" fmla="*/ 5 w 165"/>
                    <a:gd name="T17" fmla="*/ 50 h 50"/>
                    <a:gd name="T18" fmla="*/ 16 w 165"/>
                    <a:gd name="T19" fmla="*/ 11 h 50"/>
                    <a:gd name="T20" fmla="*/ 98 w 165"/>
                    <a:gd name="T21" fmla="*/ 11 h 50"/>
                    <a:gd name="T22" fmla="*/ 101 w 165"/>
                    <a:gd name="T23" fmla="*/ 14 h 50"/>
                    <a:gd name="T24" fmla="*/ 98 w 165"/>
                    <a:gd name="T25" fmla="*/ 17 h 50"/>
                    <a:gd name="T26" fmla="*/ 16 w 165"/>
                    <a:gd name="T27" fmla="*/ 17 h 50"/>
                    <a:gd name="T28" fmla="*/ 13 w 165"/>
                    <a:gd name="T29" fmla="*/ 14 h 50"/>
                    <a:gd name="T30" fmla="*/ 16 w 165"/>
                    <a:gd name="T31" fmla="*/ 11 h 50"/>
                    <a:gd name="T32" fmla="*/ 16 w 165"/>
                    <a:gd name="T33" fmla="*/ 22 h 50"/>
                    <a:gd name="T34" fmla="*/ 98 w 165"/>
                    <a:gd name="T35" fmla="*/ 22 h 50"/>
                    <a:gd name="T36" fmla="*/ 101 w 165"/>
                    <a:gd name="T37" fmla="*/ 25 h 50"/>
                    <a:gd name="T38" fmla="*/ 98 w 165"/>
                    <a:gd name="T39" fmla="*/ 28 h 50"/>
                    <a:gd name="T40" fmla="*/ 16 w 165"/>
                    <a:gd name="T41" fmla="*/ 28 h 50"/>
                    <a:gd name="T42" fmla="*/ 13 w 165"/>
                    <a:gd name="T43" fmla="*/ 25 h 50"/>
                    <a:gd name="T44" fmla="*/ 16 w 165"/>
                    <a:gd name="T45" fmla="*/ 22 h 50"/>
                    <a:gd name="T46" fmla="*/ 16 w 165"/>
                    <a:gd name="T47" fmla="*/ 33 h 50"/>
                    <a:gd name="T48" fmla="*/ 98 w 165"/>
                    <a:gd name="T49" fmla="*/ 33 h 50"/>
                    <a:gd name="T50" fmla="*/ 101 w 165"/>
                    <a:gd name="T51" fmla="*/ 36 h 50"/>
                    <a:gd name="T52" fmla="*/ 98 w 165"/>
                    <a:gd name="T53" fmla="*/ 39 h 50"/>
                    <a:gd name="T54" fmla="*/ 16 w 165"/>
                    <a:gd name="T55" fmla="*/ 39 h 50"/>
                    <a:gd name="T56" fmla="*/ 13 w 165"/>
                    <a:gd name="T57" fmla="*/ 36 h 50"/>
                    <a:gd name="T58" fmla="*/ 16 w 165"/>
                    <a:gd name="T59" fmla="*/ 33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165" h="50">
                      <a:moveTo>
                        <a:pt x="5" y="50"/>
                      </a:moveTo>
                      <a:cubicBezTo>
                        <a:pt x="160" y="50"/>
                        <a:pt x="160" y="50"/>
                        <a:pt x="160" y="50"/>
                      </a:cubicBezTo>
                      <a:cubicBezTo>
                        <a:pt x="163" y="50"/>
                        <a:pt x="165" y="48"/>
                        <a:pt x="165" y="45"/>
                      </a:cubicBezTo>
                      <a:cubicBezTo>
                        <a:pt x="165" y="5"/>
                        <a:pt x="165" y="5"/>
                        <a:pt x="165" y="5"/>
                      </a:cubicBezTo>
                      <a:cubicBezTo>
                        <a:pt x="165" y="2"/>
                        <a:pt x="163" y="0"/>
                        <a:pt x="160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2" y="0"/>
                        <a:pt x="0" y="2"/>
                        <a:pt x="0" y="5"/>
                      </a:cubicBezTo>
                      <a:cubicBezTo>
                        <a:pt x="0" y="45"/>
                        <a:pt x="0" y="45"/>
                        <a:pt x="0" y="45"/>
                      </a:cubicBezTo>
                      <a:cubicBezTo>
                        <a:pt x="0" y="48"/>
                        <a:pt x="2" y="50"/>
                        <a:pt x="5" y="50"/>
                      </a:cubicBezTo>
                      <a:close/>
                      <a:moveTo>
                        <a:pt x="16" y="11"/>
                      </a:moveTo>
                      <a:cubicBezTo>
                        <a:pt x="98" y="11"/>
                        <a:pt x="98" y="11"/>
                        <a:pt x="98" y="11"/>
                      </a:cubicBezTo>
                      <a:cubicBezTo>
                        <a:pt x="100" y="11"/>
                        <a:pt x="101" y="13"/>
                        <a:pt x="101" y="14"/>
                      </a:cubicBezTo>
                      <a:cubicBezTo>
                        <a:pt x="101" y="16"/>
                        <a:pt x="100" y="17"/>
                        <a:pt x="98" y="17"/>
                      </a:cubicBezTo>
                      <a:cubicBezTo>
                        <a:pt x="16" y="17"/>
                        <a:pt x="16" y="17"/>
                        <a:pt x="16" y="17"/>
                      </a:cubicBezTo>
                      <a:cubicBezTo>
                        <a:pt x="14" y="17"/>
                        <a:pt x="13" y="16"/>
                        <a:pt x="13" y="14"/>
                      </a:cubicBezTo>
                      <a:cubicBezTo>
                        <a:pt x="13" y="13"/>
                        <a:pt x="14" y="11"/>
                        <a:pt x="16" y="11"/>
                      </a:cubicBezTo>
                      <a:close/>
                      <a:moveTo>
                        <a:pt x="16" y="22"/>
                      </a:moveTo>
                      <a:cubicBezTo>
                        <a:pt x="98" y="22"/>
                        <a:pt x="98" y="22"/>
                        <a:pt x="98" y="22"/>
                      </a:cubicBezTo>
                      <a:cubicBezTo>
                        <a:pt x="100" y="22"/>
                        <a:pt x="101" y="24"/>
                        <a:pt x="101" y="25"/>
                      </a:cubicBezTo>
                      <a:cubicBezTo>
                        <a:pt x="101" y="27"/>
                        <a:pt x="100" y="28"/>
                        <a:pt x="98" y="28"/>
                      </a:cubicBezTo>
                      <a:cubicBezTo>
                        <a:pt x="16" y="28"/>
                        <a:pt x="16" y="28"/>
                        <a:pt x="16" y="28"/>
                      </a:cubicBezTo>
                      <a:cubicBezTo>
                        <a:pt x="14" y="28"/>
                        <a:pt x="13" y="27"/>
                        <a:pt x="13" y="25"/>
                      </a:cubicBezTo>
                      <a:cubicBezTo>
                        <a:pt x="13" y="24"/>
                        <a:pt x="14" y="22"/>
                        <a:pt x="16" y="22"/>
                      </a:cubicBezTo>
                      <a:close/>
                      <a:moveTo>
                        <a:pt x="16" y="33"/>
                      </a:moveTo>
                      <a:cubicBezTo>
                        <a:pt x="98" y="33"/>
                        <a:pt x="98" y="33"/>
                        <a:pt x="98" y="33"/>
                      </a:cubicBezTo>
                      <a:cubicBezTo>
                        <a:pt x="100" y="33"/>
                        <a:pt x="101" y="35"/>
                        <a:pt x="101" y="36"/>
                      </a:cubicBezTo>
                      <a:cubicBezTo>
                        <a:pt x="101" y="38"/>
                        <a:pt x="100" y="39"/>
                        <a:pt x="98" y="39"/>
                      </a:cubicBezTo>
                      <a:cubicBezTo>
                        <a:pt x="16" y="39"/>
                        <a:pt x="16" y="39"/>
                        <a:pt x="16" y="39"/>
                      </a:cubicBezTo>
                      <a:cubicBezTo>
                        <a:pt x="14" y="39"/>
                        <a:pt x="13" y="38"/>
                        <a:pt x="13" y="36"/>
                      </a:cubicBezTo>
                      <a:cubicBezTo>
                        <a:pt x="13" y="35"/>
                        <a:pt x="14" y="33"/>
                        <a:pt x="16" y="3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6" name="Freeform 118">
                  <a:extLst>
                    <a:ext uri="{FF2B5EF4-FFF2-40B4-BE49-F238E27FC236}">
                      <a16:creationId xmlns:a16="http://schemas.microsoft.com/office/drawing/2014/main" id="{081E2B3C-0032-4BD4-AD47-6D67337FADC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73163" y="4117975"/>
                  <a:ext cx="560388" cy="169863"/>
                </a:xfrm>
                <a:custGeom>
                  <a:avLst/>
                  <a:gdLst>
                    <a:gd name="T0" fmla="*/ 5 w 165"/>
                    <a:gd name="T1" fmla="*/ 50 h 50"/>
                    <a:gd name="T2" fmla="*/ 160 w 165"/>
                    <a:gd name="T3" fmla="*/ 50 h 50"/>
                    <a:gd name="T4" fmla="*/ 165 w 165"/>
                    <a:gd name="T5" fmla="*/ 45 h 50"/>
                    <a:gd name="T6" fmla="*/ 165 w 165"/>
                    <a:gd name="T7" fmla="*/ 5 h 50"/>
                    <a:gd name="T8" fmla="*/ 160 w 165"/>
                    <a:gd name="T9" fmla="*/ 0 h 50"/>
                    <a:gd name="T10" fmla="*/ 5 w 165"/>
                    <a:gd name="T11" fmla="*/ 0 h 50"/>
                    <a:gd name="T12" fmla="*/ 0 w 165"/>
                    <a:gd name="T13" fmla="*/ 5 h 50"/>
                    <a:gd name="T14" fmla="*/ 0 w 165"/>
                    <a:gd name="T15" fmla="*/ 45 h 50"/>
                    <a:gd name="T16" fmla="*/ 5 w 165"/>
                    <a:gd name="T17" fmla="*/ 50 h 50"/>
                    <a:gd name="T18" fmla="*/ 16 w 165"/>
                    <a:gd name="T19" fmla="*/ 11 h 50"/>
                    <a:gd name="T20" fmla="*/ 98 w 165"/>
                    <a:gd name="T21" fmla="*/ 11 h 50"/>
                    <a:gd name="T22" fmla="*/ 101 w 165"/>
                    <a:gd name="T23" fmla="*/ 14 h 50"/>
                    <a:gd name="T24" fmla="*/ 98 w 165"/>
                    <a:gd name="T25" fmla="*/ 17 h 50"/>
                    <a:gd name="T26" fmla="*/ 16 w 165"/>
                    <a:gd name="T27" fmla="*/ 17 h 50"/>
                    <a:gd name="T28" fmla="*/ 13 w 165"/>
                    <a:gd name="T29" fmla="*/ 14 h 50"/>
                    <a:gd name="T30" fmla="*/ 16 w 165"/>
                    <a:gd name="T31" fmla="*/ 11 h 50"/>
                    <a:gd name="T32" fmla="*/ 16 w 165"/>
                    <a:gd name="T33" fmla="*/ 22 h 50"/>
                    <a:gd name="T34" fmla="*/ 98 w 165"/>
                    <a:gd name="T35" fmla="*/ 22 h 50"/>
                    <a:gd name="T36" fmla="*/ 101 w 165"/>
                    <a:gd name="T37" fmla="*/ 25 h 50"/>
                    <a:gd name="T38" fmla="*/ 98 w 165"/>
                    <a:gd name="T39" fmla="*/ 28 h 50"/>
                    <a:gd name="T40" fmla="*/ 16 w 165"/>
                    <a:gd name="T41" fmla="*/ 28 h 50"/>
                    <a:gd name="T42" fmla="*/ 13 w 165"/>
                    <a:gd name="T43" fmla="*/ 25 h 50"/>
                    <a:gd name="T44" fmla="*/ 16 w 165"/>
                    <a:gd name="T45" fmla="*/ 22 h 50"/>
                    <a:gd name="T46" fmla="*/ 16 w 165"/>
                    <a:gd name="T47" fmla="*/ 33 h 50"/>
                    <a:gd name="T48" fmla="*/ 98 w 165"/>
                    <a:gd name="T49" fmla="*/ 33 h 50"/>
                    <a:gd name="T50" fmla="*/ 101 w 165"/>
                    <a:gd name="T51" fmla="*/ 36 h 50"/>
                    <a:gd name="T52" fmla="*/ 98 w 165"/>
                    <a:gd name="T53" fmla="*/ 39 h 50"/>
                    <a:gd name="T54" fmla="*/ 16 w 165"/>
                    <a:gd name="T55" fmla="*/ 39 h 50"/>
                    <a:gd name="T56" fmla="*/ 13 w 165"/>
                    <a:gd name="T57" fmla="*/ 36 h 50"/>
                    <a:gd name="T58" fmla="*/ 16 w 165"/>
                    <a:gd name="T59" fmla="*/ 33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165" h="50">
                      <a:moveTo>
                        <a:pt x="5" y="50"/>
                      </a:moveTo>
                      <a:cubicBezTo>
                        <a:pt x="160" y="50"/>
                        <a:pt x="160" y="50"/>
                        <a:pt x="160" y="50"/>
                      </a:cubicBezTo>
                      <a:cubicBezTo>
                        <a:pt x="163" y="50"/>
                        <a:pt x="165" y="48"/>
                        <a:pt x="165" y="45"/>
                      </a:cubicBezTo>
                      <a:cubicBezTo>
                        <a:pt x="165" y="5"/>
                        <a:pt x="165" y="5"/>
                        <a:pt x="165" y="5"/>
                      </a:cubicBezTo>
                      <a:cubicBezTo>
                        <a:pt x="165" y="2"/>
                        <a:pt x="163" y="0"/>
                        <a:pt x="160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2" y="0"/>
                        <a:pt x="0" y="2"/>
                        <a:pt x="0" y="5"/>
                      </a:cubicBezTo>
                      <a:cubicBezTo>
                        <a:pt x="0" y="45"/>
                        <a:pt x="0" y="45"/>
                        <a:pt x="0" y="45"/>
                      </a:cubicBezTo>
                      <a:cubicBezTo>
                        <a:pt x="0" y="48"/>
                        <a:pt x="2" y="50"/>
                        <a:pt x="5" y="50"/>
                      </a:cubicBezTo>
                      <a:close/>
                      <a:moveTo>
                        <a:pt x="16" y="11"/>
                      </a:moveTo>
                      <a:cubicBezTo>
                        <a:pt x="98" y="11"/>
                        <a:pt x="98" y="11"/>
                        <a:pt x="98" y="11"/>
                      </a:cubicBezTo>
                      <a:cubicBezTo>
                        <a:pt x="100" y="11"/>
                        <a:pt x="101" y="12"/>
                        <a:pt x="101" y="14"/>
                      </a:cubicBezTo>
                      <a:cubicBezTo>
                        <a:pt x="101" y="15"/>
                        <a:pt x="100" y="17"/>
                        <a:pt x="98" y="17"/>
                      </a:cubicBezTo>
                      <a:cubicBezTo>
                        <a:pt x="16" y="17"/>
                        <a:pt x="16" y="17"/>
                        <a:pt x="16" y="17"/>
                      </a:cubicBezTo>
                      <a:cubicBezTo>
                        <a:pt x="14" y="17"/>
                        <a:pt x="13" y="15"/>
                        <a:pt x="13" y="14"/>
                      </a:cubicBezTo>
                      <a:cubicBezTo>
                        <a:pt x="13" y="12"/>
                        <a:pt x="14" y="11"/>
                        <a:pt x="16" y="11"/>
                      </a:cubicBezTo>
                      <a:close/>
                      <a:moveTo>
                        <a:pt x="16" y="22"/>
                      </a:moveTo>
                      <a:cubicBezTo>
                        <a:pt x="98" y="22"/>
                        <a:pt x="98" y="22"/>
                        <a:pt x="98" y="22"/>
                      </a:cubicBezTo>
                      <a:cubicBezTo>
                        <a:pt x="100" y="22"/>
                        <a:pt x="101" y="23"/>
                        <a:pt x="101" y="25"/>
                      </a:cubicBezTo>
                      <a:cubicBezTo>
                        <a:pt x="101" y="26"/>
                        <a:pt x="100" y="28"/>
                        <a:pt x="98" y="28"/>
                      </a:cubicBezTo>
                      <a:cubicBezTo>
                        <a:pt x="16" y="28"/>
                        <a:pt x="16" y="28"/>
                        <a:pt x="16" y="28"/>
                      </a:cubicBezTo>
                      <a:cubicBezTo>
                        <a:pt x="14" y="28"/>
                        <a:pt x="13" y="26"/>
                        <a:pt x="13" y="25"/>
                      </a:cubicBezTo>
                      <a:cubicBezTo>
                        <a:pt x="13" y="23"/>
                        <a:pt x="14" y="22"/>
                        <a:pt x="16" y="22"/>
                      </a:cubicBezTo>
                      <a:close/>
                      <a:moveTo>
                        <a:pt x="16" y="33"/>
                      </a:moveTo>
                      <a:cubicBezTo>
                        <a:pt x="98" y="33"/>
                        <a:pt x="98" y="33"/>
                        <a:pt x="98" y="33"/>
                      </a:cubicBezTo>
                      <a:cubicBezTo>
                        <a:pt x="100" y="33"/>
                        <a:pt x="101" y="34"/>
                        <a:pt x="101" y="36"/>
                      </a:cubicBezTo>
                      <a:cubicBezTo>
                        <a:pt x="101" y="37"/>
                        <a:pt x="100" y="39"/>
                        <a:pt x="98" y="39"/>
                      </a:cubicBezTo>
                      <a:cubicBezTo>
                        <a:pt x="16" y="39"/>
                        <a:pt x="16" y="39"/>
                        <a:pt x="16" y="39"/>
                      </a:cubicBezTo>
                      <a:cubicBezTo>
                        <a:pt x="14" y="39"/>
                        <a:pt x="13" y="37"/>
                        <a:pt x="13" y="36"/>
                      </a:cubicBezTo>
                      <a:cubicBezTo>
                        <a:pt x="13" y="34"/>
                        <a:pt x="14" y="33"/>
                        <a:pt x="16" y="3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7" name="Freeform 119">
                  <a:extLst>
                    <a:ext uri="{FF2B5EF4-FFF2-40B4-BE49-F238E27FC236}">
                      <a16:creationId xmlns:a16="http://schemas.microsoft.com/office/drawing/2014/main" id="{3B9ED561-A345-4B30-80FD-98C6D5573CA6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22363" y="4311650"/>
                  <a:ext cx="661988" cy="282575"/>
                </a:xfrm>
                <a:custGeom>
                  <a:avLst/>
                  <a:gdLst>
                    <a:gd name="T0" fmla="*/ 129 w 195"/>
                    <a:gd name="T1" fmla="*/ 69 h 83"/>
                    <a:gd name="T2" fmla="*/ 129 w 195"/>
                    <a:gd name="T3" fmla="*/ 68 h 83"/>
                    <a:gd name="T4" fmla="*/ 123 w 195"/>
                    <a:gd name="T5" fmla="*/ 63 h 83"/>
                    <a:gd name="T6" fmla="*/ 101 w 195"/>
                    <a:gd name="T7" fmla="*/ 63 h 83"/>
                    <a:gd name="T8" fmla="*/ 101 w 195"/>
                    <a:gd name="T9" fmla="*/ 49 h 83"/>
                    <a:gd name="T10" fmla="*/ 175 w 195"/>
                    <a:gd name="T11" fmla="*/ 49 h 83"/>
                    <a:gd name="T12" fmla="*/ 180 w 195"/>
                    <a:gd name="T13" fmla="*/ 45 h 83"/>
                    <a:gd name="T14" fmla="*/ 180 w 195"/>
                    <a:gd name="T15" fmla="*/ 4 h 83"/>
                    <a:gd name="T16" fmla="*/ 175 w 195"/>
                    <a:gd name="T17" fmla="*/ 0 h 83"/>
                    <a:gd name="T18" fmla="*/ 20 w 195"/>
                    <a:gd name="T19" fmla="*/ 0 h 83"/>
                    <a:gd name="T20" fmla="*/ 15 w 195"/>
                    <a:gd name="T21" fmla="*/ 4 h 83"/>
                    <a:gd name="T22" fmla="*/ 15 w 195"/>
                    <a:gd name="T23" fmla="*/ 45 h 83"/>
                    <a:gd name="T24" fmla="*/ 20 w 195"/>
                    <a:gd name="T25" fmla="*/ 49 h 83"/>
                    <a:gd name="T26" fmla="*/ 94 w 195"/>
                    <a:gd name="T27" fmla="*/ 49 h 83"/>
                    <a:gd name="T28" fmla="*/ 94 w 195"/>
                    <a:gd name="T29" fmla="*/ 63 h 83"/>
                    <a:gd name="T30" fmla="*/ 72 w 195"/>
                    <a:gd name="T31" fmla="*/ 63 h 83"/>
                    <a:gd name="T32" fmla="*/ 66 w 195"/>
                    <a:gd name="T33" fmla="*/ 68 h 83"/>
                    <a:gd name="T34" fmla="*/ 66 w 195"/>
                    <a:gd name="T35" fmla="*/ 69 h 83"/>
                    <a:gd name="T36" fmla="*/ 0 w 195"/>
                    <a:gd name="T37" fmla="*/ 69 h 83"/>
                    <a:gd name="T38" fmla="*/ 0 w 195"/>
                    <a:gd name="T39" fmla="*/ 76 h 83"/>
                    <a:gd name="T40" fmla="*/ 66 w 195"/>
                    <a:gd name="T41" fmla="*/ 76 h 83"/>
                    <a:gd name="T42" fmla="*/ 66 w 195"/>
                    <a:gd name="T43" fmla="*/ 77 h 83"/>
                    <a:gd name="T44" fmla="*/ 72 w 195"/>
                    <a:gd name="T45" fmla="*/ 83 h 83"/>
                    <a:gd name="T46" fmla="*/ 123 w 195"/>
                    <a:gd name="T47" fmla="*/ 83 h 83"/>
                    <a:gd name="T48" fmla="*/ 129 w 195"/>
                    <a:gd name="T49" fmla="*/ 77 h 83"/>
                    <a:gd name="T50" fmla="*/ 129 w 195"/>
                    <a:gd name="T51" fmla="*/ 76 h 83"/>
                    <a:gd name="T52" fmla="*/ 195 w 195"/>
                    <a:gd name="T53" fmla="*/ 76 h 83"/>
                    <a:gd name="T54" fmla="*/ 195 w 195"/>
                    <a:gd name="T55" fmla="*/ 69 h 83"/>
                    <a:gd name="T56" fmla="*/ 129 w 195"/>
                    <a:gd name="T57" fmla="*/ 69 h 83"/>
                    <a:gd name="T58" fmla="*/ 31 w 195"/>
                    <a:gd name="T59" fmla="*/ 11 h 83"/>
                    <a:gd name="T60" fmla="*/ 113 w 195"/>
                    <a:gd name="T61" fmla="*/ 11 h 83"/>
                    <a:gd name="T62" fmla="*/ 116 w 195"/>
                    <a:gd name="T63" fmla="*/ 14 h 83"/>
                    <a:gd name="T64" fmla="*/ 113 w 195"/>
                    <a:gd name="T65" fmla="*/ 16 h 83"/>
                    <a:gd name="T66" fmla="*/ 31 w 195"/>
                    <a:gd name="T67" fmla="*/ 16 h 83"/>
                    <a:gd name="T68" fmla="*/ 28 w 195"/>
                    <a:gd name="T69" fmla="*/ 14 h 83"/>
                    <a:gd name="T70" fmla="*/ 31 w 195"/>
                    <a:gd name="T71" fmla="*/ 11 h 83"/>
                    <a:gd name="T72" fmla="*/ 31 w 195"/>
                    <a:gd name="T73" fmla="*/ 22 h 83"/>
                    <a:gd name="T74" fmla="*/ 113 w 195"/>
                    <a:gd name="T75" fmla="*/ 22 h 83"/>
                    <a:gd name="T76" fmla="*/ 116 w 195"/>
                    <a:gd name="T77" fmla="*/ 25 h 83"/>
                    <a:gd name="T78" fmla="*/ 113 w 195"/>
                    <a:gd name="T79" fmla="*/ 27 h 83"/>
                    <a:gd name="T80" fmla="*/ 31 w 195"/>
                    <a:gd name="T81" fmla="*/ 27 h 83"/>
                    <a:gd name="T82" fmla="*/ 28 w 195"/>
                    <a:gd name="T83" fmla="*/ 25 h 83"/>
                    <a:gd name="T84" fmla="*/ 31 w 195"/>
                    <a:gd name="T85" fmla="*/ 22 h 83"/>
                    <a:gd name="T86" fmla="*/ 31 w 195"/>
                    <a:gd name="T87" fmla="*/ 38 h 83"/>
                    <a:gd name="T88" fmla="*/ 28 w 195"/>
                    <a:gd name="T89" fmla="*/ 36 h 83"/>
                    <a:gd name="T90" fmla="*/ 31 w 195"/>
                    <a:gd name="T91" fmla="*/ 33 h 83"/>
                    <a:gd name="T92" fmla="*/ 113 w 195"/>
                    <a:gd name="T93" fmla="*/ 33 h 83"/>
                    <a:gd name="T94" fmla="*/ 116 w 195"/>
                    <a:gd name="T95" fmla="*/ 36 h 83"/>
                    <a:gd name="T96" fmla="*/ 113 w 195"/>
                    <a:gd name="T97" fmla="*/ 38 h 83"/>
                    <a:gd name="T98" fmla="*/ 31 w 195"/>
                    <a:gd name="T99" fmla="*/ 38 h 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195" h="83">
                      <a:moveTo>
                        <a:pt x="129" y="69"/>
                      </a:moveTo>
                      <a:cubicBezTo>
                        <a:pt x="129" y="68"/>
                        <a:pt x="129" y="68"/>
                        <a:pt x="129" y="68"/>
                      </a:cubicBezTo>
                      <a:cubicBezTo>
                        <a:pt x="129" y="65"/>
                        <a:pt x="126" y="63"/>
                        <a:pt x="123" y="63"/>
                      </a:cubicBezTo>
                      <a:cubicBezTo>
                        <a:pt x="101" y="63"/>
                        <a:pt x="101" y="63"/>
                        <a:pt x="101" y="63"/>
                      </a:cubicBezTo>
                      <a:cubicBezTo>
                        <a:pt x="101" y="49"/>
                        <a:pt x="101" y="49"/>
                        <a:pt x="101" y="49"/>
                      </a:cubicBezTo>
                      <a:cubicBezTo>
                        <a:pt x="175" y="49"/>
                        <a:pt x="175" y="49"/>
                        <a:pt x="175" y="49"/>
                      </a:cubicBezTo>
                      <a:cubicBezTo>
                        <a:pt x="178" y="49"/>
                        <a:pt x="180" y="47"/>
                        <a:pt x="180" y="45"/>
                      </a:cubicBezTo>
                      <a:cubicBezTo>
                        <a:pt x="180" y="4"/>
                        <a:pt x="180" y="4"/>
                        <a:pt x="180" y="4"/>
                      </a:cubicBezTo>
                      <a:cubicBezTo>
                        <a:pt x="180" y="2"/>
                        <a:pt x="178" y="0"/>
                        <a:pt x="175" y="0"/>
                      </a:cubicBezTo>
                      <a:cubicBezTo>
                        <a:pt x="20" y="0"/>
                        <a:pt x="20" y="0"/>
                        <a:pt x="20" y="0"/>
                      </a:cubicBezTo>
                      <a:cubicBezTo>
                        <a:pt x="17" y="0"/>
                        <a:pt x="15" y="2"/>
                        <a:pt x="15" y="4"/>
                      </a:cubicBezTo>
                      <a:cubicBezTo>
                        <a:pt x="15" y="45"/>
                        <a:pt x="15" y="45"/>
                        <a:pt x="15" y="45"/>
                      </a:cubicBezTo>
                      <a:cubicBezTo>
                        <a:pt x="15" y="47"/>
                        <a:pt x="17" y="49"/>
                        <a:pt x="20" y="49"/>
                      </a:cubicBezTo>
                      <a:cubicBezTo>
                        <a:pt x="94" y="49"/>
                        <a:pt x="94" y="49"/>
                        <a:pt x="94" y="49"/>
                      </a:cubicBezTo>
                      <a:cubicBezTo>
                        <a:pt x="94" y="63"/>
                        <a:pt x="94" y="63"/>
                        <a:pt x="94" y="63"/>
                      </a:cubicBezTo>
                      <a:cubicBezTo>
                        <a:pt x="72" y="63"/>
                        <a:pt x="72" y="63"/>
                        <a:pt x="72" y="63"/>
                      </a:cubicBezTo>
                      <a:cubicBezTo>
                        <a:pt x="69" y="63"/>
                        <a:pt x="66" y="65"/>
                        <a:pt x="66" y="68"/>
                      </a:cubicBezTo>
                      <a:cubicBezTo>
                        <a:pt x="66" y="69"/>
                        <a:pt x="66" y="69"/>
                        <a:pt x="66" y="69"/>
                      </a:cubicBezTo>
                      <a:cubicBezTo>
                        <a:pt x="0" y="69"/>
                        <a:pt x="0" y="69"/>
                        <a:pt x="0" y="69"/>
                      </a:cubicBezTo>
                      <a:cubicBezTo>
                        <a:pt x="0" y="76"/>
                        <a:pt x="0" y="76"/>
                        <a:pt x="0" y="76"/>
                      </a:cubicBezTo>
                      <a:cubicBezTo>
                        <a:pt x="66" y="76"/>
                        <a:pt x="66" y="76"/>
                        <a:pt x="66" y="76"/>
                      </a:cubicBezTo>
                      <a:cubicBezTo>
                        <a:pt x="66" y="77"/>
                        <a:pt x="66" y="77"/>
                        <a:pt x="66" y="77"/>
                      </a:cubicBezTo>
                      <a:cubicBezTo>
                        <a:pt x="66" y="80"/>
                        <a:pt x="69" y="83"/>
                        <a:pt x="72" y="83"/>
                      </a:cubicBezTo>
                      <a:cubicBezTo>
                        <a:pt x="123" y="83"/>
                        <a:pt x="123" y="83"/>
                        <a:pt x="123" y="83"/>
                      </a:cubicBezTo>
                      <a:cubicBezTo>
                        <a:pt x="126" y="83"/>
                        <a:pt x="129" y="80"/>
                        <a:pt x="129" y="77"/>
                      </a:cubicBezTo>
                      <a:cubicBezTo>
                        <a:pt x="129" y="76"/>
                        <a:pt x="129" y="76"/>
                        <a:pt x="129" y="76"/>
                      </a:cubicBezTo>
                      <a:cubicBezTo>
                        <a:pt x="195" y="76"/>
                        <a:pt x="195" y="76"/>
                        <a:pt x="195" y="76"/>
                      </a:cubicBezTo>
                      <a:cubicBezTo>
                        <a:pt x="195" y="69"/>
                        <a:pt x="195" y="69"/>
                        <a:pt x="195" y="69"/>
                      </a:cubicBezTo>
                      <a:lnTo>
                        <a:pt x="129" y="69"/>
                      </a:lnTo>
                      <a:close/>
                      <a:moveTo>
                        <a:pt x="31" y="11"/>
                      </a:moveTo>
                      <a:cubicBezTo>
                        <a:pt x="113" y="11"/>
                        <a:pt x="113" y="11"/>
                        <a:pt x="113" y="11"/>
                      </a:cubicBezTo>
                      <a:cubicBezTo>
                        <a:pt x="115" y="11"/>
                        <a:pt x="116" y="12"/>
                        <a:pt x="116" y="14"/>
                      </a:cubicBezTo>
                      <a:cubicBezTo>
                        <a:pt x="116" y="15"/>
                        <a:pt x="115" y="16"/>
                        <a:pt x="113" y="16"/>
                      </a:cubicBezTo>
                      <a:cubicBezTo>
                        <a:pt x="31" y="16"/>
                        <a:pt x="31" y="16"/>
                        <a:pt x="31" y="16"/>
                      </a:cubicBezTo>
                      <a:cubicBezTo>
                        <a:pt x="29" y="16"/>
                        <a:pt x="28" y="15"/>
                        <a:pt x="28" y="14"/>
                      </a:cubicBezTo>
                      <a:cubicBezTo>
                        <a:pt x="28" y="12"/>
                        <a:pt x="29" y="11"/>
                        <a:pt x="31" y="11"/>
                      </a:cubicBezTo>
                      <a:close/>
                      <a:moveTo>
                        <a:pt x="31" y="22"/>
                      </a:moveTo>
                      <a:cubicBezTo>
                        <a:pt x="113" y="22"/>
                        <a:pt x="113" y="22"/>
                        <a:pt x="113" y="22"/>
                      </a:cubicBezTo>
                      <a:cubicBezTo>
                        <a:pt x="115" y="22"/>
                        <a:pt x="116" y="23"/>
                        <a:pt x="116" y="25"/>
                      </a:cubicBezTo>
                      <a:cubicBezTo>
                        <a:pt x="116" y="26"/>
                        <a:pt x="115" y="27"/>
                        <a:pt x="113" y="27"/>
                      </a:cubicBezTo>
                      <a:cubicBezTo>
                        <a:pt x="31" y="27"/>
                        <a:pt x="31" y="27"/>
                        <a:pt x="31" y="27"/>
                      </a:cubicBezTo>
                      <a:cubicBezTo>
                        <a:pt x="29" y="27"/>
                        <a:pt x="28" y="26"/>
                        <a:pt x="28" y="25"/>
                      </a:cubicBezTo>
                      <a:cubicBezTo>
                        <a:pt x="28" y="23"/>
                        <a:pt x="29" y="22"/>
                        <a:pt x="31" y="22"/>
                      </a:cubicBezTo>
                      <a:close/>
                      <a:moveTo>
                        <a:pt x="31" y="38"/>
                      </a:moveTo>
                      <a:cubicBezTo>
                        <a:pt x="29" y="38"/>
                        <a:pt x="28" y="37"/>
                        <a:pt x="28" y="36"/>
                      </a:cubicBezTo>
                      <a:cubicBezTo>
                        <a:pt x="28" y="34"/>
                        <a:pt x="29" y="33"/>
                        <a:pt x="31" y="33"/>
                      </a:cubicBezTo>
                      <a:cubicBezTo>
                        <a:pt x="113" y="33"/>
                        <a:pt x="113" y="33"/>
                        <a:pt x="113" y="33"/>
                      </a:cubicBezTo>
                      <a:cubicBezTo>
                        <a:pt x="115" y="33"/>
                        <a:pt x="116" y="34"/>
                        <a:pt x="116" y="36"/>
                      </a:cubicBezTo>
                      <a:cubicBezTo>
                        <a:pt x="116" y="37"/>
                        <a:pt x="115" y="38"/>
                        <a:pt x="113" y="38"/>
                      </a:cubicBezTo>
                      <a:lnTo>
                        <a:pt x="31" y="3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</p:grpSp>
          <p:sp>
            <p:nvSpPr>
              <p:cNvPr id="18" name="Freeform 304">
                <a:extLst>
                  <a:ext uri="{FF2B5EF4-FFF2-40B4-BE49-F238E27FC236}">
                    <a16:creationId xmlns:a16="http://schemas.microsoft.com/office/drawing/2014/main" id="{001A11CB-0ED1-43BC-9850-B8E747BFB93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312421" y="2623935"/>
                <a:ext cx="222997" cy="177415"/>
              </a:xfrm>
              <a:custGeom>
                <a:avLst/>
                <a:gdLst>
                  <a:gd name="T0" fmla="*/ 111 w 187"/>
                  <a:gd name="T1" fmla="*/ 75 h 148"/>
                  <a:gd name="T2" fmla="*/ 76 w 187"/>
                  <a:gd name="T3" fmla="*/ 75 h 148"/>
                  <a:gd name="T4" fmla="*/ 73 w 187"/>
                  <a:gd name="T5" fmla="*/ 76 h 148"/>
                  <a:gd name="T6" fmla="*/ 74 w 187"/>
                  <a:gd name="T7" fmla="*/ 79 h 148"/>
                  <a:gd name="T8" fmla="*/ 91 w 187"/>
                  <a:gd name="T9" fmla="*/ 101 h 148"/>
                  <a:gd name="T10" fmla="*/ 93 w 187"/>
                  <a:gd name="T11" fmla="*/ 102 h 148"/>
                  <a:gd name="T12" fmla="*/ 95 w 187"/>
                  <a:gd name="T13" fmla="*/ 101 h 148"/>
                  <a:gd name="T14" fmla="*/ 113 w 187"/>
                  <a:gd name="T15" fmla="*/ 79 h 148"/>
                  <a:gd name="T16" fmla="*/ 113 w 187"/>
                  <a:gd name="T17" fmla="*/ 76 h 148"/>
                  <a:gd name="T18" fmla="*/ 111 w 187"/>
                  <a:gd name="T19" fmla="*/ 75 h 148"/>
                  <a:gd name="T20" fmla="*/ 179 w 187"/>
                  <a:gd name="T21" fmla="*/ 23 h 148"/>
                  <a:gd name="T22" fmla="*/ 84 w 187"/>
                  <a:gd name="T23" fmla="*/ 23 h 148"/>
                  <a:gd name="T24" fmla="*/ 69 w 187"/>
                  <a:gd name="T25" fmla="*/ 3 h 148"/>
                  <a:gd name="T26" fmla="*/ 62 w 187"/>
                  <a:gd name="T27" fmla="*/ 0 h 148"/>
                  <a:gd name="T28" fmla="*/ 8 w 187"/>
                  <a:gd name="T29" fmla="*/ 0 h 148"/>
                  <a:gd name="T30" fmla="*/ 0 w 187"/>
                  <a:gd name="T31" fmla="*/ 8 h 148"/>
                  <a:gd name="T32" fmla="*/ 0 w 187"/>
                  <a:gd name="T33" fmla="*/ 140 h 148"/>
                  <a:gd name="T34" fmla="*/ 8 w 187"/>
                  <a:gd name="T35" fmla="*/ 148 h 148"/>
                  <a:gd name="T36" fmla="*/ 179 w 187"/>
                  <a:gd name="T37" fmla="*/ 148 h 148"/>
                  <a:gd name="T38" fmla="*/ 187 w 187"/>
                  <a:gd name="T39" fmla="*/ 140 h 148"/>
                  <a:gd name="T40" fmla="*/ 187 w 187"/>
                  <a:gd name="T41" fmla="*/ 31 h 148"/>
                  <a:gd name="T42" fmla="*/ 179 w 187"/>
                  <a:gd name="T43" fmla="*/ 23 h 148"/>
                  <a:gd name="T44" fmla="*/ 93 w 187"/>
                  <a:gd name="T45" fmla="*/ 124 h 148"/>
                  <a:gd name="T46" fmla="*/ 55 w 187"/>
                  <a:gd name="T47" fmla="*/ 86 h 148"/>
                  <a:gd name="T48" fmla="*/ 93 w 187"/>
                  <a:gd name="T49" fmla="*/ 48 h 148"/>
                  <a:gd name="T50" fmla="*/ 131 w 187"/>
                  <a:gd name="T51" fmla="*/ 86 h 148"/>
                  <a:gd name="T52" fmla="*/ 93 w 187"/>
                  <a:gd name="T53" fmla="*/ 124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87" h="148">
                    <a:moveTo>
                      <a:pt x="111" y="75"/>
                    </a:moveTo>
                    <a:cubicBezTo>
                      <a:pt x="76" y="75"/>
                      <a:pt x="76" y="75"/>
                      <a:pt x="76" y="75"/>
                    </a:cubicBezTo>
                    <a:cubicBezTo>
                      <a:pt x="75" y="75"/>
                      <a:pt x="74" y="75"/>
                      <a:pt x="73" y="76"/>
                    </a:cubicBezTo>
                    <a:cubicBezTo>
                      <a:pt x="73" y="77"/>
                      <a:pt x="73" y="78"/>
                      <a:pt x="74" y="79"/>
                    </a:cubicBezTo>
                    <a:cubicBezTo>
                      <a:pt x="91" y="101"/>
                      <a:pt x="91" y="101"/>
                      <a:pt x="91" y="101"/>
                    </a:cubicBezTo>
                    <a:cubicBezTo>
                      <a:pt x="92" y="102"/>
                      <a:pt x="92" y="102"/>
                      <a:pt x="93" y="102"/>
                    </a:cubicBezTo>
                    <a:cubicBezTo>
                      <a:pt x="94" y="102"/>
                      <a:pt x="95" y="102"/>
                      <a:pt x="95" y="101"/>
                    </a:cubicBezTo>
                    <a:cubicBezTo>
                      <a:pt x="113" y="79"/>
                      <a:pt x="113" y="79"/>
                      <a:pt x="113" y="79"/>
                    </a:cubicBezTo>
                    <a:cubicBezTo>
                      <a:pt x="113" y="78"/>
                      <a:pt x="113" y="77"/>
                      <a:pt x="113" y="76"/>
                    </a:cubicBezTo>
                    <a:cubicBezTo>
                      <a:pt x="112" y="75"/>
                      <a:pt x="112" y="75"/>
                      <a:pt x="111" y="75"/>
                    </a:cubicBezTo>
                    <a:close/>
                    <a:moveTo>
                      <a:pt x="179" y="23"/>
                    </a:moveTo>
                    <a:cubicBezTo>
                      <a:pt x="179" y="23"/>
                      <a:pt x="91" y="23"/>
                      <a:pt x="84" y="23"/>
                    </a:cubicBezTo>
                    <a:cubicBezTo>
                      <a:pt x="80" y="19"/>
                      <a:pt x="69" y="3"/>
                      <a:pt x="69" y="3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140"/>
                      <a:pt x="0" y="140"/>
                      <a:pt x="0" y="140"/>
                    </a:cubicBezTo>
                    <a:cubicBezTo>
                      <a:pt x="8" y="148"/>
                      <a:pt x="8" y="148"/>
                      <a:pt x="8" y="148"/>
                    </a:cubicBezTo>
                    <a:cubicBezTo>
                      <a:pt x="179" y="148"/>
                      <a:pt x="179" y="148"/>
                      <a:pt x="179" y="148"/>
                    </a:cubicBezTo>
                    <a:cubicBezTo>
                      <a:pt x="187" y="140"/>
                      <a:pt x="187" y="140"/>
                      <a:pt x="187" y="140"/>
                    </a:cubicBezTo>
                    <a:cubicBezTo>
                      <a:pt x="187" y="31"/>
                      <a:pt x="187" y="31"/>
                      <a:pt x="187" y="31"/>
                    </a:cubicBezTo>
                    <a:lnTo>
                      <a:pt x="179" y="23"/>
                    </a:lnTo>
                    <a:close/>
                    <a:moveTo>
                      <a:pt x="93" y="124"/>
                    </a:moveTo>
                    <a:cubicBezTo>
                      <a:pt x="72" y="124"/>
                      <a:pt x="55" y="107"/>
                      <a:pt x="55" y="86"/>
                    </a:cubicBezTo>
                    <a:cubicBezTo>
                      <a:pt x="55" y="65"/>
                      <a:pt x="72" y="48"/>
                      <a:pt x="93" y="48"/>
                    </a:cubicBezTo>
                    <a:cubicBezTo>
                      <a:pt x="114" y="48"/>
                      <a:pt x="131" y="65"/>
                      <a:pt x="131" y="86"/>
                    </a:cubicBezTo>
                    <a:cubicBezTo>
                      <a:pt x="131" y="107"/>
                      <a:pt x="114" y="124"/>
                      <a:pt x="93" y="124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grpSp>
            <p:nvGrpSpPr>
              <p:cNvPr id="19" name="그룹 18">
                <a:extLst>
                  <a:ext uri="{FF2B5EF4-FFF2-40B4-BE49-F238E27FC236}">
                    <a16:creationId xmlns:a16="http://schemas.microsoft.com/office/drawing/2014/main" id="{142D05A2-A594-42E4-83CB-BE3EBCE4F965}"/>
                  </a:ext>
                </a:extLst>
              </p:cNvPr>
              <p:cNvGrpSpPr/>
              <p:nvPr/>
            </p:nvGrpSpPr>
            <p:grpSpPr>
              <a:xfrm>
                <a:off x="9556385" y="4201911"/>
                <a:ext cx="112232" cy="99258"/>
                <a:chOff x="793751" y="4249738"/>
                <a:chExt cx="549275" cy="485776"/>
              </a:xfrm>
              <a:solidFill>
                <a:schemeClr val="bg1"/>
              </a:solidFill>
            </p:grpSpPr>
            <p:sp>
              <p:nvSpPr>
                <p:cNvPr id="20" name="Freeform 170">
                  <a:extLst>
                    <a:ext uri="{FF2B5EF4-FFF2-40B4-BE49-F238E27FC236}">
                      <a16:creationId xmlns:a16="http://schemas.microsoft.com/office/drawing/2014/main" id="{D7380203-85EA-4E6E-A1AE-19A9AB11E9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35076" y="4249738"/>
                  <a:ext cx="107950" cy="355600"/>
                </a:xfrm>
                <a:custGeom>
                  <a:avLst/>
                  <a:gdLst>
                    <a:gd name="T0" fmla="*/ 14 w 45"/>
                    <a:gd name="T1" fmla="*/ 0 h 149"/>
                    <a:gd name="T2" fmla="*/ 45 w 45"/>
                    <a:gd name="T3" fmla="*/ 74 h 149"/>
                    <a:gd name="T4" fmla="*/ 14 w 45"/>
                    <a:gd name="T5" fmla="*/ 149 h 149"/>
                    <a:gd name="T6" fmla="*/ 0 w 45"/>
                    <a:gd name="T7" fmla="*/ 134 h 149"/>
                    <a:gd name="T8" fmla="*/ 25 w 45"/>
                    <a:gd name="T9" fmla="*/ 74 h 149"/>
                    <a:gd name="T10" fmla="*/ 0 w 45"/>
                    <a:gd name="T11" fmla="*/ 14 h 149"/>
                    <a:gd name="T12" fmla="*/ 14 w 45"/>
                    <a:gd name="T13" fmla="*/ 0 h 1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5" h="149">
                      <a:moveTo>
                        <a:pt x="14" y="0"/>
                      </a:moveTo>
                      <a:cubicBezTo>
                        <a:pt x="33" y="19"/>
                        <a:pt x="45" y="45"/>
                        <a:pt x="45" y="74"/>
                      </a:cubicBezTo>
                      <a:cubicBezTo>
                        <a:pt x="45" y="103"/>
                        <a:pt x="33" y="130"/>
                        <a:pt x="14" y="149"/>
                      </a:cubicBezTo>
                      <a:cubicBezTo>
                        <a:pt x="0" y="134"/>
                        <a:pt x="0" y="134"/>
                        <a:pt x="0" y="134"/>
                      </a:cubicBezTo>
                      <a:cubicBezTo>
                        <a:pt x="15" y="119"/>
                        <a:pt x="25" y="98"/>
                        <a:pt x="25" y="74"/>
                      </a:cubicBezTo>
                      <a:cubicBezTo>
                        <a:pt x="25" y="51"/>
                        <a:pt x="15" y="30"/>
                        <a:pt x="0" y="14"/>
                      </a:cubicBezTo>
                      <a:cubicBezTo>
                        <a:pt x="14" y="0"/>
                        <a:pt x="14" y="0"/>
                        <a:pt x="1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1" name="Freeform 171">
                  <a:extLst>
                    <a:ext uri="{FF2B5EF4-FFF2-40B4-BE49-F238E27FC236}">
                      <a16:creationId xmlns:a16="http://schemas.microsoft.com/office/drawing/2014/main" id="{D57E63C5-D90F-49DA-B802-D19728FB4DF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68401" y="4316413"/>
                  <a:ext cx="79375" cy="220663"/>
                </a:xfrm>
                <a:custGeom>
                  <a:avLst/>
                  <a:gdLst>
                    <a:gd name="T0" fmla="*/ 14 w 33"/>
                    <a:gd name="T1" fmla="*/ 0 h 92"/>
                    <a:gd name="T2" fmla="*/ 33 w 33"/>
                    <a:gd name="T3" fmla="*/ 46 h 92"/>
                    <a:gd name="T4" fmla="*/ 14 w 33"/>
                    <a:gd name="T5" fmla="*/ 92 h 92"/>
                    <a:gd name="T6" fmla="*/ 0 w 33"/>
                    <a:gd name="T7" fmla="*/ 78 h 92"/>
                    <a:gd name="T8" fmla="*/ 12 w 33"/>
                    <a:gd name="T9" fmla="*/ 46 h 92"/>
                    <a:gd name="T10" fmla="*/ 0 w 33"/>
                    <a:gd name="T11" fmla="*/ 15 h 92"/>
                    <a:gd name="T12" fmla="*/ 14 w 33"/>
                    <a:gd name="T13" fmla="*/ 0 h 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3" h="92">
                      <a:moveTo>
                        <a:pt x="14" y="0"/>
                      </a:moveTo>
                      <a:cubicBezTo>
                        <a:pt x="25" y="12"/>
                        <a:pt x="33" y="28"/>
                        <a:pt x="33" y="46"/>
                      </a:cubicBezTo>
                      <a:cubicBezTo>
                        <a:pt x="33" y="64"/>
                        <a:pt x="25" y="80"/>
                        <a:pt x="14" y="92"/>
                      </a:cubicBezTo>
                      <a:cubicBezTo>
                        <a:pt x="0" y="78"/>
                        <a:pt x="0" y="78"/>
                        <a:pt x="0" y="78"/>
                      </a:cubicBezTo>
                      <a:cubicBezTo>
                        <a:pt x="8" y="70"/>
                        <a:pt x="12" y="58"/>
                        <a:pt x="12" y="46"/>
                      </a:cubicBezTo>
                      <a:cubicBezTo>
                        <a:pt x="12" y="34"/>
                        <a:pt x="8" y="23"/>
                        <a:pt x="0" y="15"/>
                      </a:cubicBezTo>
                      <a:cubicBezTo>
                        <a:pt x="14" y="0"/>
                        <a:pt x="14" y="0"/>
                        <a:pt x="1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2" name="Freeform 172">
                  <a:extLst>
                    <a:ext uri="{FF2B5EF4-FFF2-40B4-BE49-F238E27FC236}">
                      <a16:creationId xmlns:a16="http://schemas.microsoft.com/office/drawing/2014/main" id="{4F21B3B4-8DA2-4245-B837-38D387857B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3751" y="4249738"/>
                  <a:ext cx="106363" cy="355600"/>
                </a:xfrm>
                <a:custGeom>
                  <a:avLst/>
                  <a:gdLst>
                    <a:gd name="T0" fmla="*/ 31 w 45"/>
                    <a:gd name="T1" fmla="*/ 0 h 149"/>
                    <a:gd name="T2" fmla="*/ 0 w 45"/>
                    <a:gd name="T3" fmla="*/ 74 h 149"/>
                    <a:gd name="T4" fmla="*/ 31 w 45"/>
                    <a:gd name="T5" fmla="*/ 149 h 149"/>
                    <a:gd name="T6" fmla="*/ 45 w 45"/>
                    <a:gd name="T7" fmla="*/ 134 h 149"/>
                    <a:gd name="T8" fmla="*/ 21 w 45"/>
                    <a:gd name="T9" fmla="*/ 74 h 149"/>
                    <a:gd name="T10" fmla="*/ 45 w 45"/>
                    <a:gd name="T11" fmla="*/ 14 h 149"/>
                    <a:gd name="T12" fmla="*/ 31 w 45"/>
                    <a:gd name="T13" fmla="*/ 0 h 1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5" h="149">
                      <a:moveTo>
                        <a:pt x="31" y="0"/>
                      </a:moveTo>
                      <a:cubicBezTo>
                        <a:pt x="12" y="19"/>
                        <a:pt x="0" y="45"/>
                        <a:pt x="0" y="74"/>
                      </a:cubicBezTo>
                      <a:cubicBezTo>
                        <a:pt x="0" y="103"/>
                        <a:pt x="12" y="130"/>
                        <a:pt x="31" y="149"/>
                      </a:cubicBezTo>
                      <a:cubicBezTo>
                        <a:pt x="45" y="134"/>
                        <a:pt x="45" y="134"/>
                        <a:pt x="45" y="134"/>
                      </a:cubicBezTo>
                      <a:cubicBezTo>
                        <a:pt x="30" y="119"/>
                        <a:pt x="21" y="98"/>
                        <a:pt x="21" y="74"/>
                      </a:cubicBezTo>
                      <a:cubicBezTo>
                        <a:pt x="21" y="51"/>
                        <a:pt x="30" y="30"/>
                        <a:pt x="45" y="14"/>
                      </a:cubicBezTo>
                      <a:cubicBezTo>
                        <a:pt x="31" y="0"/>
                        <a:pt x="31" y="0"/>
                        <a:pt x="3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3" name="Freeform 173">
                  <a:extLst>
                    <a:ext uri="{FF2B5EF4-FFF2-40B4-BE49-F238E27FC236}">
                      <a16:creationId xmlns:a16="http://schemas.microsoft.com/office/drawing/2014/main" id="{82649D97-575D-4520-817D-E210D17A81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90589" y="4316413"/>
                  <a:ext cx="79375" cy="220663"/>
                </a:xfrm>
                <a:custGeom>
                  <a:avLst/>
                  <a:gdLst>
                    <a:gd name="T0" fmla="*/ 19 w 33"/>
                    <a:gd name="T1" fmla="*/ 0 h 92"/>
                    <a:gd name="T2" fmla="*/ 0 w 33"/>
                    <a:gd name="T3" fmla="*/ 46 h 92"/>
                    <a:gd name="T4" fmla="*/ 19 w 33"/>
                    <a:gd name="T5" fmla="*/ 92 h 92"/>
                    <a:gd name="T6" fmla="*/ 33 w 33"/>
                    <a:gd name="T7" fmla="*/ 78 h 92"/>
                    <a:gd name="T8" fmla="*/ 20 w 33"/>
                    <a:gd name="T9" fmla="*/ 46 h 92"/>
                    <a:gd name="T10" fmla="*/ 33 w 33"/>
                    <a:gd name="T11" fmla="*/ 15 h 92"/>
                    <a:gd name="T12" fmla="*/ 19 w 33"/>
                    <a:gd name="T13" fmla="*/ 0 h 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3" h="92">
                      <a:moveTo>
                        <a:pt x="19" y="0"/>
                      </a:moveTo>
                      <a:cubicBezTo>
                        <a:pt x="7" y="12"/>
                        <a:pt x="0" y="28"/>
                        <a:pt x="0" y="46"/>
                      </a:cubicBezTo>
                      <a:cubicBezTo>
                        <a:pt x="0" y="64"/>
                        <a:pt x="7" y="80"/>
                        <a:pt x="19" y="92"/>
                      </a:cubicBezTo>
                      <a:cubicBezTo>
                        <a:pt x="33" y="78"/>
                        <a:pt x="33" y="78"/>
                        <a:pt x="33" y="78"/>
                      </a:cubicBezTo>
                      <a:cubicBezTo>
                        <a:pt x="25" y="70"/>
                        <a:pt x="20" y="58"/>
                        <a:pt x="20" y="46"/>
                      </a:cubicBezTo>
                      <a:cubicBezTo>
                        <a:pt x="20" y="34"/>
                        <a:pt x="25" y="23"/>
                        <a:pt x="33" y="15"/>
                      </a:cubicBezTo>
                      <a:cubicBezTo>
                        <a:pt x="19" y="0"/>
                        <a:pt x="19" y="0"/>
                        <a:pt x="1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24" name="Freeform 174">
                  <a:extLst>
                    <a:ext uri="{FF2B5EF4-FFF2-40B4-BE49-F238E27FC236}">
                      <a16:creationId xmlns:a16="http://schemas.microsoft.com/office/drawing/2014/main" id="{447D0F46-721E-4491-AF9D-E96CDEBDE22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11239" y="4368801"/>
                  <a:ext cx="114300" cy="366713"/>
                </a:xfrm>
                <a:custGeom>
                  <a:avLst/>
                  <a:gdLst>
                    <a:gd name="T0" fmla="*/ 24 w 48"/>
                    <a:gd name="T1" fmla="*/ 0 h 153"/>
                    <a:gd name="T2" fmla="*/ 48 w 48"/>
                    <a:gd name="T3" fmla="*/ 24 h 153"/>
                    <a:gd name="T4" fmla="*/ 34 w 48"/>
                    <a:gd name="T5" fmla="*/ 46 h 153"/>
                    <a:gd name="T6" fmla="*/ 34 w 48"/>
                    <a:gd name="T7" fmla="*/ 153 h 153"/>
                    <a:gd name="T8" fmla="*/ 14 w 48"/>
                    <a:gd name="T9" fmla="*/ 153 h 153"/>
                    <a:gd name="T10" fmla="*/ 14 w 48"/>
                    <a:gd name="T11" fmla="*/ 46 h 153"/>
                    <a:gd name="T12" fmla="*/ 0 w 48"/>
                    <a:gd name="T13" fmla="*/ 24 h 153"/>
                    <a:gd name="T14" fmla="*/ 24 w 48"/>
                    <a:gd name="T15" fmla="*/ 0 h 1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8" h="153">
                      <a:moveTo>
                        <a:pt x="24" y="0"/>
                      </a:moveTo>
                      <a:cubicBezTo>
                        <a:pt x="38" y="0"/>
                        <a:pt x="48" y="10"/>
                        <a:pt x="48" y="24"/>
                      </a:cubicBezTo>
                      <a:cubicBezTo>
                        <a:pt x="48" y="34"/>
                        <a:pt x="43" y="42"/>
                        <a:pt x="34" y="46"/>
                      </a:cubicBezTo>
                      <a:cubicBezTo>
                        <a:pt x="34" y="153"/>
                        <a:pt x="34" y="153"/>
                        <a:pt x="34" y="153"/>
                      </a:cubicBezTo>
                      <a:cubicBezTo>
                        <a:pt x="14" y="153"/>
                        <a:pt x="14" y="153"/>
                        <a:pt x="14" y="153"/>
                      </a:cubicBezTo>
                      <a:cubicBezTo>
                        <a:pt x="14" y="46"/>
                        <a:pt x="14" y="46"/>
                        <a:pt x="14" y="46"/>
                      </a:cubicBezTo>
                      <a:cubicBezTo>
                        <a:pt x="6" y="42"/>
                        <a:pt x="0" y="34"/>
                        <a:pt x="0" y="24"/>
                      </a:cubicBezTo>
                      <a:cubicBezTo>
                        <a:pt x="0" y="10"/>
                        <a:pt x="11" y="0"/>
                        <a:pt x="2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</p:grpSp>
        </p:grp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A6A8A9C6-F96E-4B29-960C-3B090D8FBE4D}"/>
              </a:ext>
            </a:extLst>
          </p:cNvPr>
          <p:cNvGrpSpPr/>
          <p:nvPr/>
        </p:nvGrpSpPr>
        <p:grpSpPr>
          <a:xfrm>
            <a:off x="1" y="3322025"/>
            <a:ext cx="2572105" cy="317500"/>
            <a:chOff x="1" y="4832848"/>
            <a:chExt cx="2572105" cy="317500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011CA3B-1B6E-404A-9749-3E1931AA2963}"/>
                </a:ext>
              </a:extLst>
            </p:cNvPr>
            <p:cNvSpPr txBox="1"/>
            <p:nvPr/>
          </p:nvSpPr>
          <p:spPr>
            <a:xfrm>
              <a:off x="782478" y="4832848"/>
              <a:ext cx="1789628" cy="317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0"/>
            <a:lstStyle>
              <a:defPPr>
                <a:defRPr lang="ko-KR"/>
              </a:defPPr>
              <a:lvl1pPr marL="130175" indent="-130175" defTabSz="900113">
                <a:spcBef>
                  <a:spcPts val="300"/>
                </a:spcBef>
                <a:spcAft>
                  <a:spcPts val="0"/>
                </a:spcAft>
                <a:buClr>
                  <a:srgbClr val="4392CB"/>
                </a:buClr>
                <a:buFont typeface="Wingdings" pitchFamily="2" charset="2"/>
                <a:buChar char="§"/>
                <a:defRPr sz="1400" kern="0" spc="-50">
                  <a:ln>
                    <a:solidFill>
                      <a:srgbClr val="FFFFFF">
                        <a:alpha val="0"/>
                      </a:srgbClr>
                    </a:solidFill>
                  </a:ln>
                  <a:latin typeface="KoPub돋움체 Light" panose="02020603020101020101" pitchFamily="18" charset="-127"/>
                  <a:ea typeface="KoPub돋움체 Light" panose="02020603020101020101" pitchFamily="18" charset="-127"/>
                </a:defRPr>
              </a:lvl1pPr>
            </a:lstStyle>
            <a:p>
              <a:pPr marL="0" indent="0">
                <a:buNone/>
              </a:pPr>
              <a:r>
                <a:rPr lang="en-US" altLang="ko-KR" sz="1600" b="1" spc="0" dirty="0">
                  <a:ln>
                    <a:solidFill>
                      <a:srgbClr val="C9E7F7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2021</a:t>
              </a:r>
              <a:r>
                <a:rPr lang="en-US" altLang="ko-KR" sz="1600" b="1" spc="0">
                  <a:ln>
                    <a:solidFill>
                      <a:srgbClr val="C9E7F7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. 06</a:t>
              </a:r>
              <a:endParaRPr lang="en-US" altLang="ko-KR" sz="1600" b="1" spc="0" dirty="0">
                <a:ln>
                  <a:solidFill>
                    <a:srgbClr val="C9E7F7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C7C8421C-840B-4984-B1E1-5062B2E2CD07}"/>
                </a:ext>
              </a:extLst>
            </p:cNvPr>
            <p:cNvSpPr/>
            <p:nvPr/>
          </p:nvSpPr>
          <p:spPr>
            <a:xfrm>
              <a:off x="1" y="4961382"/>
              <a:ext cx="508000" cy="5757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8B957E2A-0383-488C-8098-777D7DFA3251}"/>
              </a:ext>
            </a:extLst>
          </p:cNvPr>
          <p:cNvGrpSpPr/>
          <p:nvPr/>
        </p:nvGrpSpPr>
        <p:grpSpPr>
          <a:xfrm>
            <a:off x="1" y="1672310"/>
            <a:ext cx="4811553" cy="1449044"/>
            <a:chOff x="1" y="3071623"/>
            <a:chExt cx="4811553" cy="1449044"/>
          </a:xfrm>
        </p:grpSpPr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9B2D8A09-1C66-4A89-AC97-29B8C02E9A23}"/>
                </a:ext>
              </a:extLst>
            </p:cNvPr>
            <p:cNvGrpSpPr/>
            <p:nvPr/>
          </p:nvGrpSpPr>
          <p:grpSpPr>
            <a:xfrm>
              <a:off x="782478" y="3071623"/>
              <a:ext cx="4029076" cy="1449044"/>
              <a:chOff x="782478" y="3016126"/>
              <a:chExt cx="4029076" cy="1449044"/>
            </a:xfrm>
          </p:grpSpPr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11ACDE4-0032-42AA-BFE3-8C53A6E2A38D}"/>
                  </a:ext>
                </a:extLst>
              </p:cNvPr>
              <p:cNvSpPr txBox="1"/>
              <p:nvPr/>
            </p:nvSpPr>
            <p:spPr>
              <a:xfrm>
                <a:off x="782478" y="3016126"/>
                <a:ext cx="4029076" cy="5398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cene3d>
                  <a:camera prst="orthographicFront"/>
                  <a:lightRig rig="threePt" dir="t"/>
                </a:scene3d>
                <a:sp3d>
                  <a:bevelT w="0" h="0"/>
                  <a:contourClr>
                    <a:schemeClr val="bg1"/>
                  </a:contourClr>
                </a:sp3d>
              </a:bodyPr>
              <a:lstStyle>
                <a:defPPr>
                  <a:defRPr lang="ko-KR"/>
                </a:defPPr>
                <a:lvl1pPr marL="130175" indent="-130175" defTabSz="900113">
                  <a:spcBef>
                    <a:spcPts val="300"/>
                  </a:spcBef>
                  <a:spcAft>
                    <a:spcPts val="0"/>
                  </a:spcAft>
                  <a:buClr>
                    <a:srgbClr val="4392CB"/>
                  </a:buClr>
                  <a:buFont typeface="Wingdings" pitchFamily="2" charset="2"/>
                  <a:buChar char="§"/>
                  <a:defRPr sz="1400" kern="0" spc="-50">
                    <a:ln>
                      <a:solidFill>
                        <a:srgbClr val="FFFFFF">
                          <a:alpha val="0"/>
                        </a:srgbClr>
                      </a:solidFill>
                    </a:ln>
                    <a:latin typeface="KoPub돋움체 Light" panose="02020603020101020101" pitchFamily="18" charset="-127"/>
                    <a:ea typeface="KoPub돋움체 Light" panose="02020603020101020101" pitchFamily="18" charset="-127"/>
                  </a:defRPr>
                </a:lvl1pPr>
              </a:lstStyle>
              <a:p>
                <a:pPr marL="0" indent="0">
                  <a:buNone/>
                </a:pPr>
                <a:r>
                  <a:rPr lang="en-US" altLang="ko-KR" sz="3600" spc="-150" dirty="0">
                    <a:ln>
                      <a:solidFill>
                        <a:srgbClr val="C9E7F7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2021</a:t>
                </a:r>
                <a:br>
                  <a:rPr lang="en-US" altLang="ko-KR" sz="3600" spc="-150" dirty="0">
                    <a:ln>
                      <a:solidFill>
                        <a:srgbClr val="C9E7F7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</a:br>
                <a:r>
                  <a:rPr lang="ko-KR" altLang="en-US" sz="3600" spc="-150" dirty="0">
                    <a:ln>
                      <a:solidFill>
                        <a:srgbClr val="C9E7F7">
                          <a:alpha val="0"/>
                        </a:srgbClr>
                      </a:solidFill>
                    </a:ln>
                    <a:solidFill>
                      <a:srgbClr val="4B8E42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화학제품관리시스템 개선</a:t>
                </a:r>
                <a:r>
                  <a:rPr lang="en-US" altLang="ko-KR" sz="3600" spc="-150" dirty="0">
                    <a:ln>
                      <a:solidFill>
                        <a:srgbClr val="C9E7F7">
                          <a:alpha val="0"/>
                        </a:srgbClr>
                      </a:solidFill>
                    </a:ln>
                    <a:solidFill>
                      <a:srgbClr val="4B8E42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·</a:t>
                </a:r>
                <a:r>
                  <a:rPr lang="ko-KR" altLang="en-US" sz="3600" spc="-150" dirty="0">
                    <a:ln>
                      <a:solidFill>
                        <a:srgbClr val="C9E7F7">
                          <a:alpha val="0"/>
                        </a:srgbClr>
                      </a:solidFill>
                    </a:ln>
                    <a:solidFill>
                      <a:srgbClr val="4B8E42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운영 사업</a:t>
                </a:r>
                <a:endParaRPr lang="ko-KR" altLang="en-US" sz="3600" spc="-150" dirty="0">
                  <a:ln>
                    <a:solidFill>
                      <a:srgbClr val="C9E7F7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9C503F7-2445-4F8A-BD80-AC3C94E638E2}"/>
                  </a:ext>
                </a:extLst>
              </p:cNvPr>
              <p:cNvSpPr txBox="1"/>
              <p:nvPr/>
            </p:nvSpPr>
            <p:spPr>
              <a:xfrm>
                <a:off x="782478" y="4147670"/>
                <a:ext cx="1789628" cy="3175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/>
              <a:lstStyle>
                <a:defPPr>
                  <a:defRPr lang="ko-KR"/>
                </a:defPPr>
                <a:lvl1pPr marL="130175" indent="-130175" defTabSz="900113">
                  <a:spcBef>
                    <a:spcPts val="300"/>
                  </a:spcBef>
                  <a:spcAft>
                    <a:spcPts val="0"/>
                  </a:spcAft>
                  <a:buClr>
                    <a:srgbClr val="4392CB"/>
                  </a:buClr>
                  <a:buFont typeface="Wingdings" pitchFamily="2" charset="2"/>
                  <a:buChar char="§"/>
                  <a:defRPr sz="1400" kern="0" spc="-50">
                    <a:ln>
                      <a:solidFill>
                        <a:srgbClr val="FFFFFF">
                          <a:alpha val="0"/>
                        </a:srgbClr>
                      </a:solidFill>
                    </a:ln>
                    <a:latin typeface="KoPub돋움체 Light" panose="02020603020101020101" pitchFamily="18" charset="-127"/>
                    <a:ea typeface="KoPub돋움체 Light" panose="02020603020101020101" pitchFamily="18" charset="-127"/>
                  </a:defRPr>
                </a:lvl1pPr>
              </a:lstStyle>
              <a:p>
                <a:pPr marL="0" indent="0">
                  <a:buNone/>
                </a:pPr>
                <a:r>
                  <a:rPr lang="ko-KR" altLang="en-US" sz="2400" spc="-150">
                    <a:ln>
                      <a:solidFill>
                        <a:srgbClr val="C9E7F7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착</a:t>
                </a:r>
                <a:r>
                  <a:rPr lang="en-US" altLang="ko-KR" sz="2400" spc="-150">
                    <a:ln>
                      <a:solidFill>
                        <a:srgbClr val="C9E7F7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/</a:t>
                </a:r>
                <a:r>
                  <a:rPr lang="ko-KR" altLang="en-US" sz="2400" spc="-150">
                    <a:ln>
                      <a:solidFill>
                        <a:srgbClr val="C9E7F7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수</a:t>
                </a:r>
                <a:r>
                  <a:rPr lang="en-US" altLang="ko-KR" sz="2400" spc="-150">
                    <a:ln>
                      <a:solidFill>
                        <a:srgbClr val="C9E7F7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/</a:t>
                </a:r>
                <a:r>
                  <a:rPr lang="ko-KR" altLang="en-US" sz="2400" spc="-150">
                    <a:ln>
                      <a:solidFill>
                        <a:srgbClr val="C9E7F7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보</a:t>
                </a:r>
                <a:r>
                  <a:rPr lang="en-US" altLang="ko-KR" sz="2400" spc="-150">
                    <a:ln>
                      <a:solidFill>
                        <a:srgbClr val="C9E7F7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/</a:t>
                </a:r>
                <a:r>
                  <a:rPr lang="ko-KR" altLang="en-US" sz="2400" spc="-150">
                    <a:ln>
                      <a:solidFill>
                        <a:srgbClr val="C9E7F7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고</a:t>
                </a:r>
                <a:r>
                  <a:rPr lang="en-US" altLang="ko-KR" sz="2400" spc="-150">
                    <a:ln>
                      <a:solidFill>
                        <a:srgbClr val="C9E7F7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/</a:t>
                </a:r>
                <a:r>
                  <a:rPr lang="ko-KR" altLang="en-US" sz="2400" spc="-150">
                    <a:ln>
                      <a:solidFill>
                        <a:srgbClr val="C9E7F7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회</a:t>
                </a:r>
                <a:endParaRPr lang="en-US" altLang="ko-KR" sz="2400" spc="-150" dirty="0">
                  <a:ln>
                    <a:solidFill>
                      <a:srgbClr val="C9E7F7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</p:grp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0992048D-0B84-4FF3-8D54-5985B990EB8F}"/>
                </a:ext>
              </a:extLst>
            </p:cNvPr>
            <p:cNvSpPr/>
            <p:nvPr/>
          </p:nvSpPr>
          <p:spPr>
            <a:xfrm>
              <a:off x="1" y="3091339"/>
              <a:ext cx="508000" cy="1111828"/>
            </a:xfrm>
            <a:prstGeom prst="rect">
              <a:avLst/>
            </a:prstGeom>
            <a:solidFill>
              <a:srgbClr val="4B8E42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spcBef>
                  <a:spcPts val="300"/>
                </a:spcBef>
                <a:buClr>
                  <a:schemeClr val="tx1">
                    <a:lumMod val="75000"/>
                    <a:lumOff val="25000"/>
                  </a:schemeClr>
                </a:buClr>
              </a:pPr>
              <a:endParaRPr lang="ko-KR" altLang="en-US" sz="1000" b="1">
                <a:ln w="3175"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pic>
        <p:nvPicPr>
          <p:cNvPr id="49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51" y="413028"/>
            <a:ext cx="1558925" cy="827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AA26A741-761F-4B37-A8FC-1E7A111371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132" y="6043262"/>
            <a:ext cx="2637687" cy="709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858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956189FA-30CA-46DC-91FF-D28585DB4E90}"/>
              </a:ext>
            </a:extLst>
          </p:cNvPr>
          <p:cNvSpPr/>
          <p:nvPr/>
        </p:nvSpPr>
        <p:spPr>
          <a:xfrm>
            <a:off x="0" y="1"/>
            <a:ext cx="10691813" cy="75596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A223FAC-90A8-4657-90FC-DADE1D069F33}"/>
              </a:ext>
            </a:extLst>
          </p:cNvPr>
          <p:cNvSpPr/>
          <p:nvPr/>
        </p:nvSpPr>
        <p:spPr>
          <a:xfrm>
            <a:off x="0" y="-1"/>
            <a:ext cx="10691813" cy="35461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>
              <a:spcBef>
                <a:spcPts val="300"/>
              </a:spcBef>
              <a:buClr>
                <a:schemeClr val="tx1">
                  <a:lumMod val="75000"/>
                  <a:lumOff val="25000"/>
                </a:schemeClr>
              </a:buClr>
            </a:pPr>
            <a:endParaRPr lang="ko-KR" altLang="en-US" sz="1000" b="1">
              <a:ln w="3175"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E543B774-1759-4C47-BA78-1D9476904DA1}"/>
              </a:ext>
            </a:extLst>
          </p:cNvPr>
          <p:cNvCxnSpPr>
            <a:cxnSpLocks/>
          </p:cNvCxnSpPr>
          <p:nvPr/>
        </p:nvCxnSpPr>
        <p:spPr>
          <a:xfrm>
            <a:off x="0" y="0"/>
            <a:ext cx="725214" cy="672662"/>
          </a:xfrm>
          <a:prstGeom prst="line">
            <a:avLst/>
          </a:prstGeom>
          <a:ln w="22225">
            <a:solidFill>
              <a:srgbClr val="81B7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0" name="그래픽 89">
            <a:extLst>
              <a:ext uri="{FF2B5EF4-FFF2-40B4-BE49-F238E27FC236}">
                <a16:creationId xmlns:a16="http://schemas.microsoft.com/office/drawing/2014/main" id="{913C88B0-2CF0-4E77-A5BD-B47D3B028B3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2530"/>
          <a:stretch/>
        </p:blipFill>
        <p:spPr>
          <a:xfrm>
            <a:off x="6883977" y="964812"/>
            <a:ext cx="3250623" cy="2719216"/>
          </a:xfrm>
          <a:prstGeom prst="rect">
            <a:avLst/>
          </a:prstGeom>
        </p:spPr>
      </p:pic>
      <p:sp>
        <p:nvSpPr>
          <p:cNvPr id="94" name="직사각형 93">
            <a:extLst>
              <a:ext uri="{FF2B5EF4-FFF2-40B4-BE49-F238E27FC236}">
                <a16:creationId xmlns:a16="http://schemas.microsoft.com/office/drawing/2014/main" id="{57BFDBB8-E0E9-4DF7-8E40-2A98B79B64D9}"/>
              </a:ext>
            </a:extLst>
          </p:cNvPr>
          <p:cNvSpPr/>
          <p:nvPr/>
        </p:nvSpPr>
        <p:spPr>
          <a:xfrm>
            <a:off x="0" y="2748981"/>
            <a:ext cx="10691813" cy="935047"/>
          </a:xfrm>
          <a:prstGeom prst="rect">
            <a:avLst/>
          </a:prstGeom>
          <a:gradFill>
            <a:gsLst>
              <a:gs pos="100000">
                <a:srgbClr val="82BA38"/>
              </a:gs>
              <a:gs pos="0">
                <a:srgbClr val="A9CE56"/>
              </a:gs>
            </a:gsLst>
            <a:lin ang="0" scaled="0"/>
          </a:gradFill>
          <a:ln>
            <a:noFill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>
              <a:spcBef>
                <a:spcPts val="300"/>
              </a:spcBef>
              <a:buClr>
                <a:schemeClr val="tx1">
                  <a:lumMod val="75000"/>
                  <a:lumOff val="25000"/>
                </a:schemeClr>
              </a:buClr>
            </a:pPr>
            <a:endParaRPr lang="ko-KR" altLang="en-US" sz="1000" b="1">
              <a:ln w="3175"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CD90A673-7BD4-45DF-A8BE-E84AD8E5C35B}"/>
              </a:ext>
            </a:extLst>
          </p:cNvPr>
          <p:cNvCxnSpPr>
            <a:cxnSpLocks/>
          </p:cNvCxnSpPr>
          <p:nvPr/>
        </p:nvCxnSpPr>
        <p:spPr>
          <a:xfrm>
            <a:off x="2970976" y="3016339"/>
            <a:ext cx="0" cy="116377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dist="12700" algn="t" rotWithShape="0">
              <a:schemeClr val="bg1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BA5F50F2-A925-44D2-A3BC-076C5A1796FD}"/>
              </a:ext>
            </a:extLst>
          </p:cNvPr>
          <p:cNvCxnSpPr>
            <a:cxnSpLocks/>
          </p:cNvCxnSpPr>
          <p:nvPr/>
        </p:nvCxnSpPr>
        <p:spPr>
          <a:xfrm>
            <a:off x="5451116" y="3016339"/>
            <a:ext cx="0" cy="116377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dist="12700" algn="t" rotWithShape="0">
              <a:schemeClr val="bg1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519B95CE-CB74-4E7D-BB59-D4B185F01D4B}"/>
              </a:ext>
            </a:extLst>
          </p:cNvPr>
          <p:cNvCxnSpPr>
            <a:cxnSpLocks/>
          </p:cNvCxnSpPr>
          <p:nvPr/>
        </p:nvCxnSpPr>
        <p:spPr>
          <a:xfrm>
            <a:off x="7931256" y="3016339"/>
            <a:ext cx="0" cy="116377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dist="12700" algn="t" rotWithShape="0">
              <a:schemeClr val="bg1"/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8DC391A8-0789-43D2-961A-113CF54B5A89}"/>
              </a:ext>
            </a:extLst>
          </p:cNvPr>
          <p:cNvSpPr/>
          <p:nvPr/>
        </p:nvSpPr>
        <p:spPr>
          <a:xfrm>
            <a:off x="1400527" y="2831783"/>
            <a:ext cx="67999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fontAlgn="base" latinLnBrk="0"/>
            <a:r>
              <a:rPr lang="en-US" altLang="ko-KR" sz="4400" b="1" kern="0" spc="-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Ⅰ</a:t>
            </a: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16799A8C-4001-4661-A5CE-FEBD4D97A2D6}"/>
              </a:ext>
            </a:extLst>
          </p:cNvPr>
          <p:cNvSpPr/>
          <p:nvPr/>
        </p:nvSpPr>
        <p:spPr>
          <a:xfrm>
            <a:off x="1204159" y="3801431"/>
            <a:ext cx="10727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400" fontAlgn="base"/>
            <a:r>
              <a:rPr lang="ko-KR" altLang="en-US" sz="2000" b="1" kern="0" spc="-1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사업 개요</a:t>
            </a:r>
            <a:endParaRPr lang="ko-KR" altLang="en-US" sz="2000" b="1" kern="0" spc="-1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F0523323-7E32-405E-93F0-7300762BD9BD}"/>
              </a:ext>
            </a:extLst>
          </p:cNvPr>
          <p:cNvSpPr/>
          <p:nvPr/>
        </p:nvSpPr>
        <p:spPr>
          <a:xfrm>
            <a:off x="3861431" y="2831783"/>
            <a:ext cx="69923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400" fontAlgn="base" latinLnBrk="0"/>
            <a:r>
              <a:rPr lang="en-US" altLang="ko-KR" sz="4400" b="1" kern="0" spc="-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Ⅱ</a:t>
            </a: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1098932C-569B-49B2-AA35-40990BFB7D0E}"/>
              </a:ext>
            </a:extLst>
          </p:cNvPr>
          <p:cNvSpPr/>
          <p:nvPr/>
        </p:nvSpPr>
        <p:spPr>
          <a:xfrm>
            <a:off x="3498351" y="3801431"/>
            <a:ext cx="14253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400" fontAlgn="base"/>
            <a:r>
              <a:rPr lang="ko-KR" altLang="en-US" sz="2000" b="1" kern="0" spc="-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사업수행방안</a:t>
            </a: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FFE009FB-8EC6-4434-A54F-C9FB8BDEB239}"/>
              </a:ext>
            </a:extLst>
          </p:cNvPr>
          <p:cNvSpPr/>
          <p:nvPr/>
        </p:nvSpPr>
        <p:spPr>
          <a:xfrm>
            <a:off x="6341571" y="2831783"/>
            <a:ext cx="69923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400" fontAlgn="base" latinLnBrk="0"/>
            <a:r>
              <a:rPr lang="en-US" altLang="ko-KR" sz="4400" b="1" kern="0" spc="-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Ⅲ</a:t>
            </a: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939C9035-FD76-4F28-8265-F0FE98F2F129}"/>
              </a:ext>
            </a:extLst>
          </p:cNvPr>
          <p:cNvSpPr/>
          <p:nvPr/>
        </p:nvSpPr>
        <p:spPr>
          <a:xfrm>
            <a:off x="6051427" y="3801431"/>
            <a:ext cx="12795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400" fontAlgn="base"/>
            <a:r>
              <a:rPr lang="ko-KR" altLang="en-US" sz="2000" b="1" kern="0" spc="-1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시스템 시연</a:t>
            </a:r>
            <a:endParaRPr lang="ko-KR" altLang="en-US" sz="2000" b="1" kern="0" spc="-1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7E222F63-C3DD-4106-AC0C-7030352A75BF}"/>
              </a:ext>
            </a:extLst>
          </p:cNvPr>
          <p:cNvSpPr/>
          <p:nvPr/>
        </p:nvSpPr>
        <p:spPr>
          <a:xfrm>
            <a:off x="8824476" y="2831783"/>
            <a:ext cx="69923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400" fontAlgn="base" latinLnBrk="0"/>
            <a:r>
              <a:rPr lang="en-US" altLang="ko-KR" sz="4400" b="1" kern="0" spc="-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Ⅳ</a:t>
            </a: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F7B39CAA-8375-4F8C-A802-9A3B3E0E448D}"/>
              </a:ext>
            </a:extLst>
          </p:cNvPr>
          <p:cNvSpPr/>
          <p:nvPr/>
        </p:nvSpPr>
        <p:spPr>
          <a:xfrm>
            <a:off x="8637726" y="3801431"/>
            <a:ext cx="10727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400" fontAlgn="base"/>
            <a:r>
              <a:rPr lang="ko-KR" altLang="en-US" sz="2000" b="1" kern="0" spc="-1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자유 토론</a:t>
            </a:r>
            <a:endParaRPr lang="ko-KR" altLang="en-US" sz="2000" b="1" kern="0" spc="-1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EB8A2BA9-C9B5-4E96-B929-06AD059D341F}"/>
              </a:ext>
            </a:extLst>
          </p:cNvPr>
          <p:cNvGrpSpPr/>
          <p:nvPr/>
        </p:nvGrpSpPr>
        <p:grpSpPr>
          <a:xfrm>
            <a:off x="657311" y="557300"/>
            <a:ext cx="4314351" cy="1046075"/>
            <a:chOff x="2076104" y="1531665"/>
            <a:chExt cx="4314351" cy="1046075"/>
          </a:xfrm>
        </p:grpSpPr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5FB041FA-71DD-490A-A8DF-8443C8F361FB}"/>
                </a:ext>
              </a:extLst>
            </p:cNvPr>
            <p:cNvSpPr/>
            <p:nvPr/>
          </p:nvSpPr>
          <p:spPr>
            <a:xfrm>
              <a:off x="2133163" y="2265315"/>
              <a:ext cx="4257292" cy="3124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400" spc="-4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2021 </a:t>
              </a:r>
              <a:r>
                <a:rPr lang="ko-KR" altLang="en-US" sz="1400" spc="-4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화학제품관리시스템 개선</a:t>
              </a:r>
              <a:r>
                <a:rPr lang="en-US" altLang="ko-KR" sz="1400" spc="-4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·</a:t>
              </a:r>
              <a:r>
                <a:rPr lang="ko-KR" altLang="en-US" sz="1400" spc="-4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운영 사업 착수보고회</a:t>
              </a:r>
              <a:endParaRPr lang="ko-KR" altLang="en-US" sz="1400" spc="-4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  <a:p>
              <a:endParaRPr lang="ko-KR" altLang="en-US" sz="1400" spc="-4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69C93CDC-28A1-4D21-A352-9668415E3610}"/>
                </a:ext>
              </a:extLst>
            </p:cNvPr>
            <p:cNvSpPr/>
            <p:nvPr/>
          </p:nvSpPr>
          <p:spPr>
            <a:xfrm>
              <a:off x="2076104" y="1531665"/>
              <a:ext cx="2989882" cy="6868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4800" spc="-4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C</a:t>
              </a:r>
              <a:r>
                <a:rPr lang="en-US" altLang="ko-KR" sz="4800" spc="-4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ontents</a:t>
              </a:r>
              <a:endParaRPr lang="ko-KR" altLang="en-US" sz="4800" spc="-4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pic>
        <p:nvPicPr>
          <p:cNvPr id="59" name="Picture 2"/>
          <p:cNvPicPr>
            <a:picLocks noChangeAspect="1" noChangeArrowheads="1"/>
          </p:cNvPicPr>
          <p:nvPr/>
        </p:nvPicPr>
        <p:blipFill>
          <a:blip r:embed="rId4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605" y="7124508"/>
            <a:ext cx="1487061" cy="239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그림 25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37AF48BF-1191-4C40-A384-A0E8A7E5738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7068" y="7124508"/>
            <a:ext cx="1170571" cy="314775"/>
          </a:xfrm>
          <a:prstGeom prst="rect">
            <a:avLst/>
          </a:prstGeom>
        </p:spPr>
      </p:pic>
      <p:grpSp>
        <p:nvGrpSpPr>
          <p:cNvPr id="23" name="그룹 22">
            <a:extLst>
              <a:ext uri="{FF2B5EF4-FFF2-40B4-BE49-F238E27FC236}">
                <a16:creationId xmlns:a16="http://schemas.microsoft.com/office/drawing/2014/main" id="{06227430-CC05-49CD-9A48-5EBCBAA88B19}"/>
              </a:ext>
            </a:extLst>
          </p:cNvPr>
          <p:cNvGrpSpPr/>
          <p:nvPr/>
        </p:nvGrpSpPr>
        <p:grpSpPr>
          <a:xfrm>
            <a:off x="893728" y="4180109"/>
            <a:ext cx="1597918" cy="2322687"/>
            <a:chOff x="2277444" y="3997671"/>
            <a:chExt cx="1597918" cy="2322687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BC13D6A-0888-4E4D-8172-035B3683CECD}"/>
                </a:ext>
              </a:extLst>
            </p:cNvPr>
            <p:cNvSpPr txBox="1"/>
            <p:nvPr/>
          </p:nvSpPr>
          <p:spPr>
            <a:xfrm>
              <a:off x="2277444" y="3997671"/>
              <a:ext cx="371255" cy="23226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>
                <a:lnSpc>
                  <a:spcPct val="150000"/>
                </a:lnSpc>
                <a:buClr>
                  <a:srgbClr val="363636"/>
                </a:buClr>
                <a:defRPr/>
              </a:pPr>
              <a:r>
                <a:rPr kumimoji="1" lang="en-US" altLang="ko-KR" sz="1400" spc="-6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>
                      <a:lumMod val="6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01</a:t>
              </a:r>
            </a:p>
            <a:p>
              <a:pPr lvl="0">
                <a:lnSpc>
                  <a:spcPct val="150000"/>
                </a:lnSpc>
                <a:buClr>
                  <a:srgbClr val="363636"/>
                </a:buClr>
                <a:defRPr/>
              </a:pPr>
              <a:r>
                <a:rPr kumimoji="1" lang="en-US" altLang="ko-KR" sz="1400" spc="-6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>
                      <a:lumMod val="6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02</a:t>
              </a:r>
            </a:p>
            <a:p>
              <a:pPr lvl="0">
                <a:lnSpc>
                  <a:spcPct val="150000"/>
                </a:lnSpc>
                <a:buClr>
                  <a:srgbClr val="363636"/>
                </a:buClr>
                <a:defRPr/>
              </a:pPr>
              <a:r>
                <a:rPr kumimoji="1" lang="en-US" altLang="ko-KR" sz="1400" spc="-6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>
                      <a:lumMod val="6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03</a:t>
              </a:r>
            </a:p>
            <a:p>
              <a:pPr lvl="0">
                <a:lnSpc>
                  <a:spcPct val="150000"/>
                </a:lnSpc>
                <a:buClr>
                  <a:srgbClr val="363636"/>
                </a:buClr>
                <a:defRPr/>
              </a:pPr>
              <a:r>
                <a:rPr kumimoji="1" lang="en-US" altLang="ko-KR" sz="1400" spc="-6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>
                      <a:lumMod val="6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04</a:t>
              </a:r>
            </a:p>
            <a:p>
              <a:pPr lvl="0">
                <a:lnSpc>
                  <a:spcPct val="150000"/>
                </a:lnSpc>
                <a:buClr>
                  <a:srgbClr val="363636"/>
                </a:buClr>
                <a:defRPr/>
              </a:pPr>
              <a:r>
                <a:rPr kumimoji="1" lang="en-US" altLang="ko-KR" sz="1400" spc="-6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>
                      <a:lumMod val="6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05</a:t>
              </a:r>
            </a:p>
            <a:p>
              <a:pPr lvl="0">
                <a:lnSpc>
                  <a:spcPct val="150000"/>
                </a:lnSpc>
                <a:buClr>
                  <a:srgbClr val="363636"/>
                </a:buClr>
                <a:defRPr/>
              </a:pPr>
              <a:r>
                <a:rPr kumimoji="1" lang="en-US" altLang="ko-KR" sz="1400" spc="-6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>
                      <a:lumMod val="6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06</a:t>
              </a:r>
            </a:p>
            <a:p>
              <a:pPr lvl="0">
                <a:lnSpc>
                  <a:spcPct val="150000"/>
                </a:lnSpc>
                <a:buClr>
                  <a:srgbClr val="363636"/>
                </a:buClr>
                <a:defRPr/>
              </a:pPr>
              <a:r>
                <a:rPr kumimoji="1" lang="en-US" altLang="ko-KR" sz="1400" spc="-6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>
                      <a:lumMod val="6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07</a:t>
              </a:r>
              <a:endParaRPr kumimoji="1" lang="en-US" altLang="ko-KR" sz="14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770C6B7-FE30-4B61-ABE3-E61681E95472}"/>
                </a:ext>
              </a:extLst>
            </p:cNvPr>
            <p:cNvSpPr txBox="1"/>
            <p:nvPr/>
          </p:nvSpPr>
          <p:spPr>
            <a:xfrm>
              <a:off x="2601295" y="3997671"/>
              <a:ext cx="1274067" cy="23226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lvl="0">
                <a:lnSpc>
                  <a:spcPct val="150000"/>
                </a:lnSpc>
                <a:buClr>
                  <a:srgbClr val="363636"/>
                </a:buClr>
                <a:defRPr kumimoji="1" sz="1400" spc="-6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</a:defRPr>
              </a:lvl1pPr>
            </a:lstStyle>
            <a:p>
              <a:r>
                <a:rPr lang="ko-KR" altLang="en-US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사업 개요</a:t>
              </a:r>
              <a:endPara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ko-KR" altLang="en-US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추진 경과</a:t>
              </a:r>
              <a:endPara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ko-KR" altLang="en-US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추진 체계</a:t>
              </a:r>
              <a:endPara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ko-KR" altLang="en-US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시스템 구성</a:t>
              </a:r>
              <a:endParaRPr lang="en-US" altLang="ko-KR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ko-KR" altLang="en-US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기능적 요구사항</a:t>
              </a:r>
              <a:endParaRPr lang="en-US" altLang="ko-KR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ko-KR" altLang="en-US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주요일정</a:t>
              </a:r>
              <a:endParaRPr lang="en-US" altLang="ko-KR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ko-KR" altLang="en-US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사업성공요소</a:t>
              </a:r>
              <a:endPara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C43A2D60-E13A-4076-BC0D-2834B031B3B3}"/>
              </a:ext>
            </a:extLst>
          </p:cNvPr>
          <p:cNvGrpSpPr/>
          <p:nvPr/>
        </p:nvGrpSpPr>
        <p:grpSpPr>
          <a:xfrm>
            <a:off x="3222972" y="4180112"/>
            <a:ext cx="2510685" cy="2645853"/>
            <a:chOff x="2277444" y="3997671"/>
            <a:chExt cx="3936937" cy="1457244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836691B-DFE3-44EF-B154-8017A832D8D4}"/>
                </a:ext>
              </a:extLst>
            </p:cNvPr>
            <p:cNvSpPr txBox="1"/>
            <p:nvPr/>
          </p:nvSpPr>
          <p:spPr>
            <a:xfrm>
              <a:off x="2277444" y="3997671"/>
              <a:ext cx="582155" cy="1457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>
                <a:lnSpc>
                  <a:spcPct val="150000"/>
                </a:lnSpc>
                <a:buClr>
                  <a:srgbClr val="363636"/>
                </a:buClr>
                <a:defRPr/>
              </a:pPr>
              <a:r>
                <a:rPr kumimoji="1" lang="en-US" altLang="ko-KR" sz="1400" spc="-6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>
                      <a:lumMod val="6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01</a:t>
              </a:r>
            </a:p>
            <a:p>
              <a:pPr lvl="0">
                <a:lnSpc>
                  <a:spcPct val="150000"/>
                </a:lnSpc>
                <a:buClr>
                  <a:srgbClr val="363636"/>
                </a:buClr>
                <a:defRPr/>
              </a:pPr>
              <a:r>
                <a:rPr kumimoji="1" lang="en-US" altLang="ko-KR" sz="1400" spc="-6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>
                      <a:lumMod val="6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02</a:t>
              </a:r>
            </a:p>
            <a:p>
              <a:pPr lvl="0">
                <a:lnSpc>
                  <a:spcPct val="150000"/>
                </a:lnSpc>
                <a:buClr>
                  <a:srgbClr val="363636"/>
                </a:buClr>
                <a:defRPr/>
              </a:pPr>
              <a:endParaRPr kumimoji="1" lang="en-US" altLang="ko-KR" sz="14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pPr lvl="0">
                <a:lnSpc>
                  <a:spcPct val="150000"/>
                </a:lnSpc>
                <a:buClr>
                  <a:srgbClr val="363636"/>
                </a:buClr>
                <a:defRPr/>
              </a:pPr>
              <a:r>
                <a:rPr kumimoji="1" lang="en-US" altLang="ko-KR" sz="1400" spc="-6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>
                      <a:lumMod val="6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03</a:t>
              </a:r>
            </a:p>
            <a:p>
              <a:pPr lvl="0">
                <a:lnSpc>
                  <a:spcPct val="150000"/>
                </a:lnSpc>
                <a:buClr>
                  <a:srgbClr val="363636"/>
                </a:buClr>
                <a:defRPr/>
              </a:pPr>
              <a:endParaRPr kumimoji="1" lang="en-US" altLang="ko-KR" sz="1400" spc="-6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pPr lvl="0">
                <a:lnSpc>
                  <a:spcPct val="150000"/>
                </a:lnSpc>
                <a:buClr>
                  <a:srgbClr val="363636"/>
                </a:buClr>
                <a:defRPr/>
              </a:pPr>
              <a:r>
                <a:rPr kumimoji="1" lang="en-US" altLang="ko-KR" sz="1400" spc="-6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>
                      <a:lumMod val="6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04</a:t>
              </a:r>
            </a:p>
            <a:p>
              <a:pPr lvl="0">
                <a:lnSpc>
                  <a:spcPct val="150000"/>
                </a:lnSpc>
                <a:buClr>
                  <a:srgbClr val="363636"/>
                </a:buClr>
                <a:defRPr/>
              </a:pPr>
              <a:r>
                <a:rPr kumimoji="1" lang="en-US" altLang="ko-KR" sz="1400" spc="-6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>
                      <a:lumMod val="6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05</a:t>
              </a:r>
            </a:p>
            <a:p>
              <a:pPr lvl="0">
                <a:lnSpc>
                  <a:spcPct val="150000"/>
                </a:lnSpc>
                <a:buClr>
                  <a:srgbClr val="363636"/>
                </a:buClr>
                <a:defRPr/>
              </a:pPr>
              <a:r>
                <a:rPr kumimoji="1" lang="en-US" altLang="ko-KR" sz="1400" spc="-6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>
                      <a:lumMod val="6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06</a:t>
              </a:r>
              <a:endParaRPr kumimoji="1" lang="en-US" altLang="ko-KR" sz="14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11362BD-95BF-477F-B84A-AC3E3E1742CD}"/>
                </a:ext>
              </a:extLst>
            </p:cNvPr>
            <p:cNvSpPr txBox="1"/>
            <p:nvPr/>
          </p:nvSpPr>
          <p:spPr>
            <a:xfrm>
              <a:off x="2601295" y="3997671"/>
              <a:ext cx="3613086" cy="1457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lvl="0">
                <a:lnSpc>
                  <a:spcPct val="150000"/>
                </a:lnSpc>
                <a:buClr>
                  <a:srgbClr val="363636"/>
                </a:buClr>
                <a:defRPr kumimoji="1" sz="1400" spc="-6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</a:defRPr>
              </a:lvl1pPr>
            </a:lstStyle>
            <a:p>
              <a:r>
                <a:rPr lang="ko-KR" altLang="en-US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화학제품관리시스템 연계도</a:t>
              </a:r>
              <a:endParaRPr lang="en-US" altLang="ko-KR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ko-KR" altLang="en-US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기업회원 및 일반회원 관리</a:t>
              </a:r>
              <a:endParaRPr lang="en-US" altLang="ko-KR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ko-KR" altLang="en-US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승인유예대상 기존 </a:t>
              </a:r>
              <a:endParaRPr lang="en-US" altLang="ko-KR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ko-KR" altLang="en-US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살생물물질 통합 </a:t>
              </a:r>
              <a:r>
                <a:rPr lang="en-US" altLang="ko-KR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DB </a:t>
              </a:r>
              <a:r>
                <a:rPr lang="ko-KR" altLang="en-US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관리</a:t>
              </a:r>
              <a:endParaRPr lang="en-US" altLang="ko-KR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ko-KR" altLang="en-US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안전확인대상 생활화학제품</a:t>
              </a:r>
              <a:endParaRPr lang="en-US" altLang="ko-KR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ko-KR" altLang="en-US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신고대상</a:t>
              </a:r>
              <a:endParaRPr lang="en-US" altLang="ko-KR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ko-KR" altLang="en-US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안전확인대상 생활화학제품 </a:t>
              </a:r>
              <a:r>
                <a:rPr lang="en-US" altLang="ko-KR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QR</a:t>
              </a:r>
            </a:p>
            <a:p>
              <a:r>
                <a:rPr lang="ko-KR" altLang="en-US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기존 살생물물질 승인신청</a:t>
              </a:r>
              <a:endParaRPr lang="ko-KR" altLang="en-US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20596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07BF4AB7-64AA-4A7D-B2E0-A0D2BC99B277}"/>
              </a:ext>
            </a:extLst>
          </p:cNvPr>
          <p:cNvGrpSpPr/>
          <p:nvPr/>
        </p:nvGrpSpPr>
        <p:grpSpPr>
          <a:xfrm>
            <a:off x="557213" y="383430"/>
            <a:ext cx="8246345" cy="978887"/>
            <a:chOff x="557213" y="383430"/>
            <a:chExt cx="8246345" cy="978887"/>
          </a:xfrm>
        </p:grpSpPr>
        <p:sp>
          <p:nvSpPr>
            <p:cNvPr id="3" name="Rectangle 6">
              <a:extLst>
                <a:ext uri="{FF2B5EF4-FFF2-40B4-BE49-F238E27FC236}">
                  <a16:creationId xmlns:a16="http://schemas.microsoft.com/office/drawing/2014/main" id="{02706897-761E-4DFD-91FC-8C467F220D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213" y="383430"/>
              <a:ext cx="531454" cy="5539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rIns="0" bIns="0" anchor="b">
              <a:spAutoFit/>
            </a:bodyPr>
            <a:lstStyle/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ko-KR" sz="3600" b="0" i="0" u="none" strike="noStrike" kern="1200" cap="none" spc="-49" normalizeH="0" baseline="0" noProof="0" dirty="0">
                  <a:ln>
                    <a:solidFill>
                      <a:srgbClr val="D64E75">
                        <a:alpha val="0"/>
                      </a:srgbClr>
                    </a:solidFill>
                  </a:ln>
                  <a:solidFill>
                    <a:srgbClr val="A9CE56"/>
                  </a:solidFill>
                  <a:effectLst/>
                  <a:uLnTx/>
                  <a:uFillTx/>
                  <a:latin typeface="KoPub바탕체 Bold" panose="00000800000000000000" pitchFamily="2" charset="-127"/>
                  <a:ea typeface="KoPub바탕체 Bold" panose="00000800000000000000" pitchFamily="2" charset="-127"/>
                  <a:cs typeface="+mn-cs"/>
                </a:rPr>
                <a:t>0</a:t>
              </a:r>
              <a:r>
                <a:rPr kumimoji="0" lang="en-US" altLang="ko-KR" sz="3600" b="0" i="0" u="none" strike="noStrike" kern="1200" cap="none" spc="-49" normalizeH="0" baseline="0" noProof="0" dirty="0">
                  <a:ln>
                    <a:solidFill>
                      <a:srgbClr val="D64E75">
                        <a:alpha val="0"/>
                      </a:srgbClr>
                    </a:solidFill>
                  </a:ln>
                  <a:solidFill>
                    <a:srgbClr val="4B8E42"/>
                  </a:solidFill>
                  <a:effectLst/>
                  <a:uLnTx/>
                  <a:uFillTx/>
                  <a:latin typeface="KoPub바탕체 Bold" panose="00000800000000000000" pitchFamily="2" charset="-127"/>
                  <a:ea typeface="KoPub바탕체 Bold" panose="00000800000000000000" pitchFamily="2" charset="-127"/>
                  <a:cs typeface="+mn-cs"/>
                </a:rPr>
                <a:t>1</a:t>
              </a:r>
              <a:endParaRPr kumimoji="0" lang="ko-KR" altLang="en-US" sz="3600" b="0" i="0" u="none" strike="noStrike" kern="1200" cap="none" spc="-49" normalizeH="0" baseline="0" noProof="0" dirty="0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rgbClr val="4B8E42"/>
                </a:solidFill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  <a:cs typeface="+mn-cs"/>
              </a:endParaRPr>
            </a:p>
          </p:txBody>
        </p:sp>
        <p:sp>
          <p:nvSpPr>
            <p:cNvPr id="4" name="Rectangle 6">
              <a:extLst>
                <a:ext uri="{FF2B5EF4-FFF2-40B4-BE49-F238E27FC236}">
                  <a16:creationId xmlns:a16="http://schemas.microsoft.com/office/drawing/2014/main" id="{187EED01-0A18-4C92-823C-8931F4CAFB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6235" y="598511"/>
              <a:ext cx="2794655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rIns="0" bIns="0" anchor="b">
              <a:spAutoFit/>
            </a:bodyPr>
            <a:lstStyle/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ko-KR" altLang="en-US" sz="2000" b="0" i="0" u="none" strike="noStrike" kern="1200" cap="none" spc="-49" normalizeH="0" baseline="0" noProof="0">
                  <a:ln>
                    <a:solidFill>
                      <a:srgbClr val="D64E75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사업</a:t>
              </a:r>
              <a:r>
                <a:rPr kumimoji="0" lang="ko-KR" altLang="en-US" sz="2000" b="0" i="0" u="none" strike="noStrike" kern="1200" cap="none" spc="-49" normalizeH="0" noProof="0">
                  <a:ln>
                    <a:solidFill>
                      <a:srgbClr val="D64E75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 </a:t>
              </a:r>
              <a:r>
                <a:rPr lang="ko-KR" altLang="en-US" sz="2000" spc="-49">
                  <a:ln>
                    <a:solidFill>
                      <a:srgbClr val="D64E75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개요</a:t>
              </a:r>
              <a:endParaRPr kumimoji="0" lang="ko-KR" altLang="en-US" sz="2000" b="0" i="0" u="none" strike="noStrike" kern="1200" cap="none" spc="-49" normalizeH="0" baseline="0" noProof="0" dirty="0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1EAB9735-225F-4CC8-AA50-8EF036CE3A57}"/>
                </a:ext>
              </a:extLst>
            </p:cNvPr>
            <p:cNvGrpSpPr/>
            <p:nvPr/>
          </p:nvGrpSpPr>
          <p:grpSpPr>
            <a:xfrm>
              <a:off x="565201" y="1123003"/>
              <a:ext cx="8238357" cy="239314"/>
              <a:chOff x="1283748" y="1193940"/>
              <a:chExt cx="8238357" cy="239314"/>
            </a:xfrm>
          </p:grpSpPr>
          <p:sp>
            <p:nvSpPr>
              <p:cNvPr id="6" name="Freeform 31">
                <a:extLst>
                  <a:ext uri="{FF2B5EF4-FFF2-40B4-BE49-F238E27FC236}">
                    <a16:creationId xmlns:a16="http://schemas.microsoft.com/office/drawing/2014/main" id="{267D7390-091E-468F-9BA4-4CB05088D40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83748" y="1193940"/>
                <a:ext cx="240252" cy="239314"/>
              </a:xfrm>
              <a:custGeom>
                <a:avLst/>
                <a:gdLst>
                  <a:gd name="T0" fmla="*/ 96 w 192"/>
                  <a:gd name="T1" fmla="*/ 0 h 191"/>
                  <a:gd name="T2" fmla="*/ 0 w 192"/>
                  <a:gd name="T3" fmla="*/ 95 h 191"/>
                  <a:gd name="T4" fmla="*/ 96 w 192"/>
                  <a:gd name="T5" fmla="*/ 191 h 191"/>
                  <a:gd name="T6" fmla="*/ 192 w 192"/>
                  <a:gd name="T7" fmla="*/ 95 h 191"/>
                  <a:gd name="T8" fmla="*/ 96 w 192"/>
                  <a:gd name="T9" fmla="*/ 0 h 191"/>
                  <a:gd name="T10" fmla="*/ 156 w 192"/>
                  <a:gd name="T11" fmla="*/ 73 h 191"/>
                  <a:gd name="T12" fmla="*/ 86 w 192"/>
                  <a:gd name="T13" fmla="*/ 142 h 191"/>
                  <a:gd name="T14" fmla="*/ 77 w 192"/>
                  <a:gd name="T15" fmla="*/ 145 h 191"/>
                  <a:gd name="T16" fmla="*/ 68 w 192"/>
                  <a:gd name="T17" fmla="*/ 142 h 191"/>
                  <a:gd name="T18" fmla="*/ 37 w 192"/>
                  <a:gd name="T19" fmla="*/ 110 h 191"/>
                  <a:gd name="T20" fmla="*/ 37 w 192"/>
                  <a:gd name="T21" fmla="*/ 92 h 191"/>
                  <a:gd name="T22" fmla="*/ 55 w 192"/>
                  <a:gd name="T23" fmla="*/ 92 h 191"/>
                  <a:gd name="T24" fmla="*/ 77 w 192"/>
                  <a:gd name="T25" fmla="*/ 115 h 191"/>
                  <a:gd name="T26" fmla="*/ 138 w 192"/>
                  <a:gd name="T27" fmla="*/ 55 h 191"/>
                  <a:gd name="T28" fmla="*/ 156 w 192"/>
                  <a:gd name="T29" fmla="*/ 55 h 191"/>
                  <a:gd name="T30" fmla="*/ 156 w 192"/>
                  <a:gd name="T31" fmla="*/ 73 h 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92" h="191">
                    <a:moveTo>
                      <a:pt x="96" y="0"/>
                    </a:moveTo>
                    <a:cubicBezTo>
                      <a:pt x="43" y="0"/>
                      <a:pt x="0" y="42"/>
                      <a:pt x="0" y="95"/>
                    </a:cubicBezTo>
                    <a:cubicBezTo>
                      <a:pt x="0" y="148"/>
                      <a:pt x="43" y="191"/>
                      <a:pt x="96" y="191"/>
                    </a:cubicBezTo>
                    <a:cubicBezTo>
                      <a:pt x="149" y="191"/>
                      <a:pt x="192" y="148"/>
                      <a:pt x="192" y="95"/>
                    </a:cubicBezTo>
                    <a:cubicBezTo>
                      <a:pt x="192" y="42"/>
                      <a:pt x="149" y="0"/>
                      <a:pt x="96" y="0"/>
                    </a:cubicBezTo>
                    <a:close/>
                    <a:moveTo>
                      <a:pt x="156" y="73"/>
                    </a:moveTo>
                    <a:cubicBezTo>
                      <a:pt x="86" y="142"/>
                      <a:pt x="86" y="142"/>
                      <a:pt x="86" y="142"/>
                    </a:cubicBezTo>
                    <a:cubicBezTo>
                      <a:pt x="84" y="144"/>
                      <a:pt x="81" y="145"/>
                      <a:pt x="77" y="145"/>
                    </a:cubicBezTo>
                    <a:cubicBezTo>
                      <a:pt x="74" y="145"/>
                      <a:pt x="71" y="144"/>
                      <a:pt x="68" y="142"/>
                    </a:cubicBezTo>
                    <a:cubicBezTo>
                      <a:pt x="37" y="110"/>
                      <a:pt x="37" y="110"/>
                      <a:pt x="37" y="110"/>
                    </a:cubicBezTo>
                    <a:cubicBezTo>
                      <a:pt x="32" y="105"/>
                      <a:pt x="32" y="97"/>
                      <a:pt x="37" y="92"/>
                    </a:cubicBezTo>
                    <a:cubicBezTo>
                      <a:pt x="42" y="87"/>
                      <a:pt x="50" y="87"/>
                      <a:pt x="55" y="92"/>
                    </a:cubicBezTo>
                    <a:cubicBezTo>
                      <a:pt x="77" y="115"/>
                      <a:pt x="77" y="115"/>
                      <a:pt x="77" y="115"/>
                    </a:cubicBezTo>
                    <a:cubicBezTo>
                      <a:pt x="138" y="55"/>
                      <a:pt x="138" y="55"/>
                      <a:pt x="138" y="55"/>
                    </a:cubicBezTo>
                    <a:cubicBezTo>
                      <a:pt x="143" y="50"/>
                      <a:pt x="151" y="50"/>
                      <a:pt x="156" y="55"/>
                    </a:cubicBezTo>
                    <a:cubicBezTo>
                      <a:pt x="161" y="60"/>
                      <a:pt x="161" y="68"/>
                      <a:pt x="156" y="7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483BACC-489E-48C9-A189-09BED7D83C66}"/>
                  </a:ext>
                </a:extLst>
              </p:cNvPr>
              <p:cNvSpPr txBox="1"/>
              <p:nvPr/>
            </p:nvSpPr>
            <p:spPr>
              <a:xfrm>
                <a:off x="1627315" y="1205875"/>
                <a:ext cx="789479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lvl="0">
                  <a:defRPr/>
                </a:pPr>
                <a:r>
                  <a:rPr lang="ko-KR" altLang="en-US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j-ea"/>
                    <a:ea typeface="+mj-ea"/>
                  </a:rPr>
                  <a:t>본 사업 기간은 약 </a:t>
                </a:r>
                <a:r>
                  <a:rPr lang="en-US" altLang="ko-KR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j-ea"/>
                    <a:ea typeface="+mj-ea"/>
                  </a:rPr>
                  <a:t>8</a:t>
                </a:r>
                <a:r>
                  <a:rPr lang="ko-KR" altLang="en-US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j-ea"/>
                    <a:ea typeface="+mj-ea"/>
                  </a:rPr>
                  <a:t>개월</a:t>
                </a:r>
                <a:r>
                  <a:rPr lang="en-US" altLang="ko-KR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j-ea"/>
                    <a:ea typeface="+mj-ea"/>
                  </a:rPr>
                  <a:t>, </a:t>
                </a:r>
                <a:r>
                  <a:rPr lang="ko-KR" altLang="en-US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j-ea"/>
                    <a:ea typeface="+mj-ea"/>
                  </a:rPr>
                  <a:t>주요 사업내용은 화학제품관리시스템 </a:t>
                </a:r>
                <a:r>
                  <a:rPr lang="ko-KR" altLang="en-US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srgbClr val="FFFF00"/>
                    </a:solidFill>
                    <a:latin typeface="+mj-ea"/>
                    <a:ea typeface="+mj-ea"/>
                  </a:rPr>
                  <a:t>개선운영</a:t>
                </a:r>
                <a:r>
                  <a:rPr lang="en-US" altLang="ko-KR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srgbClr val="FFFF00"/>
                    </a:solidFill>
                    <a:latin typeface="+mj-ea"/>
                    <a:ea typeface="+mj-ea"/>
                  </a:rPr>
                  <a:t>, </a:t>
                </a:r>
                <a:r>
                  <a:rPr lang="ko-KR" altLang="en-US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srgbClr val="FFFF00"/>
                    </a:solidFill>
                    <a:latin typeface="+mj-ea"/>
                    <a:ea typeface="+mj-ea"/>
                  </a:rPr>
                  <a:t>신규추가</a:t>
                </a:r>
                <a:r>
                  <a:rPr lang="en-US" altLang="ko-KR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srgbClr val="FFFF00"/>
                    </a:solidFill>
                    <a:latin typeface="+mj-ea"/>
                    <a:ea typeface="+mj-ea"/>
                  </a:rPr>
                  <a:t>, </a:t>
                </a:r>
                <a:r>
                  <a:rPr lang="ko-KR" altLang="en-US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srgbClr val="FFFF00"/>
                    </a:solidFill>
                    <a:latin typeface="+mj-ea"/>
                    <a:ea typeface="+mj-ea"/>
                  </a:rPr>
                  <a:t>민원요청 처리를 범위로 함 </a:t>
                </a:r>
                <a:endParaRPr lang="en-US" altLang="ko-KR" sz="14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rgbClr val="FFFF00"/>
                  </a:solidFill>
                  <a:latin typeface="+mj-ea"/>
                  <a:ea typeface="+mj-ea"/>
                </a:endParaRPr>
              </a:p>
            </p:txBody>
          </p:sp>
        </p:grp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C49B826C-5548-4BAF-AECA-94EC5710FA99}"/>
              </a:ext>
            </a:extLst>
          </p:cNvPr>
          <p:cNvGrpSpPr/>
          <p:nvPr/>
        </p:nvGrpSpPr>
        <p:grpSpPr>
          <a:xfrm>
            <a:off x="8934005" y="699034"/>
            <a:ext cx="881958" cy="245691"/>
            <a:chOff x="8458455" y="782973"/>
            <a:chExt cx="881958" cy="245691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E1276947-3BB3-4DF2-B03F-2B205B87CA50}"/>
                </a:ext>
              </a:extLst>
            </p:cNvPr>
            <p:cNvGrpSpPr/>
            <p:nvPr/>
          </p:nvGrpSpPr>
          <p:grpSpPr>
            <a:xfrm>
              <a:off x="8697949" y="782973"/>
              <a:ext cx="163476" cy="245691"/>
              <a:chOff x="8658927" y="782973"/>
              <a:chExt cx="163476" cy="245691"/>
            </a:xfrm>
          </p:grpSpPr>
          <p:sp>
            <p:nvSpPr>
              <p:cNvPr id="19" name="사각형: 둥근 위쪽 모서리 18">
                <a:extLst>
                  <a:ext uri="{FF2B5EF4-FFF2-40B4-BE49-F238E27FC236}">
                    <a16:creationId xmlns:a16="http://schemas.microsoft.com/office/drawing/2014/main" id="{B405BF42-1D3D-44B5-A931-5C5B964202B6}"/>
                  </a:ext>
                </a:extLst>
              </p:cNvPr>
              <p:cNvSpPr/>
              <p:nvPr/>
            </p:nvSpPr>
            <p:spPr>
              <a:xfrm>
                <a:off x="8658927" y="956664"/>
                <a:ext cx="163476" cy="720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4041E7F7-CAC4-429C-B09E-79610B06DC62}"/>
                  </a:ext>
                </a:extLst>
              </p:cNvPr>
              <p:cNvSpPr/>
              <p:nvPr/>
            </p:nvSpPr>
            <p:spPr>
              <a:xfrm>
                <a:off x="8658927" y="782973"/>
                <a:ext cx="163476" cy="1493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rPr>
                  <a:t>Ⅱ</a:t>
                </a:r>
                <a:endParaRPr kumimoji="0" lang="ko-KR" altLang="en-US" sz="800" b="0" i="0" u="none" strike="noStrike" kern="0" cap="none" spc="-30" normalizeH="0" baseline="0" noProof="0" dirty="0">
                  <a:ln w="3175"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KoPub바탕체 Light" panose="00000300000000000000" pitchFamily="2" charset="-127"/>
                  <a:ea typeface="KoPub바탕체 Light" panose="00000300000000000000" pitchFamily="2" charset="-127"/>
                  <a:cs typeface="+mn-cs"/>
                </a:endParaRPr>
              </a:p>
            </p:txBody>
          </p:sp>
        </p:grp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C9D5E0B9-AC5A-4985-B7B5-0643FC2B7BFE}"/>
                </a:ext>
              </a:extLst>
            </p:cNvPr>
            <p:cNvGrpSpPr/>
            <p:nvPr/>
          </p:nvGrpSpPr>
          <p:grpSpPr>
            <a:xfrm>
              <a:off x="8458455" y="782973"/>
              <a:ext cx="163476" cy="245691"/>
              <a:chOff x="8458455" y="782973"/>
              <a:chExt cx="163476" cy="245691"/>
            </a:xfrm>
          </p:grpSpPr>
          <p:sp>
            <p:nvSpPr>
              <p:cNvPr id="17" name="사각형: 둥근 위쪽 모서리 16">
                <a:extLst>
                  <a:ext uri="{FF2B5EF4-FFF2-40B4-BE49-F238E27FC236}">
                    <a16:creationId xmlns:a16="http://schemas.microsoft.com/office/drawing/2014/main" id="{BE6BD001-6BAF-462C-ABF4-7D2FC0669F58}"/>
                  </a:ext>
                </a:extLst>
              </p:cNvPr>
              <p:cNvSpPr/>
              <p:nvPr/>
            </p:nvSpPr>
            <p:spPr>
              <a:xfrm>
                <a:off x="8458455" y="956664"/>
                <a:ext cx="163476" cy="720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66B3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63F56E1B-6E55-4741-9951-4669E1DCBF09}"/>
                  </a:ext>
                </a:extLst>
              </p:cNvPr>
              <p:cNvSpPr/>
              <p:nvPr/>
            </p:nvSpPr>
            <p:spPr>
              <a:xfrm>
                <a:off x="8458455" y="782973"/>
                <a:ext cx="163476" cy="1493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srgbClr val="4B8E42"/>
                    </a:solidFill>
                    <a:effectLst/>
                    <a:uLnTx/>
                    <a:uFillTx/>
                    <a:latin typeface="KoPub바탕체 Medium" panose="00000600000000000000" pitchFamily="2" charset="-127"/>
                    <a:ea typeface="KoPub바탕체 Medium" panose="00000600000000000000" pitchFamily="2" charset="-127"/>
                    <a:cs typeface="+mn-cs"/>
                  </a:rPr>
                  <a:t>Ⅰ</a:t>
                </a:r>
                <a:endParaRPr kumimoji="0" lang="ko-KR" altLang="en-US" sz="1000" b="0" i="0" u="none" strike="noStrike" kern="0" cap="none" spc="-30" normalizeH="0" baseline="0" noProof="0" dirty="0">
                  <a:ln w="3175"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srgbClr val="4B8E42"/>
                  </a:solidFill>
                  <a:effectLst/>
                  <a:uLnTx/>
                  <a:uFillTx/>
                  <a:latin typeface="KoPub바탕체 Medium" panose="00000600000000000000" pitchFamily="2" charset="-127"/>
                  <a:ea typeface="KoPub바탕체 Medium" panose="00000600000000000000" pitchFamily="2" charset="-127"/>
                  <a:cs typeface="+mn-cs"/>
                </a:endParaRPr>
              </a:p>
            </p:txBody>
          </p: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3D35511B-7D9A-47C2-A59D-63E0C8C591F9}"/>
                </a:ext>
              </a:extLst>
            </p:cNvPr>
            <p:cNvGrpSpPr/>
            <p:nvPr/>
          </p:nvGrpSpPr>
          <p:grpSpPr>
            <a:xfrm>
              <a:off x="9176937" y="782973"/>
              <a:ext cx="163476" cy="245691"/>
              <a:chOff x="9059871" y="782973"/>
              <a:chExt cx="163476" cy="245691"/>
            </a:xfrm>
          </p:grpSpPr>
          <p:sp>
            <p:nvSpPr>
              <p:cNvPr id="15" name="사각형: 둥근 위쪽 모서리 14">
                <a:extLst>
                  <a:ext uri="{FF2B5EF4-FFF2-40B4-BE49-F238E27FC236}">
                    <a16:creationId xmlns:a16="http://schemas.microsoft.com/office/drawing/2014/main" id="{95FBABCD-42DD-4BA2-890E-F276AC227062}"/>
                  </a:ext>
                </a:extLst>
              </p:cNvPr>
              <p:cNvSpPr/>
              <p:nvPr/>
            </p:nvSpPr>
            <p:spPr>
              <a:xfrm>
                <a:off x="9059871" y="956664"/>
                <a:ext cx="163476" cy="720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A4ABBDF6-5CD3-4DEB-8352-91F84BD19ACC}"/>
                  </a:ext>
                </a:extLst>
              </p:cNvPr>
              <p:cNvSpPr/>
              <p:nvPr/>
            </p:nvSpPr>
            <p:spPr>
              <a:xfrm>
                <a:off x="9059871" y="782973"/>
                <a:ext cx="163476" cy="1493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rPr>
                  <a:t>Ⅳ</a:t>
                </a:r>
                <a:endParaRPr kumimoji="0" lang="ko-KR" altLang="en-US" sz="800" b="0" i="0" u="none" strike="noStrike" kern="0" cap="none" spc="-30" normalizeH="0" baseline="0" noProof="0" dirty="0">
                  <a:ln w="3175"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KoPub바탕체 Light" panose="00000300000000000000" pitchFamily="2" charset="-127"/>
                  <a:ea typeface="KoPub바탕체 Light" panose="00000300000000000000" pitchFamily="2" charset="-127"/>
                  <a:cs typeface="+mn-cs"/>
                </a:endParaRPr>
              </a:p>
            </p:txBody>
          </p:sp>
        </p:grp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BCB9F14F-111E-45EE-8522-3CADFC8B16AC}"/>
                </a:ext>
              </a:extLst>
            </p:cNvPr>
            <p:cNvGrpSpPr/>
            <p:nvPr/>
          </p:nvGrpSpPr>
          <p:grpSpPr>
            <a:xfrm>
              <a:off x="8937443" y="782973"/>
              <a:ext cx="163476" cy="245691"/>
              <a:chOff x="8859399" y="782973"/>
              <a:chExt cx="163476" cy="245691"/>
            </a:xfrm>
          </p:grpSpPr>
          <p:sp>
            <p:nvSpPr>
              <p:cNvPr id="13" name="사각형: 둥근 위쪽 모서리 12">
                <a:extLst>
                  <a:ext uri="{FF2B5EF4-FFF2-40B4-BE49-F238E27FC236}">
                    <a16:creationId xmlns:a16="http://schemas.microsoft.com/office/drawing/2014/main" id="{6F0A4143-5698-40AA-B294-481BAFF0638C}"/>
                  </a:ext>
                </a:extLst>
              </p:cNvPr>
              <p:cNvSpPr/>
              <p:nvPr/>
            </p:nvSpPr>
            <p:spPr>
              <a:xfrm>
                <a:off x="8859399" y="956664"/>
                <a:ext cx="163476" cy="720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0854963B-395F-414E-B7CC-8344CF511CD7}"/>
                  </a:ext>
                </a:extLst>
              </p:cNvPr>
              <p:cNvSpPr/>
              <p:nvPr/>
            </p:nvSpPr>
            <p:spPr>
              <a:xfrm>
                <a:off x="8859399" y="782973"/>
                <a:ext cx="163476" cy="1493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rPr>
                  <a:t>Ⅲ</a:t>
                </a:r>
                <a:endParaRPr kumimoji="0" lang="ko-KR" altLang="en-US" sz="800" b="0" i="0" u="none" strike="noStrike" kern="0" cap="none" spc="-30" normalizeH="0" baseline="0" noProof="0" dirty="0">
                  <a:ln w="3175"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KoPub바탕체 Light" panose="00000300000000000000" pitchFamily="2" charset="-127"/>
                  <a:ea typeface="KoPub바탕체 Light" panose="00000300000000000000" pitchFamily="2" charset="-127"/>
                  <a:cs typeface="+mn-cs"/>
                </a:endParaRPr>
              </a:p>
            </p:txBody>
          </p:sp>
        </p:grp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7A3786F0-9B45-4ACF-A225-EA67C3371515}"/>
              </a:ext>
            </a:extLst>
          </p:cNvPr>
          <p:cNvGrpSpPr/>
          <p:nvPr/>
        </p:nvGrpSpPr>
        <p:grpSpPr>
          <a:xfrm>
            <a:off x="832772" y="1829775"/>
            <a:ext cx="8983191" cy="647984"/>
            <a:chOff x="832772" y="1829775"/>
            <a:chExt cx="8983191" cy="647984"/>
          </a:xfrm>
        </p:grpSpPr>
        <p:sp>
          <p:nvSpPr>
            <p:cNvPr id="110" name="모서리가 둥근 직사각형 208">
              <a:extLst>
                <a:ext uri="{FF2B5EF4-FFF2-40B4-BE49-F238E27FC236}">
                  <a16:creationId xmlns:a16="http://schemas.microsoft.com/office/drawing/2014/main" id="{32734CA6-78C3-4D0E-9174-212F4A67A9CF}"/>
                </a:ext>
              </a:extLst>
            </p:cNvPr>
            <p:cNvSpPr/>
            <p:nvPr/>
          </p:nvSpPr>
          <p:spPr>
            <a:xfrm>
              <a:off x="2626951" y="1829775"/>
              <a:ext cx="7189012" cy="647984"/>
            </a:xfrm>
            <a:prstGeom prst="roundRect">
              <a:avLst>
                <a:gd name="adj" fmla="val 0"/>
              </a:avLst>
            </a:prstGeom>
            <a:pattFill prst="narHorz">
              <a:fgClr>
                <a:srgbClr val="FFFFFF">
                  <a:lumMod val="95000"/>
                </a:srgbClr>
              </a:fgClr>
              <a:bgClr>
                <a:srgbClr val="FFFFFF"/>
              </a:bgClr>
            </a:pattFill>
            <a:ln w="6350" cap="sq" cmpd="sng" algn="ctr">
              <a:solidFill>
                <a:srgbClr val="FFFFFF">
                  <a:lumMod val="7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lIns="93543" tIns="46772" rIns="93543" bIns="46772" rtlCol="0" anchor="ctr"/>
            <a:lstStyle/>
            <a:p>
              <a:pPr marL="182563" marR="0" lvl="0" indent="-182563" defTabSz="1036988" eaLnBrk="1" fontAlgn="base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3D7199"/>
                </a:buClr>
                <a:buSzPct val="100000"/>
                <a:buFont typeface="Wingdings" panose="05000000000000000000" pitchFamily="2" charset="2"/>
                <a:buChar char=""/>
                <a:tabLst/>
                <a:defRPr/>
              </a:pPr>
              <a:r>
                <a:rPr kumimoji="1" lang="en-US" altLang="ko-KR" sz="1600" b="1" i="0" u="none" strike="noStrike" kern="0" cap="none" spc="-30" normalizeH="0" baseline="0" noProof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KoPub돋움체 Medium" pitchFamily="18" charset="-127"/>
                  <a:ea typeface="KoPub돋움체 Medium" pitchFamily="18" charset="-127"/>
                </a:rPr>
                <a:t> 2021</a:t>
              </a:r>
              <a:r>
                <a:rPr kumimoji="1" lang="ko-KR" altLang="en-US" sz="1600" b="1" i="0" u="none" strike="noStrike" kern="0" cap="none" spc="-30" normalizeH="0" baseline="0" noProof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KoPub돋움체 Medium" pitchFamily="18" charset="-127"/>
                  <a:ea typeface="KoPub돋움체 Medium" pitchFamily="18" charset="-127"/>
                </a:rPr>
                <a:t>년 </a:t>
              </a:r>
              <a:r>
                <a:rPr kumimoji="1" lang="ko-KR" altLang="en-US" sz="1600" b="1" i="0" u="none" strike="noStrike" kern="0" cap="none" spc="-30" normalizeH="0" baseline="0" noProof="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KoPub돋움체 Medium" pitchFamily="18" charset="-127"/>
                  <a:ea typeface="KoPub돋움체 Medium" pitchFamily="18" charset="-127"/>
                </a:rPr>
                <a:t>화학제품관리시스템 개선</a:t>
              </a:r>
              <a:r>
                <a:rPr kumimoji="1" lang="en-US" altLang="ko-KR" sz="1600" b="1" i="0" u="none" strike="noStrike" kern="0" cap="none" spc="-30" normalizeH="0" baseline="0" noProof="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KoPub돋움체 Medium" pitchFamily="18" charset="-127"/>
                  <a:ea typeface="KoPub돋움체 Medium" pitchFamily="18" charset="-127"/>
                </a:rPr>
                <a:t>·</a:t>
              </a:r>
              <a:r>
                <a:rPr kumimoji="1" lang="ko-KR" altLang="en-US" sz="1600" b="1" i="0" u="none" strike="noStrike" kern="0" cap="none" spc="-30" normalizeH="0" baseline="0" noProof="0" dirty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KoPub돋움체 Medium" pitchFamily="18" charset="-127"/>
                  <a:ea typeface="KoPub돋움체 Medium" pitchFamily="18" charset="-127"/>
                </a:rPr>
                <a:t>운영 사업</a:t>
              </a:r>
            </a:p>
          </p:txBody>
        </p:sp>
        <p:sp>
          <p:nvSpPr>
            <p:cNvPr id="112" name="모서리가 둥근 직사각형 208">
              <a:extLst>
                <a:ext uri="{FF2B5EF4-FFF2-40B4-BE49-F238E27FC236}">
                  <a16:creationId xmlns:a16="http://schemas.microsoft.com/office/drawing/2014/main" id="{343376C3-3781-4B86-8A7D-32AA47F4732A}"/>
                </a:ext>
              </a:extLst>
            </p:cNvPr>
            <p:cNvSpPr/>
            <p:nvPr/>
          </p:nvSpPr>
          <p:spPr>
            <a:xfrm>
              <a:off x="832772" y="1829775"/>
              <a:ext cx="1677139" cy="64798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50000">
                  <a:srgbClr val="4368A3"/>
                </a:gs>
                <a:gs pos="51000">
                  <a:srgbClr val="577CBA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1700" fontAlgn="ctr">
                <a:buClr>
                  <a:srgbClr val="175097"/>
                </a:buClr>
                <a:buSzPct val="80000"/>
                <a:tabLst>
                  <a:tab pos="355600" algn="l"/>
                </a:tabLst>
              </a:pPr>
              <a:r>
                <a:rPr lang="ko-KR" altLang="en-US" sz="1600" spc="-8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사 업 명</a:t>
              </a:r>
              <a:endParaRPr lang="ko-KR" altLang="en-US" sz="1600" spc="-8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grpSp>
          <p:nvGrpSpPr>
            <p:cNvPr id="118" name="그룹 117">
              <a:extLst>
                <a:ext uri="{FF2B5EF4-FFF2-40B4-BE49-F238E27FC236}">
                  <a16:creationId xmlns:a16="http://schemas.microsoft.com/office/drawing/2014/main" id="{453F3F95-48B2-4E46-ADCB-D24BE4827D62}"/>
                </a:ext>
              </a:extLst>
            </p:cNvPr>
            <p:cNvGrpSpPr/>
            <p:nvPr/>
          </p:nvGrpSpPr>
          <p:grpSpPr>
            <a:xfrm>
              <a:off x="2419097" y="1866088"/>
              <a:ext cx="292060" cy="565660"/>
              <a:chOff x="1835444" y="1665644"/>
              <a:chExt cx="368967" cy="714613"/>
            </a:xfrm>
          </p:grpSpPr>
          <p:pic>
            <p:nvPicPr>
              <p:cNvPr id="119" name="그림 118">
                <a:extLst>
                  <a:ext uri="{FF2B5EF4-FFF2-40B4-BE49-F238E27FC236}">
                    <a16:creationId xmlns:a16="http://schemas.microsoft.com/office/drawing/2014/main" id="{E0D01AF1-4B9B-40F6-AEA4-0F9DB9FBAB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35444" y="1665644"/>
                <a:ext cx="368967" cy="148227"/>
              </a:xfrm>
              <a:prstGeom prst="rect">
                <a:avLst/>
              </a:prstGeom>
            </p:spPr>
          </p:pic>
          <p:pic>
            <p:nvPicPr>
              <p:cNvPr id="120" name="그림 119">
                <a:extLst>
                  <a:ext uri="{FF2B5EF4-FFF2-40B4-BE49-F238E27FC236}">
                    <a16:creationId xmlns:a16="http://schemas.microsoft.com/office/drawing/2014/main" id="{CA71C6E7-26C1-431D-AFB1-A56F89379E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35444" y="2232030"/>
                <a:ext cx="368967" cy="148227"/>
              </a:xfrm>
              <a:prstGeom prst="rect">
                <a:avLst/>
              </a:prstGeom>
            </p:spPr>
          </p:pic>
        </p:grpSp>
      </p:grp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77BA9D86-2DEA-4FC3-A8F1-5A7D3EA7B13C}"/>
              </a:ext>
            </a:extLst>
          </p:cNvPr>
          <p:cNvGrpSpPr/>
          <p:nvPr/>
        </p:nvGrpSpPr>
        <p:grpSpPr>
          <a:xfrm>
            <a:off x="832772" y="2794347"/>
            <a:ext cx="8983191" cy="647984"/>
            <a:chOff x="832772" y="1829775"/>
            <a:chExt cx="8983191" cy="647984"/>
          </a:xfrm>
        </p:grpSpPr>
        <p:sp>
          <p:nvSpPr>
            <p:cNvPr id="122" name="모서리가 둥근 직사각형 208">
              <a:extLst>
                <a:ext uri="{FF2B5EF4-FFF2-40B4-BE49-F238E27FC236}">
                  <a16:creationId xmlns:a16="http://schemas.microsoft.com/office/drawing/2014/main" id="{48A57BFF-BF01-41F5-B2B0-F306582394F4}"/>
                </a:ext>
              </a:extLst>
            </p:cNvPr>
            <p:cNvSpPr/>
            <p:nvPr/>
          </p:nvSpPr>
          <p:spPr>
            <a:xfrm>
              <a:off x="2626951" y="1829775"/>
              <a:ext cx="7189012" cy="647984"/>
            </a:xfrm>
            <a:prstGeom prst="roundRect">
              <a:avLst>
                <a:gd name="adj" fmla="val 0"/>
              </a:avLst>
            </a:prstGeom>
            <a:pattFill prst="narHorz">
              <a:fgClr>
                <a:srgbClr val="FFFFFF">
                  <a:lumMod val="95000"/>
                </a:srgbClr>
              </a:fgClr>
              <a:bgClr>
                <a:srgbClr val="FFFFFF"/>
              </a:bgClr>
            </a:pattFill>
            <a:ln w="6350" cap="sq" cmpd="sng" algn="ctr">
              <a:solidFill>
                <a:srgbClr val="FFFFFF">
                  <a:lumMod val="7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lIns="93543" tIns="46772" rIns="93543" bIns="46772" rtlCol="0" anchor="ctr"/>
            <a:lstStyle/>
            <a:p>
              <a:pPr marL="182563" marR="0" lvl="0" indent="-182563" defTabSz="1036988" eaLnBrk="1" fontAlgn="base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3D7199"/>
                </a:buClr>
                <a:buSzPct val="100000"/>
                <a:buFont typeface="Wingdings" panose="05000000000000000000" pitchFamily="2" charset="2"/>
                <a:buChar char=""/>
                <a:tabLst/>
                <a:defRPr/>
              </a:pPr>
              <a:r>
                <a:rPr kumimoji="1" lang="en-US" altLang="ko-KR" sz="1600" b="1" i="0" u="none" strike="noStrike" kern="0" cap="none" spc="-30" normalizeH="0" baseline="0" noProof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KoPub돋움체 Medium" pitchFamily="18" charset="-127"/>
                  <a:ea typeface="KoPub돋움체 Medium" pitchFamily="18" charset="-127"/>
                </a:rPr>
                <a:t> </a:t>
              </a:r>
              <a:r>
                <a:rPr kumimoji="1" lang="en-US" altLang="ko-KR" sz="1600" b="1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latin typeface="KoPub돋움체 Medium" pitchFamily="18" charset="-127"/>
                  <a:ea typeface="KoPub돋움체 Medium" pitchFamily="18" charset="-127"/>
                </a:rPr>
                <a:t>2021</a:t>
              </a:r>
              <a:r>
                <a:rPr kumimoji="1" lang="ko-KR" altLang="en-US" sz="1600" b="1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latin typeface="KoPub돋움체 Medium" pitchFamily="18" charset="-127"/>
                  <a:ea typeface="KoPub돋움체 Medium" pitchFamily="18" charset="-127"/>
                </a:rPr>
                <a:t>년 </a:t>
              </a:r>
              <a:r>
                <a:rPr kumimoji="1" lang="en-US" altLang="ko-KR" sz="1600" b="1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latin typeface="KoPub돋움체 Medium" pitchFamily="18" charset="-127"/>
                  <a:ea typeface="KoPub돋움체 Medium" pitchFamily="18" charset="-127"/>
                </a:rPr>
                <a:t>06</a:t>
              </a:r>
              <a:r>
                <a:rPr kumimoji="1" lang="ko-KR" altLang="en-US" sz="1600" b="1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latin typeface="KoPub돋움체 Medium" pitchFamily="18" charset="-127"/>
                  <a:ea typeface="KoPub돋움체 Medium" pitchFamily="18" charset="-127"/>
                </a:rPr>
                <a:t>월 </a:t>
              </a:r>
              <a:r>
                <a:rPr kumimoji="1" lang="en-US" altLang="ko-KR" sz="1600" b="1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latin typeface="KoPub돋움체 Medium" pitchFamily="18" charset="-127"/>
                  <a:ea typeface="KoPub돋움체 Medium" pitchFamily="18" charset="-127"/>
                </a:rPr>
                <a:t>02</a:t>
              </a:r>
              <a:r>
                <a:rPr kumimoji="1" lang="ko-KR" altLang="en-US" sz="1600" b="1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latin typeface="KoPub돋움체 Medium" pitchFamily="18" charset="-127"/>
                  <a:ea typeface="KoPub돋움체 Medium" pitchFamily="18" charset="-127"/>
                </a:rPr>
                <a:t>일 </a:t>
              </a:r>
              <a:r>
                <a:rPr kumimoji="1" lang="en-US" altLang="ko-KR" sz="1600" b="1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latin typeface="KoPub돋움체 Medium" pitchFamily="18" charset="-127"/>
                  <a:ea typeface="KoPub돋움체 Medium" pitchFamily="18" charset="-127"/>
                </a:rPr>
                <a:t>~ 2022</a:t>
              </a:r>
              <a:r>
                <a:rPr kumimoji="1" lang="ko-KR" altLang="en-US" sz="1600" b="1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latin typeface="KoPub돋움체 Medium" pitchFamily="18" charset="-127"/>
                  <a:ea typeface="KoPub돋움체 Medium" pitchFamily="18" charset="-127"/>
                </a:rPr>
                <a:t>년 </a:t>
              </a:r>
              <a:r>
                <a:rPr kumimoji="1" lang="en-US" altLang="ko-KR" sz="1600" b="1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latin typeface="KoPub돋움체 Medium" pitchFamily="18" charset="-127"/>
                  <a:ea typeface="KoPub돋움체 Medium" pitchFamily="18" charset="-127"/>
                </a:rPr>
                <a:t>01</a:t>
              </a:r>
              <a:r>
                <a:rPr kumimoji="1" lang="ko-KR" altLang="en-US" sz="1600" b="1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latin typeface="KoPub돋움체 Medium" pitchFamily="18" charset="-127"/>
                  <a:ea typeface="KoPub돋움체 Medium" pitchFamily="18" charset="-127"/>
                </a:rPr>
                <a:t>월 </a:t>
              </a:r>
              <a:r>
                <a:rPr kumimoji="1" lang="en-US" altLang="ko-KR" sz="1600" b="1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latin typeface="KoPub돋움체 Medium" pitchFamily="18" charset="-127"/>
                  <a:ea typeface="KoPub돋움체 Medium" pitchFamily="18" charset="-127"/>
                </a:rPr>
                <a:t>28</a:t>
              </a:r>
              <a:r>
                <a:rPr kumimoji="1" lang="ko-KR" altLang="en-US" sz="1600" b="1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latin typeface="KoPub돋움체 Medium" pitchFamily="18" charset="-127"/>
                  <a:ea typeface="KoPub돋움체 Medium" pitchFamily="18" charset="-127"/>
                </a:rPr>
                <a:t>일 </a:t>
              </a:r>
              <a:r>
                <a:rPr kumimoji="1" lang="en-US" altLang="ko-KR" sz="1600" b="1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latin typeface="KoPub돋움체 Medium" pitchFamily="18" charset="-127"/>
                  <a:ea typeface="KoPub돋움체 Medium" pitchFamily="18" charset="-127"/>
                </a:rPr>
                <a:t>(</a:t>
              </a:r>
              <a:r>
                <a:rPr kumimoji="1" lang="ko-KR" altLang="en-US" sz="1600" b="1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latin typeface="KoPub돋움체 Medium" pitchFamily="18" charset="-127"/>
                  <a:ea typeface="KoPub돋움체 Medium" pitchFamily="18" charset="-127"/>
                </a:rPr>
                <a:t>약 </a:t>
              </a:r>
              <a:r>
                <a:rPr kumimoji="1" lang="en-US" altLang="ko-KR" sz="1600" b="1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latin typeface="KoPub돋움체 Medium" pitchFamily="18" charset="-127"/>
                  <a:ea typeface="KoPub돋움체 Medium" pitchFamily="18" charset="-127"/>
                </a:rPr>
                <a:t>8</a:t>
              </a:r>
              <a:r>
                <a:rPr kumimoji="1" lang="ko-KR" altLang="en-US" sz="1600" b="1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latin typeface="KoPub돋움체 Medium" pitchFamily="18" charset="-127"/>
                  <a:ea typeface="KoPub돋움체 Medium" pitchFamily="18" charset="-127"/>
                </a:rPr>
                <a:t>개월</a:t>
              </a:r>
              <a:r>
                <a:rPr kumimoji="1" lang="en-US" altLang="ko-KR" sz="1600" b="1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latin typeface="KoPub돋움체 Medium" pitchFamily="18" charset="-127"/>
                  <a:ea typeface="KoPub돋움체 Medium" pitchFamily="18" charset="-127"/>
                </a:rPr>
                <a:t>)</a:t>
              </a:r>
              <a:endParaRPr kumimoji="1" lang="ko-KR" altLang="en-US" sz="1600" b="1" i="0" u="none" strike="noStrike" kern="0" cap="none" spc="-30" normalizeH="0" baseline="0" noProof="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KoPub돋움체 Medium" pitchFamily="18" charset="-127"/>
                <a:ea typeface="KoPub돋움체 Medium" pitchFamily="18" charset="-127"/>
              </a:endParaRPr>
            </a:p>
          </p:txBody>
        </p:sp>
        <p:sp>
          <p:nvSpPr>
            <p:cNvPr id="123" name="모서리가 둥근 직사각형 208">
              <a:extLst>
                <a:ext uri="{FF2B5EF4-FFF2-40B4-BE49-F238E27FC236}">
                  <a16:creationId xmlns:a16="http://schemas.microsoft.com/office/drawing/2014/main" id="{7ABBDCA9-D141-477B-AA5C-A88AD75C4277}"/>
                </a:ext>
              </a:extLst>
            </p:cNvPr>
            <p:cNvSpPr/>
            <p:nvPr/>
          </p:nvSpPr>
          <p:spPr>
            <a:xfrm>
              <a:off x="832772" y="1829775"/>
              <a:ext cx="1677139" cy="64798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50000">
                  <a:srgbClr val="4368A3"/>
                </a:gs>
                <a:gs pos="51000">
                  <a:srgbClr val="577CBA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1700" fontAlgn="ctr">
                <a:buClr>
                  <a:srgbClr val="175097"/>
                </a:buClr>
                <a:buSzPct val="80000"/>
                <a:tabLst>
                  <a:tab pos="355600" algn="l"/>
                </a:tabLst>
              </a:pPr>
              <a:r>
                <a:rPr lang="ko-KR" altLang="en-US" sz="1600" spc="-8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사업기간</a:t>
              </a:r>
              <a:endParaRPr lang="ko-KR" altLang="en-US" sz="1600" spc="-8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grpSp>
          <p:nvGrpSpPr>
            <p:cNvPr id="124" name="그룹 123">
              <a:extLst>
                <a:ext uri="{FF2B5EF4-FFF2-40B4-BE49-F238E27FC236}">
                  <a16:creationId xmlns:a16="http://schemas.microsoft.com/office/drawing/2014/main" id="{1060338B-F001-4475-9E3A-6B394715AEFF}"/>
                </a:ext>
              </a:extLst>
            </p:cNvPr>
            <p:cNvGrpSpPr/>
            <p:nvPr/>
          </p:nvGrpSpPr>
          <p:grpSpPr>
            <a:xfrm>
              <a:off x="2419097" y="1866088"/>
              <a:ext cx="292060" cy="565660"/>
              <a:chOff x="1835444" y="1665644"/>
              <a:chExt cx="368967" cy="714613"/>
            </a:xfrm>
          </p:grpSpPr>
          <p:pic>
            <p:nvPicPr>
              <p:cNvPr id="125" name="그림 124">
                <a:extLst>
                  <a:ext uri="{FF2B5EF4-FFF2-40B4-BE49-F238E27FC236}">
                    <a16:creationId xmlns:a16="http://schemas.microsoft.com/office/drawing/2014/main" id="{1B21B466-E507-4B0E-A737-1778EA98F0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35444" y="1665644"/>
                <a:ext cx="368967" cy="148227"/>
              </a:xfrm>
              <a:prstGeom prst="rect">
                <a:avLst/>
              </a:prstGeom>
            </p:spPr>
          </p:pic>
          <p:pic>
            <p:nvPicPr>
              <p:cNvPr id="126" name="그림 125">
                <a:extLst>
                  <a:ext uri="{FF2B5EF4-FFF2-40B4-BE49-F238E27FC236}">
                    <a16:creationId xmlns:a16="http://schemas.microsoft.com/office/drawing/2014/main" id="{1551885D-40BB-44E9-8D73-0F6F4F5C49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35444" y="2232030"/>
                <a:ext cx="368967" cy="148227"/>
              </a:xfrm>
              <a:prstGeom prst="rect">
                <a:avLst/>
              </a:prstGeom>
            </p:spPr>
          </p:pic>
        </p:grp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DCF07136-0C50-4B19-BEAA-B8C3EF35AB2E}"/>
              </a:ext>
            </a:extLst>
          </p:cNvPr>
          <p:cNvGrpSpPr/>
          <p:nvPr/>
        </p:nvGrpSpPr>
        <p:grpSpPr>
          <a:xfrm>
            <a:off x="832772" y="3758919"/>
            <a:ext cx="8983191" cy="1792719"/>
            <a:chOff x="822940" y="3595358"/>
            <a:chExt cx="8983191" cy="1733726"/>
          </a:xfrm>
        </p:grpSpPr>
        <p:sp>
          <p:nvSpPr>
            <p:cNvPr id="128" name="모서리가 둥근 직사각형 208">
              <a:extLst>
                <a:ext uri="{FF2B5EF4-FFF2-40B4-BE49-F238E27FC236}">
                  <a16:creationId xmlns:a16="http://schemas.microsoft.com/office/drawing/2014/main" id="{E4428E68-5339-4646-BBBD-19D239FFEFD9}"/>
                </a:ext>
              </a:extLst>
            </p:cNvPr>
            <p:cNvSpPr/>
            <p:nvPr/>
          </p:nvSpPr>
          <p:spPr>
            <a:xfrm>
              <a:off x="2617119" y="3595358"/>
              <a:ext cx="7189012" cy="1733726"/>
            </a:xfrm>
            <a:prstGeom prst="roundRect">
              <a:avLst>
                <a:gd name="adj" fmla="val 0"/>
              </a:avLst>
            </a:prstGeom>
            <a:pattFill prst="narHorz">
              <a:fgClr>
                <a:srgbClr val="FFFFFF">
                  <a:lumMod val="95000"/>
                </a:srgbClr>
              </a:fgClr>
              <a:bgClr>
                <a:srgbClr val="FFFFFF"/>
              </a:bgClr>
            </a:pattFill>
            <a:ln w="6350" cap="sq" cmpd="sng" algn="ctr">
              <a:solidFill>
                <a:srgbClr val="FFFFFF">
                  <a:lumMod val="7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lIns="93543" tIns="46772" rIns="93543" bIns="46772" rtlCol="0" anchor="ctr"/>
            <a:lstStyle/>
            <a:p>
              <a:pPr marL="182563" marR="0" lvl="0" indent="-182563" defTabSz="1036988" eaLnBrk="1" fontAlgn="base" latinLnBrk="0" hangingPunct="1">
                <a:lnSpc>
                  <a:spcPct val="15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3D7199"/>
                </a:buClr>
                <a:buSzPct val="100000"/>
                <a:buFont typeface="Wingdings" panose="05000000000000000000" pitchFamily="2" charset="2"/>
                <a:buChar char=""/>
                <a:tabLst/>
                <a:defRPr/>
              </a:pPr>
              <a:r>
                <a:rPr kumimoji="1" lang="en-US" altLang="ko-KR" sz="1600" b="1" i="0" u="none" strike="noStrike" kern="0" cap="none" spc="-30" normalizeH="0" baseline="0" noProof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KoPub돋움체 Medium" pitchFamily="18" charset="-127"/>
                  <a:ea typeface="KoPub돋움체 Medium" pitchFamily="18" charset="-127"/>
                </a:rPr>
                <a:t> </a:t>
              </a:r>
              <a:r>
                <a:rPr kumimoji="1" lang="ko-KR" altLang="en-US" sz="1600" b="1" i="0" u="none" strike="noStrike" kern="0" cap="none" spc="-30" normalizeH="0" baseline="0" noProof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KoPub돋움체 Medium" pitchFamily="18" charset="-127"/>
                  <a:ea typeface="KoPub돋움체 Medium" pitchFamily="18" charset="-127"/>
                </a:rPr>
                <a:t>화학제품관리시스템 등 응용프로그램 운영 및 개선</a:t>
              </a:r>
              <a:endParaRPr kumimoji="1" lang="en-US" altLang="ko-KR" sz="1600" b="1" i="0" u="none" strike="noStrike" kern="0" cap="none" spc="-30" normalizeH="0" baseline="0" noProof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KoPub돋움체 Medium" pitchFamily="18" charset="-127"/>
                <a:ea typeface="KoPub돋움체 Medium" pitchFamily="18" charset="-127"/>
              </a:endParaRPr>
            </a:p>
            <a:p>
              <a:pPr marL="182563" marR="0" lvl="0" indent="-182563" defTabSz="1036988" eaLnBrk="1" fontAlgn="base" latinLnBrk="0" hangingPunct="1">
                <a:lnSpc>
                  <a:spcPct val="15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3D7199"/>
                </a:buClr>
                <a:buSzPct val="100000"/>
                <a:buFont typeface="Wingdings" panose="05000000000000000000" pitchFamily="2" charset="2"/>
                <a:buChar char=""/>
                <a:tabLst/>
                <a:defRPr/>
              </a:pPr>
              <a:r>
                <a:rPr kumimoji="1" lang="ko-KR" altLang="en-US" sz="1600" b="1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latin typeface="KoPub돋움체 Medium" pitchFamily="18" charset="-127"/>
                  <a:ea typeface="KoPub돋움체 Medium" pitchFamily="18" charset="-127"/>
                </a:rPr>
                <a:t> 살생물제 및 생활화학제품의 완벽한 관리를 위한 운영지원</a:t>
              </a:r>
              <a:endParaRPr kumimoji="1" lang="en-US" altLang="ko-KR" sz="1600" b="1" kern="0" spc="-3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endParaRPr>
            </a:p>
            <a:p>
              <a:pPr marL="182563" marR="0" lvl="0" indent="-182563" defTabSz="1036988" eaLnBrk="1" fontAlgn="base" latinLnBrk="0" hangingPunct="1">
                <a:lnSpc>
                  <a:spcPct val="15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3D7199"/>
                </a:buClr>
                <a:buSzPct val="100000"/>
                <a:buFont typeface="Wingdings" panose="05000000000000000000" pitchFamily="2" charset="2"/>
                <a:buChar char=""/>
                <a:tabLst/>
                <a:defRPr/>
              </a:pPr>
              <a:r>
                <a:rPr kumimoji="1" lang="ko-KR" altLang="en-US" sz="1600" b="1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latin typeface="KoPub돋움체 Medium" pitchFamily="18" charset="-127"/>
                  <a:ea typeface="KoPub돋움체 Medium" pitchFamily="18" charset="-127"/>
                </a:rPr>
                <a:t> 살생물제 및 생활화학제품 데이터의 종합관리</a:t>
              </a:r>
              <a:endParaRPr kumimoji="1" lang="en-US" altLang="ko-KR" sz="1600" b="1" kern="0" spc="-3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endParaRPr>
            </a:p>
            <a:p>
              <a:pPr marL="182563" marR="0" lvl="0" indent="-182563" defTabSz="1036988" eaLnBrk="1" fontAlgn="base" latinLnBrk="0" hangingPunct="1">
                <a:lnSpc>
                  <a:spcPct val="15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3D7199"/>
                </a:buClr>
                <a:buSzPct val="100000"/>
                <a:buFont typeface="Wingdings" panose="05000000000000000000" pitchFamily="2" charset="2"/>
                <a:buChar char=""/>
                <a:tabLst/>
                <a:defRPr/>
              </a:pPr>
              <a:r>
                <a:rPr kumimoji="1" lang="en-US" altLang="ko-KR" sz="1600" b="1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latin typeface="KoPub돋움체 Medium" pitchFamily="18" charset="-127"/>
                  <a:ea typeface="KoPub돋움체 Medium" pitchFamily="18" charset="-127"/>
                </a:rPr>
                <a:t> </a:t>
              </a:r>
              <a:r>
                <a:rPr kumimoji="1" lang="ko-KR" altLang="en-US" sz="1600" b="1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latin typeface="KoPub돋움체 Medium" pitchFamily="18" charset="-127"/>
                  <a:ea typeface="KoPub돋움체 Medium" pitchFamily="18" charset="-127"/>
                </a:rPr>
                <a:t>헬프데스크 운영 지원</a:t>
              </a:r>
              <a:endParaRPr kumimoji="1" lang="ko-KR" altLang="en-US" sz="160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endParaRPr>
            </a:p>
          </p:txBody>
        </p:sp>
        <p:sp>
          <p:nvSpPr>
            <p:cNvPr id="129" name="모서리가 둥근 직사각형 208">
              <a:extLst>
                <a:ext uri="{FF2B5EF4-FFF2-40B4-BE49-F238E27FC236}">
                  <a16:creationId xmlns:a16="http://schemas.microsoft.com/office/drawing/2014/main" id="{47FA7565-9D98-4B45-9BD0-CF8892C47CC4}"/>
                </a:ext>
              </a:extLst>
            </p:cNvPr>
            <p:cNvSpPr/>
            <p:nvPr/>
          </p:nvSpPr>
          <p:spPr>
            <a:xfrm>
              <a:off x="822940" y="3595358"/>
              <a:ext cx="1677139" cy="1733726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50000">
                  <a:srgbClr val="4368A3"/>
                </a:gs>
                <a:gs pos="51000">
                  <a:srgbClr val="577CBA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1700" fontAlgn="ctr">
                <a:buClr>
                  <a:srgbClr val="175097"/>
                </a:buClr>
                <a:buSzPct val="80000"/>
                <a:tabLst>
                  <a:tab pos="355600" algn="l"/>
                </a:tabLst>
              </a:pPr>
              <a:r>
                <a:rPr lang="ko-KR" altLang="en-US" sz="1600" spc="-8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사업내용</a:t>
              </a:r>
              <a:endParaRPr lang="ko-KR" altLang="en-US" sz="1600" spc="-8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pic>
          <p:nvPicPr>
            <p:cNvPr id="131" name="그림 130">
              <a:extLst>
                <a:ext uri="{FF2B5EF4-FFF2-40B4-BE49-F238E27FC236}">
                  <a16:creationId xmlns:a16="http://schemas.microsoft.com/office/drawing/2014/main" id="{EC9DAE82-6343-4CD0-ADA3-1399268E86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09265" y="3818485"/>
              <a:ext cx="292060" cy="117331"/>
            </a:xfrm>
            <a:prstGeom prst="rect">
              <a:avLst/>
            </a:prstGeom>
          </p:spPr>
        </p:pic>
        <p:pic>
          <p:nvPicPr>
            <p:cNvPr id="132" name="그림 131">
              <a:extLst>
                <a:ext uri="{FF2B5EF4-FFF2-40B4-BE49-F238E27FC236}">
                  <a16:creationId xmlns:a16="http://schemas.microsoft.com/office/drawing/2014/main" id="{5176CC40-BA2B-4209-894F-61EE14608C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09265" y="4984568"/>
              <a:ext cx="292060" cy="117331"/>
            </a:xfrm>
            <a:prstGeom prst="rect">
              <a:avLst/>
            </a:prstGeom>
          </p:spPr>
        </p:pic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497DCF44-686C-4F0A-A3C6-9DFE1FDDFAA1}"/>
              </a:ext>
            </a:extLst>
          </p:cNvPr>
          <p:cNvGrpSpPr/>
          <p:nvPr/>
        </p:nvGrpSpPr>
        <p:grpSpPr>
          <a:xfrm>
            <a:off x="832772" y="5868227"/>
            <a:ext cx="8983191" cy="898563"/>
            <a:chOff x="832772" y="5730579"/>
            <a:chExt cx="8983191" cy="898563"/>
          </a:xfrm>
        </p:grpSpPr>
        <p:sp>
          <p:nvSpPr>
            <p:cNvPr id="154" name="모서리가 둥근 직사각형 208">
              <a:extLst>
                <a:ext uri="{FF2B5EF4-FFF2-40B4-BE49-F238E27FC236}">
                  <a16:creationId xmlns:a16="http://schemas.microsoft.com/office/drawing/2014/main" id="{45ACEB34-EA26-414A-9095-C34B5E75B3AB}"/>
                </a:ext>
              </a:extLst>
            </p:cNvPr>
            <p:cNvSpPr/>
            <p:nvPr/>
          </p:nvSpPr>
          <p:spPr>
            <a:xfrm>
              <a:off x="2626951" y="5730579"/>
              <a:ext cx="7189012" cy="898563"/>
            </a:xfrm>
            <a:prstGeom prst="roundRect">
              <a:avLst>
                <a:gd name="adj" fmla="val 0"/>
              </a:avLst>
            </a:prstGeom>
            <a:pattFill prst="narHorz">
              <a:fgClr>
                <a:srgbClr val="FFFFFF">
                  <a:lumMod val="95000"/>
                </a:srgbClr>
              </a:fgClr>
              <a:bgClr>
                <a:srgbClr val="FFFFFF"/>
              </a:bgClr>
            </a:pattFill>
            <a:ln w="6350" cap="sq" cmpd="sng" algn="ctr">
              <a:solidFill>
                <a:srgbClr val="FFFFFF">
                  <a:lumMod val="7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lIns="93543" tIns="46772" rIns="93543" bIns="46772" rtlCol="0" anchor="ctr"/>
            <a:lstStyle/>
            <a:p>
              <a:pPr marL="182563" marR="0" lvl="0" indent="-182563" defTabSz="1036988" eaLnBrk="1" fontAlgn="base" latinLnBrk="0" hangingPunct="1">
                <a:lnSpc>
                  <a:spcPct val="15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3D7199"/>
                </a:buClr>
                <a:buSzPct val="100000"/>
                <a:buFont typeface="Wingdings" panose="05000000000000000000" pitchFamily="2" charset="2"/>
                <a:buChar char=""/>
                <a:tabLst/>
                <a:defRPr/>
              </a:pPr>
              <a:r>
                <a:rPr kumimoji="1" lang="en-US" altLang="ko-KR" sz="1600" b="1" i="0" u="none" strike="noStrike" kern="0" cap="none" spc="-30" normalizeH="0" baseline="0" noProof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KoPub돋움체 Medium" pitchFamily="18" charset="-127"/>
                  <a:ea typeface="KoPub돋움체 Medium" pitchFamily="18" charset="-127"/>
                </a:rPr>
                <a:t> (</a:t>
              </a:r>
              <a:r>
                <a:rPr kumimoji="1" lang="ko-KR" altLang="en-US" sz="1600" b="1" i="0" u="none" strike="noStrike" kern="0" cap="none" spc="-30" normalizeH="0" baseline="0" noProof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KoPub돋움체 Medium" pitchFamily="18" charset="-127"/>
                  <a:ea typeface="KoPub돋움체 Medium" pitchFamily="18" charset="-127"/>
                </a:rPr>
                <a:t>발주처</a:t>
              </a:r>
              <a:r>
                <a:rPr kumimoji="1" lang="en-US" altLang="ko-KR" sz="1600" b="1" i="0" u="none" strike="noStrike" kern="0" cap="none" spc="-30" normalizeH="0" baseline="0" noProof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KoPub돋움체 Medium" pitchFamily="18" charset="-127"/>
                  <a:ea typeface="KoPub돋움체 Medium" pitchFamily="18" charset="-127"/>
                </a:rPr>
                <a:t>) </a:t>
              </a:r>
              <a:r>
                <a:rPr kumimoji="1" lang="ko-KR" altLang="en-US" sz="1600" b="1" i="0" u="none" strike="noStrike" kern="0" cap="none" spc="-30" normalizeH="0" baseline="0" noProof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KoPub돋움체 Medium" pitchFamily="18" charset="-127"/>
                  <a:ea typeface="KoPub돋움체 Medium" pitchFamily="18" charset="-127"/>
                </a:rPr>
                <a:t>한국환경산업기술원 </a:t>
              </a:r>
              <a:r>
                <a:rPr kumimoji="1" lang="en-US" altLang="ko-KR" sz="1600" b="1" i="0" u="none" strike="noStrike" kern="0" cap="none" spc="-30" normalizeH="0" baseline="0" noProof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KoPub돋움체 Medium" pitchFamily="18" charset="-127"/>
                  <a:ea typeface="KoPub돋움체 Medium" pitchFamily="18" charset="-127"/>
                </a:rPr>
                <a:t>(</a:t>
              </a:r>
              <a:r>
                <a:rPr kumimoji="1" lang="ko-KR" altLang="en-US" sz="1600" b="1" i="0" u="none" strike="noStrike" kern="0" cap="none" spc="-30" normalizeH="0" baseline="0" noProof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KoPub돋움체 Medium" pitchFamily="18" charset="-127"/>
                  <a:ea typeface="KoPub돋움체 Medium" pitchFamily="18" charset="-127"/>
                </a:rPr>
                <a:t>생활화학제품안전센터</a:t>
              </a:r>
              <a:r>
                <a:rPr kumimoji="1" lang="en-US" altLang="ko-KR" sz="1600" b="1" i="0" u="none" strike="noStrike" kern="0" cap="none" spc="-30" normalizeH="0" baseline="0" noProof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KoPub돋움체 Medium" pitchFamily="18" charset="-127"/>
                  <a:ea typeface="KoPub돋움체 Medium" pitchFamily="18" charset="-127"/>
                </a:rPr>
                <a:t>, </a:t>
              </a:r>
              <a:r>
                <a:rPr kumimoji="1" lang="ko-KR" altLang="en-US" sz="1600" b="1" i="0" u="none" strike="noStrike" kern="0" cap="none" spc="-30" normalizeH="0" baseline="0" noProof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KoPub돋움체 Medium" pitchFamily="18" charset="-127"/>
                  <a:ea typeface="KoPub돋움체 Medium" pitchFamily="18" charset="-127"/>
                </a:rPr>
                <a:t>최병권 책임</a:t>
              </a:r>
              <a:r>
                <a:rPr kumimoji="1" lang="en-US" altLang="ko-KR" sz="1600" b="1" i="0" u="none" strike="noStrike" kern="0" cap="none" spc="-30" normalizeH="0" baseline="0" noProof="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KoPub돋움체 Medium" pitchFamily="18" charset="-127"/>
                  <a:ea typeface="KoPub돋움체 Medium" pitchFamily="18" charset="-127"/>
                </a:rPr>
                <a:t>)</a:t>
              </a:r>
            </a:p>
            <a:p>
              <a:pPr marL="182563" marR="0" lvl="0" indent="-182563" defTabSz="1036988" eaLnBrk="1" fontAlgn="base" latinLnBrk="0" hangingPunct="1">
                <a:lnSpc>
                  <a:spcPct val="15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3D7199"/>
                </a:buClr>
                <a:buSzPct val="100000"/>
                <a:buFont typeface="Wingdings" panose="05000000000000000000" pitchFamily="2" charset="2"/>
                <a:buChar char=""/>
                <a:tabLst/>
                <a:defRPr/>
              </a:pPr>
              <a:r>
                <a:rPr kumimoji="1" lang="en-US" altLang="ko-KR" sz="1600" b="1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latin typeface="KoPub돋움체 Medium" pitchFamily="18" charset="-127"/>
                  <a:ea typeface="KoPub돋움체 Medium" pitchFamily="18" charset="-127"/>
                </a:rPr>
                <a:t> (</a:t>
              </a:r>
              <a:r>
                <a:rPr kumimoji="1" lang="ko-KR" altLang="en-US" sz="1600" b="1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latin typeface="KoPub돋움체 Medium" pitchFamily="18" charset="-127"/>
                  <a:ea typeface="KoPub돋움체 Medium" pitchFamily="18" charset="-127"/>
                </a:rPr>
                <a:t>수행사</a:t>
              </a:r>
              <a:r>
                <a:rPr kumimoji="1" lang="en-US" altLang="ko-KR" sz="1600" b="1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latin typeface="KoPub돋움체 Medium" pitchFamily="18" charset="-127"/>
                  <a:ea typeface="KoPub돋움체 Medium" pitchFamily="18" charset="-127"/>
                </a:rPr>
                <a:t>) </a:t>
              </a:r>
              <a:r>
                <a:rPr kumimoji="1" lang="ko-KR" altLang="en-US" sz="1600" b="1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latin typeface="KoPub돋움체 Medium" pitchFamily="18" charset="-127"/>
                  <a:ea typeface="KoPub돋움체 Medium" pitchFamily="18" charset="-127"/>
                </a:rPr>
                <a:t>동방에스앤디 주식회사</a:t>
              </a:r>
              <a:r>
                <a:rPr kumimoji="1" lang="en-US" altLang="ko-KR" sz="1600" b="1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latin typeface="KoPub돋움체 Medium" pitchFamily="18" charset="-127"/>
                  <a:ea typeface="KoPub돋움체 Medium" pitchFamily="18" charset="-127"/>
                </a:rPr>
                <a:t>(PM </a:t>
              </a:r>
              <a:r>
                <a:rPr kumimoji="1" lang="ko-KR" altLang="en-US" sz="1600" b="1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latin typeface="KoPub돋움체 Medium" pitchFamily="18" charset="-127"/>
                  <a:ea typeface="KoPub돋움체 Medium" pitchFamily="18" charset="-127"/>
                </a:rPr>
                <a:t>허길양 부장</a:t>
              </a:r>
              <a:r>
                <a:rPr kumimoji="1" lang="en-US" altLang="ko-KR" sz="1600" b="1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latin typeface="KoPub돋움체 Medium" pitchFamily="18" charset="-127"/>
                  <a:ea typeface="KoPub돋움체 Medium" pitchFamily="18" charset="-127"/>
                </a:rPr>
                <a:t>)</a:t>
              </a:r>
              <a:endParaRPr kumimoji="1" lang="ko-KR" altLang="en-US" sz="1600" b="1" i="0" u="none" strike="noStrike" kern="0" cap="none" spc="-30" normalizeH="0" baseline="0" noProof="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KoPub돋움체 Medium" pitchFamily="18" charset="-127"/>
                <a:ea typeface="KoPub돋움체 Medium" pitchFamily="18" charset="-127"/>
              </a:endParaRPr>
            </a:p>
          </p:txBody>
        </p:sp>
        <p:sp>
          <p:nvSpPr>
            <p:cNvPr id="155" name="모서리가 둥근 직사각형 208">
              <a:extLst>
                <a:ext uri="{FF2B5EF4-FFF2-40B4-BE49-F238E27FC236}">
                  <a16:creationId xmlns:a16="http://schemas.microsoft.com/office/drawing/2014/main" id="{F2E8FA8E-B05E-466F-9D60-20CA62FEDD38}"/>
                </a:ext>
              </a:extLst>
            </p:cNvPr>
            <p:cNvSpPr/>
            <p:nvPr/>
          </p:nvSpPr>
          <p:spPr>
            <a:xfrm>
              <a:off x="832772" y="5730579"/>
              <a:ext cx="1677139" cy="898563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50000">
                  <a:srgbClr val="4368A3"/>
                </a:gs>
                <a:gs pos="51000">
                  <a:srgbClr val="577CBA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81700" fontAlgn="ctr">
                <a:buClr>
                  <a:srgbClr val="175097"/>
                </a:buClr>
                <a:buSzPct val="80000"/>
                <a:tabLst>
                  <a:tab pos="355600" algn="l"/>
                </a:tabLst>
              </a:pPr>
              <a:r>
                <a:rPr lang="ko-KR" altLang="en-US" sz="1600" spc="-8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수행주체</a:t>
              </a:r>
              <a:endParaRPr lang="ko-KR" altLang="en-US" sz="1600" spc="-8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grpSp>
          <p:nvGrpSpPr>
            <p:cNvPr id="156" name="그룹 155">
              <a:extLst>
                <a:ext uri="{FF2B5EF4-FFF2-40B4-BE49-F238E27FC236}">
                  <a16:creationId xmlns:a16="http://schemas.microsoft.com/office/drawing/2014/main" id="{39D7BAAA-12BB-46DA-AC9D-4C8A70D9E133}"/>
                </a:ext>
              </a:extLst>
            </p:cNvPr>
            <p:cNvGrpSpPr/>
            <p:nvPr/>
          </p:nvGrpSpPr>
          <p:grpSpPr>
            <a:xfrm>
              <a:off x="2419097" y="5874362"/>
              <a:ext cx="292060" cy="565660"/>
              <a:chOff x="1835444" y="1665644"/>
              <a:chExt cx="368967" cy="714613"/>
            </a:xfrm>
          </p:grpSpPr>
          <p:pic>
            <p:nvPicPr>
              <p:cNvPr id="157" name="그림 156">
                <a:extLst>
                  <a:ext uri="{FF2B5EF4-FFF2-40B4-BE49-F238E27FC236}">
                    <a16:creationId xmlns:a16="http://schemas.microsoft.com/office/drawing/2014/main" id="{24FF0C3F-2CBB-4901-831E-078CFE7304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35444" y="1665644"/>
                <a:ext cx="368967" cy="148227"/>
              </a:xfrm>
              <a:prstGeom prst="rect">
                <a:avLst/>
              </a:prstGeom>
            </p:spPr>
          </p:pic>
          <p:pic>
            <p:nvPicPr>
              <p:cNvPr id="158" name="그림 157">
                <a:extLst>
                  <a:ext uri="{FF2B5EF4-FFF2-40B4-BE49-F238E27FC236}">
                    <a16:creationId xmlns:a16="http://schemas.microsoft.com/office/drawing/2014/main" id="{54A63D2D-CB60-413C-AB5C-7EE9F7C285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35444" y="2232030"/>
                <a:ext cx="368967" cy="148227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019884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8F826EDA-1A6E-4AE5-8B97-CE998B04788B}"/>
              </a:ext>
            </a:extLst>
          </p:cNvPr>
          <p:cNvGrpSpPr/>
          <p:nvPr/>
        </p:nvGrpSpPr>
        <p:grpSpPr>
          <a:xfrm>
            <a:off x="8934005" y="699034"/>
            <a:ext cx="881958" cy="245691"/>
            <a:chOff x="8458455" y="782973"/>
            <a:chExt cx="881958" cy="245691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6A8CB2AE-12EB-4889-A3F8-1A7DD702230E}"/>
                </a:ext>
              </a:extLst>
            </p:cNvPr>
            <p:cNvGrpSpPr/>
            <p:nvPr/>
          </p:nvGrpSpPr>
          <p:grpSpPr>
            <a:xfrm>
              <a:off x="8697949" y="782973"/>
              <a:ext cx="163476" cy="245691"/>
              <a:chOff x="8658927" y="782973"/>
              <a:chExt cx="163476" cy="245691"/>
            </a:xfrm>
          </p:grpSpPr>
          <p:sp>
            <p:nvSpPr>
              <p:cNvPr id="13" name="사각형: 둥근 위쪽 모서리 12">
                <a:extLst>
                  <a:ext uri="{FF2B5EF4-FFF2-40B4-BE49-F238E27FC236}">
                    <a16:creationId xmlns:a16="http://schemas.microsoft.com/office/drawing/2014/main" id="{69ECBDDD-9DFB-49E5-A8CC-A2332C5B3E08}"/>
                  </a:ext>
                </a:extLst>
              </p:cNvPr>
              <p:cNvSpPr/>
              <p:nvPr/>
            </p:nvSpPr>
            <p:spPr>
              <a:xfrm>
                <a:off x="8658927" y="956664"/>
                <a:ext cx="163476" cy="720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838513AB-F3ED-4E5C-83F2-E6E5C90E827D}"/>
                  </a:ext>
                </a:extLst>
              </p:cNvPr>
              <p:cNvSpPr/>
              <p:nvPr/>
            </p:nvSpPr>
            <p:spPr>
              <a:xfrm>
                <a:off x="8658927" y="782973"/>
                <a:ext cx="163476" cy="1493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rPr>
                  <a:t>Ⅱ</a:t>
                </a:r>
                <a:endParaRPr kumimoji="0" lang="ko-KR" altLang="en-US" sz="800" b="0" i="0" u="none" strike="noStrike" kern="0" cap="none" spc="-30" normalizeH="0" baseline="0" noProof="0" dirty="0">
                  <a:ln w="3175"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KoPub바탕체 Light" panose="00000300000000000000" pitchFamily="2" charset="-127"/>
                  <a:ea typeface="KoPub바탕체 Light" panose="00000300000000000000" pitchFamily="2" charset="-127"/>
                  <a:cs typeface="+mn-cs"/>
                </a:endParaRPr>
              </a:p>
            </p:txBody>
          </p:sp>
        </p:grp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A9DD9C57-E918-4CFB-B998-226D5ECD062E}"/>
                </a:ext>
              </a:extLst>
            </p:cNvPr>
            <p:cNvGrpSpPr/>
            <p:nvPr/>
          </p:nvGrpSpPr>
          <p:grpSpPr>
            <a:xfrm>
              <a:off x="8458455" y="782973"/>
              <a:ext cx="163476" cy="245691"/>
              <a:chOff x="8458455" y="782973"/>
              <a:chExt cx="163476" cy="245691"/>
            </a:xfrm>
          </p:grpSpPr>
          <p:sp>
            <p:nvSpPr>
              <p:cNvPr id="11" name="사각형: 둥근 위쪽 모서리 10">
                <a:extLst>
                  <a:ext uri="{FF2B5EF4-FFF2-40B4-BE49-F238E27FC236}">
                    <a16:creationId xmlns:a16="http://schemas.microsoft.com/office/drawing/2014/main" id="{65C8F565-A682-4427-9C46-013A50F44A9B}"/>
                  </a:ext>
                </a:extLst>
              </p:cNvPr>
              <p:cNvSpPr/>
              <p:nvPr/>
            </p:nvSpPr>
            <p:spPr>
              <a:xfrm>
                <a:off x="8458455" y="956664"/>
                <a:ext cx="163476" cy="720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66B3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42C2DE6D-CEC6-4777-BE44-3A508CA880E9}"/>
                  </a:ext>
                </a:extLst>
              </p:cNvPr>
              <p:cNvSpPr/>
              <p:nvPr/>
            </p:nvSpPr>
            <p:spPr>
              <a:xfrm>
                <a:off x="8458455" y="782973"/>
                <a:ext cx="163476" cy="1493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srgbClr val="4B8E42"/>
                    </a:solidFill>
                    <a:effectLst/>
                    <a:uLnTx/>
                    <a:uFillTx/>
                    <a:latin typeface="KoPub바탕체 Medium" panose="00000600000000000000" pitchFamily="2" charset="-127"/>
                    <a:ea typeface="KoPub바탕체 Medium" panose="00000600000000000000" pitchFamily="2" charset="-127"/>
                    <a:cs typeface="+mn-cs"/>
                  </a:rPr>
                  <a:t>Ⅰ</a:t>
                </a:r>
                <a:endParaRPr kumimoji="0" lang="ko-KR" altLang="en-US" sz="1000" b="0" i="0" u="none" strike="noStrike" kern="0" cap="none" spc="-30" normalizeH="0" baseline="0" noProof="0" dirty="0">
                  <a:ln w="3175"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srgbClr val="4B8E42"/>
                  </a:solidFill>
                  <a:effectLst/>
                  <a:uLnTx/>
                  <a:uFillTx/>
                  <a:latin typeface="KoPub바탕체 Medium" panose="00000600000000000000" pitchFamily="2" charset="-127"/>
                  <a:ea typeface="KoPub바탕체 Medium" panose="00000600000000000000" pitchFamily="2" charset="-127"/>
                  <a:cs typeface="+mn-cs"/>
                </a:endParaRPr>
              </a:p>
            </p:txBody>
          </p:sp>
        </p:grp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467B38EE-F98D-408F-A13B-882724E89E0B}"/>
                </a:ext>
              </a:extLst>
            </p:cNvPr>
            <p:cNvGrpSpPr/>
            <p:nvPr/>
          </p:nvGrpSpPr>
          <p:grpSpPr>
            <a:xfrm>
              <a:off x="9176937" y="782973"/>
              <a:ext cx="163476" cy="245691"/>
              <a:chOff x="9059871" y="782973"/>
              <a:chExt cx="163476" cy="245691"/>
            </a:xfrm>
          </p:grpSpPr>
          <p:sp>
            <p:nvSpPr>
              <p:cNvPr id="9" name="사각형: 둥근 위쪽 모서리 8">
                <a:extLst>
                  <a:ext uri="{FF2B5EF4-FFF2-40B4-BE49-F238E27FC236}">
                    <a16:creationId xmlns:a16="http://schemas.microsoft.com/office/drawing/2014/main" id="{3CC70C9C-586F-4EBD-B1EE-B79673AFDCD3}"/>
                  </a:ext>
                </a:extLst>
              </p:cNvPr>
              <p:cNvSpPr/>
              <p:nvPr/>
            </p:nvSpPr>
            <p:spPr>
              <a:xfrm>
                <a:off x="9059871" y="956664"/>
                <a:ext cx="163476" cy="720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479598AF-645A-4835-AA86-5FF42BD05859}"/>
                  </a:ext>
                </a:extLst>
              </p:cNvPr>
              <p:cNvSpPr/>
              <p:nvPr/>
            </p:nvSpPr>
            <p:spPr>
              <a:xfrm>
                <a:off x="9059871" y="782973"/>
                <a:ext cx="163476" cy="1493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rPr>
                  <a:t>Ⅳ</a:t>
                </a:r>
                <a:endParaRPr kumimoji="0" lang="ko-KR" altLang="en-US" sz="800" b="0" i="0" u="none" strike="noStrike" kern="0" cap="none" spc="-30" normalizeH="0" baseline="0" noProof="0" dirty="0">
                  <a:ln w="3175"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KoPub바탕체 Light" panose="00000300000000000000" pitchFamily="2" charset="-127"/>
                  <a:ea typeface="KoPub바탕체 Light" panose="00000300000000000000" pitchFamily="2" charset="-127"/>
                  <a:cs typeface="+mn-cs"/>
                </a:endParaRPr>
              </a:p>
            </p:txBody>
          </p:sp>
        </p:grp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830EC18B-9765-4F09-A298-279BF39D80DD}"/>
                </a:ext>
              </a:extLst>
            </p:cNvPr>
            <p:cNvGrpSpPr/>
            <p:nvPr/>
          </p:nvGrpSpPr>
          <p:grpSpPr>
            <a:xfrm>
              <a:off x="8937443" y="782973"/>
              <a:ext cx="163476" cy="245691"/>
              <a:chOff x="8859399" y="782973"/>
              <a:chExt cx="163476" cy="245691"/>
            </a:xfrm>
          </p:grpSpPr>
          <p:sp>
            <p:nvSpPr>
              <p:cNvPr id="7" name="사각형: 둥근 위쪽 모서리 6">
                <a:extLst>
                  <a:ext uri="{FF2B5EF4-FFF2-40B4-BE49-F238E27FC236}">
                    <a16:creationId xmlns:a16="http://schemas.microsoft.com/office/drawing/2014/main" id="{256AB4C7-996A-4BA5-B17E-04F2A4C8BCCF}"/>
                  </a:ext>
                </a:extLst>
              </p:cNvPr>
              <p:cNvSpPr/>
              <p:nvPr/>
            </p:nvSpPr>
            <p:spPr>
              <a:xfrm>
                <a:off x="8859399" y="956664"/>
                <a:ext cx="163476" cy="720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9AF0B8D3-CA61-48E5-A3DB-BFD4D69C7B38}"/>
                  </a:ext>
                </a:extLst>
              </p:cNvPr>
              <p:cNvSpPr/>
              <p:nvPr/>
            </p:nvSpPr>
            <p:spPr>
              <a:xfrm>
                <a:off x="8859399" y="782973"/>
                <a:ext cx="163476" cy="1493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rPr>
                  <a:t>Ⅲ</a:t>
                </a:r>
                <a:endParaRPr kumimoji="0" lang="ko-KR" altLang="en-US" sz="800" b="0" i="0" u="none" strike="noStrike" kern="0" cap="none" spc="-30" normalizeH="0" baseline="0" noProof="0" dirty="0">
                  <a:ln w="3175"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KoPub바탕체 Light" panose="00000300000000000000" pitchFamily="2" charset="-127"/>
                  <a:ea typeface="KoPub바탕체 Light" panose="00000300000000000000" pitchFamily="2" charset="-127"/>
                  <a:cs typeface="+mn-cs"/>
                </a:endParaRPr>
              </a:p>
            </p:txBody>
          </p:sp>
        </p:grp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199D1EE-FAF8-4B29-B155-C3E8C90C98FE}"/>
              </a:ext>
            </a:extLst>
          </p:cNvPr>
          <p:cNvGrpSpPr/>
          <p:nvPr/>
        </p:nvGrpSpPr>
        <p:grpSpPr>
          <a:xfrm>
            <a:off x="557213" y="383430"/>
            <a:ext cx="8709612" cy="978887"/>
            <a:chOff x="557213" y="383430"/>
            <a:chExt cx="8709612" cy="978887"/>
          </a:xfrm>
        </p:grpSpPr>
        <p:sp>
          <p:nvSpPr>
            <p:cNvPr id="16" name="Rectangle 6">
              <a:extLst>
                <a:ext uri="{FF2B5EF4-FFF2-40B4-BE49-F238E27FC236}">
                  <a16:creationId xmlns:a16="http://schemas.microsoft.com/office/drawing/2014/main" id="{5C7580CA-F102-4974-A2FE-10CAC45DC3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213" y="383430"/>
              <a:ext cx="531454" cy="5539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rIns="0" bIns="0" anchor="b">
              <a:spAutoFit/>
            </a:bodyPr>
            <a:lstStyle/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ko-KR" sz="3600" b="0" i="0" u="none" strike="noStrike" kern="1200" cap="none" spc="-49" normalizeH="0" baseline="0" noProof="0" dirty="0">
                  <a:ln>
                    <a:solidFill>
                      <a:srgbClr val="D64E75">
                        <a:alpha val="0"/>
                      </a:srgbClr>
                    </a:solidFill>
                  </a:ln>
                  <a:solidFill>
                    <a:srgbClr val="A9CE56"/>
                  </a:solidFill>
                  <a:effectLst/>
                  <a:uLnTx/>
                  <a:uFillTx/>
                  <a:latin typeface="KoPub바탕체 Bold" panose="00000800000000000000" pitchFamily="2" charset="-127"/>
                  <a:ea typeface="KoPub바탕체 Bold" panose="00000800000000000000" pitchFamily="2" charset="-127"/>
                  <a:cs typeface="+mn-cs"/>
                </a:rPr>
                <a:t>0</a:t>
              </a:r>
              <a:r>
                <a:rPr kumimoji="0" lang="en-US" altLang="ko-KR" sz="3600" b="0" i="0" u="none" strike="noStrike" kern="1200" cap="none" spc="-49" normalizeH="0" baseline="0" noProof="0" dirty="0">
                  <a:ln>
                    <a:solidFill>
                      <a:srgbClr val="D64E75">
                        <a:alpha val="0"/>
                      </a:srgbClr>
                    </a:solidFill>
                  </a:ln>
                  <a:solidFill>
                    <a:srgbClr val="4B8E42"/>
                  </a:solidFill>
                  <a:effectLst/>
                  <a:uLnTx/>
                  <a:uFillTx/>
                  <a:latin typeface="KoPub바탕체 Bold" panose="00000800000000000000" pitchFamily="2" charset="-127"/>
                  <a:ea typeface="KoPub바탕체 Bold" panose="00000800000000000000" pitchFamily="2" charset="-127"/>
                  <a:cs typeface="+mn-cs"/>
                </a:rPr>
                <a:t>2</a:t>
              </a:r>
              <a:endParaRPr kumimoji="0" lang="ko-KR" altLang="en-US" sz="3600" b="0" i="0" u="none" strike="noStrike" kern="1200" cap="none" spc="-49" normalizeH="0" baseline="0" noProof="0" dirty="0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rgbClr val="4B8E42"/>
                </a:solidFill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  <a:cs typeface="+mn-cs"/>
              </a:endParaRPr>
            </a:p>
          </p:txBody>
        </p:sp>
        <p:sp>
          <p:nvSpPr>
            <p:cNvPr id="17" name="Rectangle 6">
              <a:extLst>
                <a:ext uri="{FF2B5EF4-FFF2-40B4-BE49-F238E27FC236}">
                  <a16:creationId xmlns:a16="http://schemas.microsoft.com/office/drawing/2014/main" id="{F2FAD937-1700-4B47-8942-2804C52FCB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6235" y="598511"/>
              <a:ext cx="2794655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rIns="0" bIns="0" anchor="b">
              <a:spAutoFit/>
            </a:bodyPr>
            <a:lstStyle/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lang="ko-KR" altLang="en-US" sz="2000" spc="-49">
                  <a:ln>
                    <a:solidFill>
                      <a:srgbClr val="D64E75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추진경과</a:t>
              </a:r>
              <a:endParaRPr kumimoji="0" lang="ko-KR" altLang="en-US" sz="2000" b="0" i="0" u="none" strike="noStrike" kern="1200" cap="none" spc="-49" normalizeH="0" baseline="0" noProof="0" dirty="0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4D32D929-802A-4997-AB18-5056CBE5271D}"/>
                </a:ext>
              </a:extLst>
            </p:cNvPr>
            <p:cNvGrpSpPr/>
            <p:nvPr/>
          </p:nvGrpSpPr>
          <p:grpSpPr>
            <a:xfrm>
              <a:off x="565201" y="1123003"/>
              <a:ext cx="8701624" cy="239314"/>
              <a:chOff x="1283748" y="1193940"/>
              <a:chExt cx="8701624" cy="239314"/>
            </a:xfrm>
          </p:grpSpPr>
          <p:sp>
            <p:nvSpPr>
              <p:cNvPr id="19" name="Freeform 31">
                <a:extLst>
                  <a:ext uri="{FF2B5EF4-FFF2-40B4-BE49-F238E27FC236}">
                    <a16:creationId xmlns:a16="http://schemas.microsoft.com/office/drawing/2014/main" id="{3D2C0956-BBFB-4D04-A140-A038FCC6988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83748" y="1193940"/>
                <a:ext cx="240252" cy="239314"/>
              </a:xfrm>
              <a:custGeom>
                <a:avLst/>
                <a:gdLst>
                  <a:gd name="T0" fmla="*/ 96 w 192"/>
                  <a:gd name="T1" fmla="*/ 0 h 191"/>
                  <a:gd name="T2" fmla="*/ 0 w 192"/>
                  <a:gd name="T3" fmla="*/ 95 h 191"/>
                  <a:gd name="T4" fmla="*/ 96 w 192"/>
                  <a:gd name="T5" fmla="*/ 191 h 191"/>
                  <a:gd name="T6" fmla="*/ 192 w 192"/>
                  <a:gd name="T7" fmla="*/ 95 h 191"/>
                  <a:gd name="T8" fmla="*/ 96 w 192"/>
                  <a:gd name="T9" fmla="*/ 0 h 191"/>
                  <a:gd name="T10" fmla="*/ 156 w 192"/>
                  <a:gd name="T11" fmla="*/ 73 h 191"/>
                  <a:gd name="T12" fmla="*/ 86 w 192"/>
                  <a:gd name="T13" fmla="*/ 142 h 191"/>
                  <a:gd name="T14" fmla="*/ 77 w 192"/>
                  <a:gd name="T15" fmla="*/ 145 h 191"/>
                  <a:gd name="T16" fmla="*/ 68 w 192"/>
                  <a:gd name="T17" fmla="*/ 142 h 191"/>
                  <a:gd name="T18" fmla="*/ 37 w 192"/>
                  <a:gd name="T19" fmla="*/ 110 h 191"/>
                  <a:gd name="T20" fmla="*/ 37 w 192"/>
                  <a:gd name="T21" fmla="*/ 92 h 191"/>
                  <a:gd name="T22" fmla="*/ 55 w 192"/>
                  <a:gd name="T23" fmla="*/ 92 h 191"/>
                  <a:gd name="T24" fmla="*/ 77 w 192"/>
                  <a:gd name="T25" fmla="*/ 115 h 191"/>
                  <a:gd name="T26" fmla="*/ 138 w 192"/>
                  <a:gd name="T27" fmla="*/ 55 h 191"/>
                  <a:gd name="T28" fmla="*/ 156 w 192"/>
                  <a:gd name="T29" fmla="*/ 55 h 191"/>
                  <a:gd name="T30" fmla="*/ 156 w 192"/>
                  <a:gd name="T31" fmla="*/ 73 h 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92" h="191">
                    <a:moveTo>
                      <a:pt x="96" y="0"/>
                    </a:moveTo>
                    <a:cubicBezTo>
                      <a:pt x="43" y="0"/>
                      <a:pt x="0" y="42"/>
                      <a:pt x="0" y="95"/>
                    </a:cubicBezTo>
                    <a:cubicBezTo>
                      <a:pt x="0" y="148"/>
                      <a:pt x="43" y="191"/>
                      <a:pt x="96" y="191"/>
                    </a:cubicBezTo>
                    <a:cubicBezTo>
                      <a:pt x="149" y="191"/>
                      <a:pt x="192" y="148"/>
                      <a:pt x="192" y="95"/>
                    </a:cubicBezTo>
                    <a:cubicBezTo>
                      <a:pt x="192" y="42"/>
                      <a:pt x="149" y="0"/>
                      <a:pt x="96" y="0"/>
                    </a:cubicBezTo>
                    <a:close/>
                    <a:moveTo>
                      <a:pt x="156" y="73"/>
                    </a:moveTo>
                    <a:cubicBezTo>
                      <a:pt x="86" y="142"/>
                      <a:pt x="86" y="142"/>
                      <a:pt x="86" y="142"/>
                    </a:cubicBezTo>
                    <a:cubicBezTo>
                      <a:pt x="84" y="144"/>
                      <a:pt x="81" y="145"/>
                      <a:pt x="77" y="145"/>
                    </a:cubicBezTo>
                    <a:cubicBezTo>
                      <a:pt x="74" y="145"/>
                      <a:pt x="71" y="144"/>
                      <a:pt x="68" y="142"/>
                    </a:cubicBezTo>
                    <a:cubicBezTo>
                      <a:pt x="37" y="110"/>
                      <a:pt x="37" y="110"/>
                      <a:pt x="37" y="110"/>
                    </a:cubicBezTo>
                    <a:cubicBezTo>
                      <a:pt x="32" y="105"/>
                      <a:pt x="32" y="97"/>
                      <a:pt x="37" y="92"/>
                    </a:cubicBezTo>
                    <a:cubicBezTo>
                      <a:pt x="42" y="87"/>
                      <a:pt x="50" y="87"/>
                      <a:pt x="55" y="92"/>
                    </a:cubicBezTo>
                    <a:cubicBezTo>
                      <a:pt x="77" y="115"/>
                      <a:pt x="77" y="115"/>
                      <a:pt x="77" y="115"/>
                    </a:cubicBezTo>
                    <a:cubicBezTo>
                      <a:pt x="138" y="55"/>
                      <a:pt x="138" y="55"/>
                      <a:pt x="138" y="55"/>
                    </a:cubicBezTo>
                    <a:cubicBezTo>
                      <a:pt x="143" y="50"/>
                      <a:pt x="151" y="50"/>
                      <a:pt x="156" y="55"/>
                    </a:cubicBezTo>
                    <a:cubicBezTo>
                      <a:pt x="161" y="60"/>
                      <a:pt x="161" y="68"/>
                      <a:pt x="156" y="7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95807C5-6085-42C3-8CF0-40E265DDA5A3}"/>
                  </a:ext>
                </a:extLst>
              </p:cNvPr>
              <p:cNvSpPr txBox="1"/>
              <p:nvPr/>
            </p:nvSpPr>
            <p:spPr>
              <a:xfrm>
                <a:off x="1627315" y="1205875"/>
                <a:ext cx="8358057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lvl="0">
                  <a:defRPr/>
                </a:pPr>
                <a:r>
                  <a:rPr lang="ko-KR" altLang="en-US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j-ea"/>
                    <a:ea typeface="+mj-ea"/>
                  </a:rPr>
                  <a:t>화학제품관리시스템은 </a:t>
                </a:r>
                <a:r>
                  <a:rPr lang="en-US" altLang="ko-KR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j-ea"/>
                    <a:ea typeface="+mj-ea"/>
                  </a:rPr>
                  <a:t>2018</a:t>
                </a:r>
                <a:r>
                  <a:rPr lang="ko-KR" altLang="en-US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j-ea"/>
                    <a:ea typeface="+mj-ea"/>
                  </a:rPr>
                  <a:t>년 기반 구축</a:t>
                </a:r>
                <a:r>
                  <a:rPr lang="en-US" altLang="ko-KR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j-ea"/>
                    <a:ea typeface="+mj-ea"/>
                  </a:rPr>
                  <a:t>, 2019</a:t>
                </a:r>
                <a:r>
                  <a:rPr lang="ko-KR" altLang="en-US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j-ea"/>
                    <a:ea typeface="+mj-ea"/>
                  </a:rPr>
                  <a:t>년</a:t>
                </a:r>
                <a:r>
                  <a:rPr lang="en-US" altLang="ko-KR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j-ea"/>
                    <a:ea typeface="+mj-ea"/>
                  </a:rPr>
                  <a:t> ~ 2021</a:t>
                </a:r>
                <a:r>
                  <a:rPr lang="ko-KR" altLang="en-US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j-ea"/>
                    <a:ea typeface="+mj-ea"/>
                  </a:rPr>
                  <a:t>년 신규 및 고도화</a:t>
                </a:r>
                <a:r>
                  <a:rPr lang="en-US" altLang="ko-KR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j-ea"/>
                    <a:ea typeface="+mj-ea"/>
                  </a:rPr>
                  <a:t>, </a:t>
                </a:r>
                <a:r>
                  <a:rPr lang="ko-KR" altLang="en-US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srgbClr val="FFFF00"/>
                    </a:solidFill>
                    <a:latin typeface="+mj-ea"/>
                    <a:ea typeface="+mj-ea"/>
                  </a:rPr>
                  <a:t>본 사업은 개발 차수로 </a:t>
                </a:r>
                <a:r>
                  <a:rPr lang="en-US" altLang="ko-KR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srgbClr val="FFFF00"/>
                    </a:solidFill>
                    <a:latin typeface="+mj-ea"/>
                    <a:ea typeface="+mj-ea"/>
                  </a:rPr>
                  <a:t>4</a:t>
                </a:r>
                <a:r>
                  <a:rPr lang="ko-KR" altLang="en-US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srgbClr val="FFFF00"/>
                    </a:solidFill>
                    <a:latin typeface="+mj-ea"/>
                    <a:ea typeface="+mj-ea"/>
                  </a:rPr>
                  <a:t>차 사업에 해당 </a:t>
                </a:r>
                <a:endParaRPr lang="en-US" altLang="ko-KR" sz="14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srgbClr val="FFFF00"/>
                  </a:solidFill>
                  <a:latin typeface="+mj-ea"/>
                  <a:ea typeface="+mj-ea"/>
                </a:endParaRPr>
              </a:p>
            </p:txBody>
          </p:sp>
        </p:grpSp>
      </p:grpSp>
      <p:graphicFrame>
        <p:nvGraphicFramePr>
          <p:cNvPr id="66" name="Table 73">
            <a:extLst>
              <a:ext uri="{FF2B5EF4-FFF2-40B4-BE49-F238E27FC236}">
                <a16:creationId xmlns:a16="http://schemas.microsoft.com/office/drawing/2014/main" id="{54AB6169-3F1A-4BFA-8E1B-7A5E1374F7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7756036"/>
              </p:ext>
            </p:extLst>
          </p:nvPr>
        </p:nvGraphicFramePr>
        <p:xfrm>
          <a:off x="825117" y="1799965"/>
          <a:ext cx="9010508" cy="4925300"/>
        </p:xfrm>
        <a:graphic>
          <a:graphicData uri="http://schemas.openxmlformats.org/drawingml/2006/table">
            <a:tbl>
              <a:tblPr firstCol="1"/>
              <a:tblGrid>
                <a:gridCol w="1210160">
                  <a:extLst>
                    <a:ext uri="{9D8B030D-6E8A-4147-A177-3AD203B41FA5}">
                      <a16:colId xmlns:a16="http://schemas.microsoft.com/office/drawing/2014/main" val="1204586597"/>
                    </a:ext>
                  </a:extLst>
                </a:gridCol>
                <a:gridCol w="1950087">
                  <a:extLst>
                    <a:ext uri="{9D8B030D-6E8A-4147-A177-3AD203B41FA5}">
                      <a16:colId xmlns:a16="http://schemas.microsoft.com/office/drawing/2014/main" val="3269138702"/>
                    </a:ext>
                  </a:extLst>
                </a:gridCol>
                <a:gridCol w="1950087">
                  <a:extLst>
                    <a:ext uri="{9D8B030D-6E8A-4147-A177-3AD203B41FA5}">
                      <a16:colId xmlns:a16="http://schemas.microsoft.com/office/drawing/2014/main" val="2645929172"/>
                    </a:ext>
                  </a:extLst>
                </a:gridCol>
                <a:gridCol w="1950087">
                  <a:extLst>
                    <a:ext uri="{9D8B030D-6E8A-4147-A177-3AD203B41FA5}">
                      <a16:colId xmlns:a16="http://schemas.microsoft.com/office/drawing/2014/main" val="238065537"/>
                    </a:ext>
                  </a:extLst>
                </a:gridCol>
                <a:gridCol w="1950087">
                  <a:extLst>
                    <a:ext uri="{9D8B030D-6E8A-4147-A177-3AD203B41FA5}">
                      <a16:colId xmlns:a16="http://schemas.microsoft.com/office/drawing/2014/main" val="2281030943"/>
                    </a:ext>
                  </a:extLst>
                </a:gridCol>
              </a:tblGrid>
              <a:tr h="296718">
                <a:tc>
                  <a:txBody>
                    <a:bodyPr/>
                    <a:lstStyle/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600" b="0" kern="120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구분</a:t>
                      </a:r>
                      <a:endParaRPr kumimoji="1" lang="ko-KR" altLang="en-US" sz="1600" b="0" kern="12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0" kern="120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'18</a:t>
                      </a:r>
                      <a:r>
                        <a:rPr kumimoji="1" lang="ko-KR" altLang="en-US" sz="1600" b="0" kern="120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년</a:t>
                      </a:r>
                      <a:endParaRPr kumimoji="1" lang="ko-KR" altLang="en-US" sz="1600" b="0" kern="12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0" kern="120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'19</a:t>
                      </a:r>
                      <a:r>
                        <a:rPr kumimoji="1" lang="ko-KR" altLang="en-US" sz="1600" b="0" kern="120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년</a:t>
                      </a:r>
                      <a:endParaRPr kumimoji="1" lang="ko-KR" altLang="en-US" sz="1600" b="0" kern="12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0" kern="120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'20</a:t>
                      </a:r>
                      <a:r>
                        <a:rPr kumimoji="1" lang="ko-KR" altLang="en-US" sz="1600" b="0" kern="120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년</a:t>
                      </a:r>
                      <a:endParaRPr kumimoji="1" lang="ko-KR" altLang="en-US" sz="1600" b="0" kern="12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0" kern="120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'21</a:t>
                      </a:r>
                      <a:r>
                        <a:rPr kumimoji="1" lang="ko-KR" altLang="en-US" sz="1600" b="0" kern="1200" baseline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년</a:t>
                      </a:r>
                      <a:endParaRPr kumimoji="1" lang="ko-KR" altLang="en-US" sz="1600" b="0" kern="12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67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개발단계</a:t>
                      </a:r>
                      <a:endParaRPr lang="en-US" altLang="ko-KR" sz="14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개발</a:t>
                      </a:r>
                      <a:r>
                        <a:rPr lang="en-US" altLang="ko-KR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(1</a:t>
                      </a: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차년도</a:t>
                      </a:r>
                      <a:r>
                        <a:rPr lang="en-US" altLang="ko-KR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  <a:endParaRPr lang="ko-KR" altLang="en-US" sz="14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개발</a:t>
                      </a:r>
                      <a:r>
                        <a:rPr lang="en-US" altLang="ko-KR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(2</a:t>
                      </a: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차년도</a:t>
                      </a:r>
                      <a:r>
                        <a:rPr lang="en-US" altLang="ko-KR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  <a:endParaRPr lang="ko-KR" altLang="en-US" sz="14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개발</a:t>
                      </a:r>
                      <a:r>
                        <a:rPr lang="en-US" altLang="ko-KR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(3</a:t>
                      </a: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차년도</a:t>
                      </a:r>
                      <a:r>
                        <a:rPr lang="en-US" altLang="ko-KR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  <a:endParaRPr lang="ko-KR" altLang="en-US" sz="14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개발</a:t>
                      </a:r>
                      <a:r>
                        <a:rPr lang="en-US" altLang="ko-KR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(4</a:t>
                      </a: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차년도</a:t>
                      </a:r>
                      <a:r>
                        <a:rPr lang="en-US" altLang="ko-KR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  <a:endParaRPr lang="ko-KR" altLang="en-US" sz="14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사  업  비</a:t>
                      </a:r>
                      <a:endParaRPr lang="en-US" altLang="ko-KR" sz="14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en-US" altLang="ko-KR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6.3 </a:t>
                      </a: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억</a:t>
                      </a:r>
                      <a:endParaRPr lang="ko-KR" altLang="en-US" sz="14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en-US" altLang="ko-KR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4.6 </a:t>
                      </a: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억</a:t>
                      </a:r>
                      <a:endParaRPr lang="ko-KR" altLang="en-US" sz="14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en-US" altLang="ko-KR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4.8 </a:t>
                      </a: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억</a:t>
                      </a:r>
                      <a:endParaRPr lang="ko-KR" altLang="en-US" sz="14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en-US" altLang="ko-KR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4.9 </a:t>
                      </a: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억</a:t>
                      </a:r>
                      <a:endParaRPr lang="ko-KR" altLang="en-US" sz="14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991677"/>
                  </a:ext>
                </a:extLst>
              </a:tr>
              <a:tr h="323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수  행  자</a:t>
                      </a:r>
                      <a:endParaRPr lang="en-US" altLang="ko-KR" sz="14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나날에스엠아이</a:t>
                      </a:r>
                      <a:endParaRPr lang="ko-KR" altLang="en-US" sz="14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티오</a:t>
                      </a:r>
                      <a:r>
                        <a:rPr lang="en-US" altLang="ko-KR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21</a:t>
                      </a:r>
                      <a:endParaRPr lang="ko-KR" altLang="en-US" sz="14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다이퀘스트</a:t>
                      </a:r>
                      <a:endParaRPr lang="ko-KR" altLang="en-US" sz="14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동방에스앤디</a:t>
                      </a:r>
                      <a:endParaRPr lang="ko-KR" altLang="en-US" sz="14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64156"/>
                  </a:ext>
                </a:extLst>
              </a:tr>
              <a:tr h="32386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추진내용</a:t>
                      </a:r>
                      <a:endParaRPr lang="en-US" altLang="ko-KR" sz="14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기반구축</a:t>
                      </a:r>
                      <a:endParaRPr lang="ko-KR" altLang="en-US" sz="14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신규 및 업무고도화</a:t>
                      </a:r>
                      <a:endParaRPr lang="ko-KR" altLang="en-US" sz="14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신규 및 업무고도화</a:t>
                      </a:r>
                      <a:endParaRPr lang="ko-KR" altLang="en-US" sz="14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신규 및 업무고도화</a:t>
                      </a:r>
                      <a:endParaRPr lang="ko-KR" altLang="en-US" sz="14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095222"/>
                  </a:ext>
                </a:extLst>
              </a:tr>
              <a:tr h="155499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구축내용</a:t>
                      </a:r>
                      <a:endParaRPr lang="en-US" altLang="ko-KR" sz="14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0" indent="-11430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2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화학제품관리시스템 기반 구축</a:t>
                      </a:r>
                      <a:endParaRPr lang="en-US" altLang="ko-KR" sz="1200" kern="1200" spc="-7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marL="114300" marR="0" lvl="0" indent="-11430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2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신고대상 및 회원관리 등</a:t>
                      </a:r>
                      <a:endParaRPr lang="ko-KR" altLang="en-US" sz="12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0" indent="-11430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2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화학제품관리시스템 이관</a:t>
                      </a:r>
                      <a:r>
                        <a:rPr lang="en-US" altLang="ko-KR" sz="12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2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한국환경공단→한국환경산업기술원</a:t>
                      </a:r>
                      <a:r>
                        <a:rPr lang="en-US" altLang="ko-KR" sz="12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</a:p>
                    <a:p>
                      <a:pPr marL="114300" marR="0" lvl="0" indent="-11430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2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공동협의체 구성 및 기존 살생물물질 신고 등 </a:t>
                      </a:r>
                      <a:endParaRPr lang="ko-KR" altLang="en-US" sz="12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0" indent="-11430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2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안전확인대상 생활화학제품 개선 및 신규 구축</a:t>
                      </a:r>
                      <a:endParaRPr lang="en-US" altLang="ko-KR" sz="1200" kern="1200" spc="-7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marL="114300" marR="0" lvl="0" indent="-11430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2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살생물물질 승인신청계획서</a:t>
                      </a:r>
                      <a:r>
                        <a:rPr lang="en-US" altLang="ko-KR" sz="12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수입요건</a:t>
                      </a:r>
                      <a:r>
                        <a:rPr lang="en-US" altLang="ko-KR" sz="12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자유판매증명원</a:t>
                      </a:r>
                      <a:r>
                        <a:rPr lang="en-US" altLang="ko-KR" sz="12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시험검사 기관 연계</a:t>
                      </a:r>
                      <a:r>
                        <a:rPr lang="en-US" altLang="ko-KR" sz="12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</a:t>
                      </a:r>
                      <a:r>
                        <a:rPr lang="ko-KR" altLang="en-US" sz="12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및 데이터 갭분석 등</a:t>
                      </a:r>
                      <a:endParaRPr lang="ko-KR" altLang="en-US" sz="12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0" indent="-11430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2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rgbClr val="FF8001"/>
                          </a:solidFill>
                          <a:latin typeface="+mj-ea"/>
                          <a:ea typeface="+mj-ea"/>
                          <a:cs typeface="+mn-cs"/>
                        </a:rPr>
                        <a:t>살생물제 승인신청 및 평가 개발</a:t>
                      </a:r>
                      <a:r>
                        <a:rPr lang="en-US" altLang="ko-KR" sz="12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rgbClr val="FF8001"/>
                          </a:solidFill>
                          <a:latin typeface="+mj-ea"/>
                          <a:ea typeface="+mj-ea"/>
                          <a:cs typeface="+mn-cs"/>
                        </a:rPr>
                        <a:t>(</a:t>
                      </a:r>
                      <a:r>
                        <a:rPr lang="ko-KR" altLang="en-US" sz="12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rgbClr val="FF8001"/>
                          </a:solidFill>
                          <a:latin typeface="+mj-ea"/>
                          <a:ea typeface="+mj-ea"/>
                          <a:cs typeface="+mn-cs"/>
                        </a:rPr>
                        <a:t>공동협의체 포함</a:t>
                      </a:r>
                      <a:r>
                        <a:rPr lang="en-US" altLang="ko-KR" sz="12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rgbClr val="FF8001"/>
                          </a:solidFill>
                          <a:latin typeface="+mj-ea"/>
                          <a:ea typeface="+mj-ea"/>
                          <a:cs typeface="+mn-cs"/>
                        </a:rPr>
                        <a:t>)</a:t>
                      </a:r>
                    </a:p>
                    <a:p>
                      <a:pPr marL="114300" marR="0" lvl="0" indent="-11430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2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rgbClr val="FF8001"/>
                          </a:solidFill>
                          <a:latin typeface="+mj-ea"/>
                          <a:ea typeface="+mj-ea"/>
                          <a:cs typeface="+mn-cs"/>
                        </a:rPr>
                        <a:t>안전확인대상 생활화학제품 기능 개선</a:t>
                      </a:r>
                      <a:endParaRPr lang="en-US" altLang="ko-KR" sz="1200" kern="1200" spc="-7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srgbClr val="FF800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114300" marR="0" lvl="0" indent="-11430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2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rgbClr val="FF8001"/>
                          </a:solidFill>
                          <a:latin typeface="+mj-ea"/>
                          <a:ea typeface="+mj-ea"/>
                          <a:cs typeface="+mn-cs"/>
                        </a:rPr>
                        <a:t>안전성 조사결과 관리 등</a:t>
                      </a:r>
                      <a:endParaRPr lang="ko-KR" altLang="en-US" sz="12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srgbClr val="FF800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118045"/>
                  </a:ext>
                </a:extLst>
              </a:tr>
              <a:tr h="174031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당초계획</a:t>
                      </a:r>
                      <a:endParaRPr lang="en-US" altLang="ko-KR" sz="14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0" indent="-1143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생활화학제품 신고</a:t>
                      </a:r>
                      <a:r>
                        <a:rPr lang="en-US" altLang="ko-KR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승인 접수</a:t>
                      </a:r>
                      <a:r>
                        <a:rPr lang="en-US" altLang="ko-KR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-</a:t>
                      </a:r>
                      <a:r>
                        <a:rPr lang="ko-KR" altLang="en-US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수정</a:t>
                      </a:r>
                      <a:r>
                        <a:rPr lang="en-US" altLang="ko-KR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보완</a:t>
                      </a:r>
                      <a:r>
                        <a:rPr lang="en-US" altLang="ko-KR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-</a:t>
                      </a:r>
                      <a:r>
                        <a:rPr lang="ko-KR" altLang="en-US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처리 </a:t>
                      </a:r>
                    </a:p>
                    <a:p>
                      <a:pPr marL="114300" marR="0" lvl="0" indent="-1143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살생물제 승인 신청 접수</a:t>
                      </a:r>
                      <a:r>
                        <a:rPr lang="en-US" altLang="ko-KR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-</a:t>
                      </a:r>
                      <a:r>
                        <a:rPr lang="ko-KR" altLang="en-US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수정</a:t>
                      </a:r>
                      <a:r>
                        <a:rPr lang="en-US" altLang="ko-KR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보완</a:t>
                      </a:r>
                      <a:r>
                        <a:rPr lang="en-US" altLang="ko-KR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-</a:t>
                      </a:r>
                      <a:r>
                        <a:rPr lang="ko-KR" altLang="en-US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처리 </a:t>
                      </a:r>
                    </a:p>
                    <a:p>
                      <a:pPr marL="114300" marR="0" lvl="0" indent="-1143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기존살생물물질 신고 접수</a:t>
                      </a:r>
                      <a:r>
                        <a:rPr lang="en-US" altLang="ko-KR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-</a:t>
                      </a:r>
                      <a:r>
                        <a:rPr lang="ko-KR" altLang="en-US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수정</a:t>
                      </a:r>
                      <a:r>
                        <a:rPr lang="en-US" altLang="ko-KR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보완</a:t>
                      </a:r>
                      <a:r>
                        <a:rPr lang="en-US" altLang="ko-KR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-</a:t>
                      </a:r>
                      <a:r>
                        <a:rPr lang="ko-KR" altLang="en-US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처리 </a:t>
                      </a:r>
                    </a:p>
                    <a:p>
                      <a:pPr marL="114300" marR="0" lvl="0" indent="-1143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사용자 관리 및 신고 내역 통계기능 </a:t>
                      </a:r>
                      <a:endParaRPr lang="ko-KR" altLang="en-US" sz="105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0" indent="-1143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살생물물질 승인자료 공동제출 정보망 구축</a:t>
                      </a:r>
                    </a:p>
                    <a:p>
                      <a:pPr marL="114300" marR="0" lvl="0" indent="-1143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살생물물질 승인변경 및 물질동등성 인정 접수</a:t>
                      </a:r>
                      <a:r>
                        <a:rPr lang="en-US" altLang="ko-KR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-</a:t>
                      </a:r>
                      <a:r>
                        <a:rPr lang="ko-KR" altLang="en-US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수정</a:t>
                      </a:r>
                      <a:r>
                        <a:rPr lang="en-US" altLang="ko-KR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보완</a:t>
                      </a:r>
                      <a:r>
                        <a:rPr lang="en-US" altLang="ko-KR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-</a:t>
                      </a:r>
                      <a:r>
                        <a:rPr lang="ko-KR" altLang="en-US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처리 </a:t>
                      </a:r>
                    </a:p>
                    <a:p>
                      <a:pPr marL="114300" marR="0" lvl="0" indent="-1143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살생물제품 승인변경 및 제품유사성 인정 접수</a:t>
                      </a:r>
                      <a:r>
                        <a:rPr lang="en-US" altLang="ko-KR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-</a:t>
                      </a:r>
                      <a:r>
                        <a:rPr lang="ko-KR" altLang="en-US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수정</a:t>
                      </a:r>
                      <a:r>
                        <a:rPr lang="en-US" altLang="ko-KR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보완</a:t>
                      </a:r>
                      <a:r>
                        <a:rPr lang="en-US" altLang="ko-KR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-</a:t>
                      </a:r>
                      <a:r>
                        <a:rPr lang="ko-KR" altLang="en-US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처리 </a:t>
                      </a:r>
                    </a:p>
                    <a:p>
                      <a:pPr marL="114300" marR="0" lvl="0" indent="-1143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물질승인 신청계획서 접수</a:t>
                      </a:r>
                      <a:r>
                        <a:rPr lang="en-US" altLang="ko-KR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-</a:t>
                      </a:r>
                      <a:r>
                        <a:rPr lang="ko-KR" altLang="en-US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수정</a:t>
                      </a:r>
                      <a:r>
                        <a:rPr lang="en-US" altLang="ko-KR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보완</a:t>
                      </a:r>
                      <a:r>
                        <a:rPr lang="en-US" altLang="ko-KR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-</a:t>
                      </a:r>
                      <a:r>
                        <a:rPr lang="ko-KR" altLang="en-US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처리 </a:t>
                      </a:r>
                    </a:p>
                    <a:p>
                      <a:pPr marL="114300" marR="0" lvl="0" indent="-1143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정보공개 및 보고 등</a:t>
                      </a:r>
                      <a:endParaRPr lang="ko-KR" altLang="en-US" sz="105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0" indent="-1143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생활화학제품 시험검사 기관의 시험검사결과공유 정보망 구축</a:t>
                      </a:r>
                    </a:p>
                    <a:p>
                      <a:pPr marL="114300" marR="0" lvl="0" indent="-1143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살생물제 데이터 갭분석 자료 공유</a:t>
                      </a:r>
                      <a:r>
                        <a:rPr lang="en-US" altLang="ko-KR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활용 </a:t>
                      </a:r>
                    </a:p>
                    <a:p>
                      <a:pPr marL="114300" marR="0" lvl="0" indent="-1143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살생물제 척추동물 시험자료 공유</a:t>
                      </a:r>
                      <a:r>
                        <a:rPr lang="en-US" altLang="ko-KR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관리</a:t>
                      </a:r>
                    </a:p>
                    <a:p>
                      <a:pPr marL="114300" marR="0" lvl="0" indent="-1143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살생물제 정보 이용 부동의확인신청 접수</a:t>
                      </a:r>
                      <a:r>
                        <a:rPr lang="en-US" altLang="ko-KR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-</a:t>
                      </a:r>
                      <a:r>
                        <a:rPr lang="ko-KR" altLang="en-US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수정</a:t>
                      </a:r>
                      <a:r>
                        <a:rPr lang="en-US" altLang="ko-KR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보완</a:t>
                      </a:r>
                      <a:r>
                        <a:rPr lang="en-US" altLang="ko-KR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-</a:t>
                      </a:r>
                      <a:r>
                        <a:rPr lang="ko-KR" altLang="en-US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처리 </a:t>
                      </a:r>
                    </a:p>
                    <a:p>
                      <a:pPr marL="114300" marR="0" lvl="0" indent="-1143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공동제출 정보망 기능 개선</a:t>
                      </a:r>
                      <a:endParaRPr lang="ko-KR" altLang="en-US" sz="105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0" indent="-1143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정부 생산 독성시험 자료 구매 시스템 및 공유</a:t>
                      </a:r>
                      <a:r>
                        <a:rPr lang="en-US" altLang="ko-KR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활용</a:t>
                      </a:r>
                    </a:p>
                    <a:p>
                      <a:pPr marL="114300" marR="0" lvl="0" indent="-1143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유관시스템 정보공유를 위한 연계망 구축</a:t>
                      </a:r>
                    </a:p>
                    <a:p>
                      <a:pPr marL="114300" marR="0" lvl="0" indent="-1143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정보이용 동의 시험자료 공유</a:t>
                      </a:r>
                      <a:r>
                        <a:rPr lang="en-US" altLang="ko-KR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활용 </a:t>
                      </a:r>
                    </a:p>
                    <a:p>
                      <a:pPr marL="114300" marR="0" lvl="0" indent="-1143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살생물처리제품 정보 열람 신청</a:t>
                      </a:r>
                      <a:r>
                        <a:rPr lang="en-US" altLang="ko-KR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-</a:t>
                      </a:r>
                      <a:r>
                        <a:rPr lang="ko-KR" altLang="en-US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처리</a:t>
                      </a:r>
                      <a:r>
                        <a:rPr lang="en-US" altLang="ko-KR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통보</a:t>
                      </a:r>
                    </a:p>
                    <a:p>
                      <a:pPr marL="114300" marR="0" lvl="0" indent="-11430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05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기구축 생활화학제품 신고 등 기능 개선</a:t>
                      </a:r>
                      <a:endParaRPr lang="ko-KR" altLang="en-US" sz="105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378230"/>
                  </a:ext>
                </a:extLst>
              </a:tr>
            </a:tbl>
          </a:graphicData>
        </a:graphic>
      </p:graphicFrame>
      <p:sp>
        <p:nvSpPr>
          <p:cNvPr id="72" name="AutoShape 124">
            <a:extLst>
              <a:ext uri="{FF2B5EF4-FFF2-40B4-BE49-F238E27FC236}">
                <a16:creationId xmlns:a16="http://schemas.microsoft.com/office/drawing/2014/main" id="{7F17572F-AE8B-49B5-8D18-337FDF9F3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9930" y="1807262"/>
            <a:ext cx="1975695" cy="4879688"/>
          </a:xfrm>
          <a:prstGeom prst="roundRect">
            <a:avLst>
              <a:gd name="adj" fmla="val 3981"/>
            </a:avLst>
          </a:prstGeom>
          <a:noFill/>
          <a:ln w="28575" algn="ctr">
            <a:pattFill prst="wdUpDiag">
              <a:fgClr>
                <a:srgbClr val="EB4036"/>
              </a:fgClr>
              <a:bgClr>
                <a:srgbClr val="F17973"/>
              </a:bgClr>
            </a:patt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68587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8F826EDA-1A6E-4AE5-8B97-CE998B04788B}"/>
              </a:ext>
            </a:extLst>
          </p:cNvPr>
          <p:cNvGrpSpPr/>
          <p:nvPr/>
        </p:nvGrpSpPr>
        <p:grpSpPr>
          <a:xfrm>
            <a:off x="8934005" y="699034"/>
            <a:ext cx="881958" cy="245691"/>
            <a:chOff x="8458455" y="782973"/>
            <a:chExt cx="881958" cy="245691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6A8CB2AE-12EB-4889-A3F8-1A7DD702230E}"/>
                </a:ext>
              </a:extLst>
            </p:cNvPr>
            <p:cNvGrpSpPr/>
            <p:nvPr/>
          </p:nvGrpSpPr>
          <p:grpSpPr>
            <a:xfrm>
              <a:off x="8697949" y="782973"/>
              <a:ext cx="163476" cy="245691"/>
              <a:chOff x="8658927" y="782973"/>
              <a:chExt cx="163476" cy="245691"/>
            </a:xfrm>
          </p:grpSpPr>
          <p:sp>
            <p:nvSpPr>
              <p:cNvPr id="13" name="사각형: 둥근 위쪽 모서리 12">
                <a:extLst>
                  <a:ext uri="{FF2B5EF4-FFF2-40B4-BE49-F238E27FC236}">
                    <a16:creationId xmlns:a16="http://schemas.microsoft.com/office/drawing/2014/main" id="{69ECBDDD-9DFB-49E5-A8CC-A2332C5B3E08}"/>
                  </a:ext>
                </a:extLst>
              </p:cNvPr>
              <p:cNvSpPr/>
              <p:nvPr/>
            </p:nvSpPr>
            <p:spPr>
              <a:xfrm>
                <a:off x="8658927" y="956664"/>
                <a:ext cx="163476" cy="720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838513AB-F3ED-4E5C-83F2-E6E5C90E827D}"/>
                  </a:ext>
                </a:extLst>
              </p:cNvPr>
              <p:cNvSpPr/>
              <p:nvPr/>
            </p:nvSpPr>
            <p:spPr>
              <a:xfrm>
                <a:off x="8658927" y="782973"/>
                <a:ext cx="163476" cy="1493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rPr>
                  <a:t>Ⅱ</a:t>
                </a:r>
                <a:endParaRPr kumimoji="0" lang="ko-KR" altLang="en-US" sz="800" b="0" i="0" u="none" strike="noStrike" kern="0" cap="none" spc="-30" normalizeH="0" baseline="0" noProof="0" dirty="0">
                  <a:ln w="3175"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KoPub바탕체 Light" panose="00000300000000000000" pitchFamily="2" charset="-127"/>
                  <a:ea typeface="KoPub바탕체 Light" panose="00000300000000000000" pitchFamily="2" charset="-127"/>
                  <a:cs typeface="+mn-cs"/>
                </a:endParaRPr>
              </a:p>
            </p:txBody>
          </p:sp>
        </p:grp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A9DD9C57-E918-4CFB-B998-226D5ECD062E}"/>
                </a:ext>
              </a:extLst>
            </p:cNvPr>
            <p:cNvGrpSpPr/>
            <p:nvPr/>
          </p:nvGrpSpPr>
          <p:grpSpPr>
            <a:xfrm>
              <a:off x="8458455" y="782973"/>
              <a:ext cx="163476" cy="245691"/>
              <a:chOff x="8458455" y="782973"/>
              <a:chExt cx="163476" cy="245691"/>
            </a:xfrm>
          </p:grpSpPr>
          <p:sp>
            <p:nvSpPr>
              <p:cNvPr id="11" name="사각형: 둥근 위쪽 모서리 10">
                <a:extLst>
                  <a:ext uri="{FF2B5EF4-FFF2-40B4-BE49-F238E27FC236}">
                    <a16:creationId xmlns:a16="http://schemas.microsoft.com/office/drawing/2014/main" id="{65C8F565-A682-4427-9C46-013A50F44A9B}"/>
                  </a:ext>
                </a:extLst>
              </p:cNvPr>
              <p:cNvSpPr/>
              <p:nvPr/>
            </p:nvSpPr>
            <p:spPr>
              <a:xfrm>
                <a:off x="8458455" y="956664"/>
                <a:ext cx="163476" cy="720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66B3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42C2DE6D-CEC6-4777-BE44-3A508CA880E9}"/>
                  </a:ext>
                </a:extLst>
              </p:cNvPr>
              <p:cNvSpPr/>
              <p:nvPr/>
            </p:nvSpPr>
            <p:spPr>
              <a:xfrm>
                <a:off x="8458455" y="782973"/>
                <a:ext cx="163476" cy="1493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srgbClr val="4B8E42"/>
                    </a:solidFill>
                    <a:effectLst/>
                    <a:uLnTx/>
                    <a:uFillTx/>
                    <a:latin typeface="KoPub바탕체 Medium" panose="00000600000000000000" pitchFamily="2" charset="-127"/>
                    <a:ea typeface="KoPub바탕체 Medium" panose="00000600000000000000" pitchFamily="2" charset="-127"/>
                    <a:cs typeface="+mn-cs"/>
                  </a:rPr>
                  <a:t>Ⅰ</a:t>
                </a:r>
                <a:endParaRPr kumimoji="0" lang="ko-KR" altLang="en-US" sz="1000" b="0" i="0" u="none" strike="noStrike" kern="0" cap="none" spc="-30" normalizeH="0" baseline="0" noProof="0" dirty="0">
                  <a:ln w="3175"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srgbClr val="4B8E42"/>
                  </a:solidFill>
                  <a:effectLst/>
                  <a:uLnTx/>
                  <a:uFillTx/>
                  <a:latin typeface="KoPub바탕체 Medium" panose="00000600000000000000" pitchFamily="2" charset="-127"/>
                  <a:ea typeface="KoPub바탕체 Medium" panose="00000600000000000000" pitchFamily="2" charset="-127"/>
                  <a:cs typeface="+mn-cs"/>
                </a:endParaRPr>
              </a:p>
            </p:txBody>
          </p:sp>
        </p:grp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467B38EE-F98D-408F-A13B-882724E89E0B}"/>
                </a:ext>
              </a:extLst>
            </p:cNvPr>
            <p:cNvGrpSpPr/>
            <p:nvPr/>
          </p:nvGrpSpPr>
          <p:grpSpPr>
            <a:xfrm>
              <a:off x="9176937" y="782973"/>
              <a:ext cx="163476" cy="245691"/>
              <a:chOff x="9059871" y="782973"/>
              <a:chExt cx="163476" cy="245691"/>
            </a:xfrm>
          </p:grpSpPr>
          <p:sp>
            <p:nvSpPr>
              <p:cNvPr id="9" name="사각형: 둥근 위쪽 모서리 8">
                <a:extLst>
                  <a:ext uri="{FF2B5EF4-FFF2-40B4-BE49-F238E27FC236}">
                    <a16:creationId xmlns:a16="http://schemas.microsoft.com/office/drawing/2014/main" id="{3CC70C9C-586F-4EBD-B1EE-B79673AFDCD3}"/>
                  </a:ext>
                </a:extLst>
              </p:cNvPr>
              <p:cNvSpPr/>
              <p:nvPr/>
            </p:nvSpPr>
            <p:spPr>
              <a:xfrm>
                <a:off x="9059871" y="956664"/>
                <a:ext cx="163476" cy="720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479598AF-645A-4835-AA86-5FF42BD05859}"/>
                  </a:ext>
                </a:extLst>
              </p:cNvPr>
              <p:cNvSpPr/>
              <p:nvPr/>
            </p:nvSpPr>
            <p:spPr>
              <a:xfrm>
                <a:off x="9059871" y="782973"/>
                <a:ext cx="163476" cy="1493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rPr>
                  <a:t>Ⅳ</a:t>
                </a:r>
                <a:endParaRPr kumimoji="0" lang="ko-KR" altLang="en-US" sz="800" b="0" i="0" u="none" strike="noStrike" kern="0" cap="none" spc="-30" normalizeH="0" baseline="0" noProof="0" dirty="0">
                  <a:ln w="3175"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KoPub바탕체 Light" panose="00000300000000000000" pitchFamily="2" charset="-127"/>
                  <a:ea typeface="KoPub바탕체 Light" panose="00000300000000000000" pitchFamily="2" charset="-127"/>
                  <a:cs typeface="+mn-cs"/>
                </a:endParaRPr>
              </a:p>
            </p:txBody>
          </p:sp>
        </p:grp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830EC18B-9765-4F09-A298-279BF39D80DD}"/>
                </a:ext>
              </a:extLst>
            </p:cNvPr>
            <p:cNvGrpSpPr/>
            <p:nvPr/>
          </p:nvGrpSpPr>
          <p:grpSpPr>
            <a:xfrm>
              <a:off x="8937443" y="782973"/>
              <a:ext cx="163476" cy="245691"/>
              <a:chOff x="8859399" y="782973"/>
              <a:chExt cx="163476" cy="245691"/>
            </a:xfrm>
          </p:grpSpPr>
          <p:sp>
            <p:nvSpPr>
              <p:cNvPr id="7" name="사각형: 둥근 위쪽 모서리 6">
                <a:extLst>
                  <a:ext uri="{FF2B5EF4-FFF2-40B4-BE49-F238E27FC236}">
                    <a16:creationId xmlns:a16="http://schemas.microsoft.com/office/drawing/2014/main" id="{256AB4C7-996A-4BA5-B17E-04F2A4C8BCCF}"/>
                  </a:ext>
                </a:extLst>
              </p:cNvPr>
              <p:cNvSpPr/>
              <p:nvPr/>
            </p:nvSpPr>
            <p:spPr>
              <a:xfrm>
                <a:off x="8859399" y="956664"/>
                <a:ext cx="163476" cy="720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9AF0B8D3-CA61-48E5-A3DB-BFD4D69C7B38}"/>
                  </a:ext>
                </a:extLst>
              </p:cNvPr>
              <p:cNvSpPr/>
              <p:nvPr/>
            </p:nvSpPr>
            <p:spPr>
              <a:xfrm>
                <a:off x="8859399" y="782973"/>
                <a:ext cx="163476" cy="1493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rPr>
                  <a:t>Ⅲ</a:t>
                </a:r>
                <a:endParaRPr kumimoji="0" lang="ko-KR" altLang="en-US" sz="800" b="0" i="0" u="none" strike="noStrike" kern="0" cap="none" spc="-30" normalizeH="0" baseline="0" noProof="0" dirty="0">
                  <a:ln w="3175"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KoPub바탕체 Light" panose="00000300000000000000" pitchFamily="2" charset="-127"/>
                  <a:ea typeface="KoPub바탕체 Light" panose="00000300000000000000" pitchFamily="2" charset="-127"/>
                  <a:cs typeface="+mn-cs"/>
                </a:endParaRPr>
              </a:p>
            </p:txBody>
          </p:sp>
        </p:grp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199D1EE-FAF8-4B29-B155-C3E8C90C98FE}"/>
              </a:ext>
            </a:extLst>
          </p:cNvPr>
          <p:cNvGrpSpPr/>
          <p:nvPr/>
        </p:nvGrpSpPr>
        <p:grpSpPr>
          <a:xfrm>
            <a:off x="557213" y="383430"/>
            <a:ext cx="7581098" cy="978887"/>
            <a:chOff x="557213" y="383430"/>
            <a:chExt cx="7581098" cy="978887"/>
          </a:xfrm>
        </p:grpSpPr>
        <p:sp>
          <p:nvSpPr>
            <p:cNvPr id="16" name="Rectangle 6">
              <a:extLst>
                <a:ext uri="{FF2B5EF4-FFF2-40B4-BE49-F238E27FC236}">
                  <a16:creationId xmlns:a16="http://schemas.microsoft.com/office/drawing/2014/main" id="{5C7580CA-F102-4974-A2FE-10CAC45DC3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213" y="383430"/>
              <a:ext cx="531454" cy="5539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rIns="0" bIns="0" anchor="b">
              <a:spAutoFit/>
            </a:bodyPr>
            <a:lstStyle/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ko-KR" sz="3600" b="0" i="0" u="none" strike="noStrike" kern="1200" cap="none" spc="-49" normalizeH="0" baseline="0" noProof="0">
                  <a:ln>
                    <a:solidFill>
                      <a:srgbClr val="D64E75">
                        <a:alpha val="0"/>
                      </a:srgbClr>
                    </a:solidFill>
                  </a:ln>
                  <a:solidFill>
                    <a:srgbClr val="A9CE56"/>
                  </a:solidFill>
                  <a:effectLst/>
                  <a:uLnTx/>
                  <a:uFillTx/>
                  <a:latin typeface="KoPub바탕체 Bold" panose="00000800000000000000" pitchFamily="2" charset="-127"/>
                  <a:ea typeface="KoPub바탕체 Bold" panose="00000800000000000000" pitchFamily="2" charset="-127"/>
                  <a:cs typeface="+mn-cs"/>
                </a:rPr>
                <a:t>0</a:t>
              </a:r>
              <a:r>
                <a:rPr lang="en-US" altLang="ko-KR" sz="3600" spc="-49" dirty="0">
                  <a:ln>
                    <a:solidFill>
                      <a:srgbClr val="D64E75">
                        <a:alpha val="0"/>
                      </a:srgbClr>
                    </a:solidFill>
                  </a:ln>
                  <a:solidFill>
                    <a:srgbClr val="4B8E42"/>
                  </a:solidFill>
                  <a:latin typeface="KoPub바탕체 Bold" panose="00000800000000000000" pitchFamily="2" charset="-127"/>
                  <a:ea typeface="KoPub바탕체 Bold" panose="00000800000000000000" pitchFamily="2" charset="-127"/>
                </a:rPr>
                <a:t>3</a:t>
              </a:r>
              <a:endParaRPr kumimoji="0" lang="ko-KR" altLang="en-US" sz="3600" b="0" i="0" u="none" strike="noStrike" kern="1200" cap="none" spc="-49" normalizeH="0" baseline="0" noProof="0" dirty="0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rgbClr val="4B8E42"/>
                </a:solidFill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  <a:cs typeface="+mn-cs"/>
              </a:endParaRPr>
            </a:p>
          </p:txBody>
        </p:sp>
        <p:sp>
          <p:nvSpPr>
            <p:cNvPr id="17" name="Rectangle 6">
              <a:extLst>
                <a:ext uri="{FF2B5EF4-FFF2-40B4-BE49-F238E27FC236}">
                  <a16:creationId xmlns:a16="http://schemas.microsoft.com/office/drawing/2014/main" id="{F2FAD937-1700-4B47-8942-2804C52FCB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6235" y="598511"/>
              <a:ext cx="2794655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rIns="0" bIns="0" anchor="b">
              <a:spAutoFit/>
            </a:bodyPr>
            <a:lstStyle/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ko-KR" altLang="en-US" sz="2000" b="0" i="0" u="none" strike="noStrike" kern="1200" cap="none" spc="-49" normalizeH="0" baseline="0" noProof="0">
                  <a:ln>
                    <a:solidFill>
                      <a:srgbClr val="D64E75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추진체계</a:t>
              </a:r>
              <a:endParaRPr kumimoji="0" lang="ko-KR" altLang="en-US" sz="2000" b="0" i="0" u="none" strike="noStrike" kern="1200" cap="none" spc="-49" normalizeH="0" baseline="0" noProof="0" dirty="0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4D32D929-802A-4997-AB18-5056CBE5271D}"/>
                </a:ext>
              </a:extLst>
            </p:cNvPr>
            <p:cNvGrpSpPr/>
            <p:nvPr/>
          </p:nvGrpSpPr>
          <p:grpSpPr>
            <a:xfrm>
              <a:off x="565201" y="1123003"/>
              <a:ext cx="7573110" cy="239314"/>
              <a:chOff x="1283748" y="1193940"/>
              <a:chExt cx="7573110" cy="239314"/>
            </a:xfrm>
          </p:grpSpPr>
          <p:sp>
            <p:nvSpPr>
              <p:cNvPr id="19" name="Freeform 31">
                <a:extLst>
                  <a:ext uri="{FF2B5EF4-FFF2-40B4-BE49-F238E27FC236}">
                    <a16:creationId xmlns:a16="http://schemas.microsoft.com/office/drawing/2014/main" id="{3D2C0956-BBFB-4D04-A140-A038FCC6988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83748" y="1193940"/>
                <a:ext cx="240252" cy="239314"/>
              </a:xfrm>
              <a:custGeom>
                <a:avLst/>
                <a:gdLst>
                  <a:gd name="T0" fmla="*/ 96 w 192"/>
                  <a:gd name="T1" fmla="*/ 0 h 191"/>
                  <a:gd name="T2" fmla="*/ 0 w 192"/>
                  <a:gd name="T3" fmla="*/ 95 h 191"/>
                  <a:gd name="T4" fmla="*/ 96 w 192"/>
                  <a:gd name="T5" fmla="*/ 191 h 191"/>
                  <a:gd name="T6" fmla="*/ 192 w 192"/>
                  <a:gd name="T7" fmla="*/ 95 h 191"/>
                  <a:gd name="T8" fmla="*/ 96 w 192"/>
                  <a:gd name="T9" fmla="*/ 0 h 191"/>
                  <a:gd name="T10" fmla="*/ 156 w 192"/>
                  <a:gd name="T11" fmla="*/ 73 h 191"/>
                  <a:gd name="T12" fmla="*/ 86 w 192"/>
                  <a:gd name="T13" fmla="*/ 142 h 191"/>
                  <a:gd name="T14" fmla="*/ 77 w 192"/>
                  <a:gd name="T15" fmla="*/ 145 h 191"/>
                  <a:gd name="T16" fmla="*/ 68 w 192"/>
                  <a:gd name="T17" fmla="*/ 142 h 191"/>
                  <a:gd name="T18" fmla="*/ 37 w 192"/>
                  <a:gd name="T19" fmla="*/ 110 h 191"/>
                  <a:gd name="T20" fmla="*/ 37 w 192"/>
                  <a:gd name="T21" fmla="*/ 92 h 191"/>
                  <a:gd name="T22" fmla="*/ 55 w 192"/>
                  <a:gd name="T23" fmla="*/ 92 h 191"/>
                  <a:gd name="T24" fmla="*/ 77 w 192"/>
                  <a:gd name="T25" fmla="*/ 115 h 191"/>
                  <a:gd name="T26" fmla="*/ 138 w 192"/>
                  <a:gd name="T27" fmla="*/ 55 h 191"/>
                  <a:gd name="T28" fmla="*/ 156 w 192"/>
                  <a:gd name="T29" fmla="*/ 55 h 191"/>
                  <a:gd name="T30" fmla="*/ 156 w 192"/>
                  <a:gd name="T31" fmla="*/ 73 h 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92" h="191">
                    <a:moveTo>
                      <a:pt x="96" y="0"/>
                    </a:moveTo>
                    <a:cubicBezTo>
                      <a:pt x="43" y="0"/>
                      <a:pt x="0" y="42"/>
                      <a:pt x="0" y="95"/>
                    </a:cubicBezTo>
                    <a:cubicBezTo>
                      <a:pt x="0" y="148"/>
                      <a:pt x="43" y="191"/>
                      <a:pt x="96" y="191"/>
                    </a:cubicBezTo>
                    <a:cubicBezTo>
                      <a:pt x="149" y="191"/>
                      <a:pt x="192" y="148"/>
                      <a:pt x="192" y="95"/>
                    </a:cubicBezTo>
                    <a:cubicBezTo>
                      <a:pt x="192" y="42"/>
                      <a:pt x="149" y="0"/>
                      <a:pt x="96" y="0"/>
                    </a:cubicBezTo>
                    <a:close/>
                    <a:moveTo>
                      <a:pt x="156" y="73"/>
                    </a:moveTo>
                    <a:cubicBezTo>
                      <a:pt x="86" y="142"/>
                      <a:pt x="86" y="142"/>
                      <a:pt x="86" y="142"/>
                    </a:cubicBezTo>
                    <a:cubicBezTo>
                      <a:pt x="84" y="144"/>
                      <a:pt x="81" y="145"/>
                      <a:pt x="77" y="145"/>
                    </a:cubicBezTo>
                    <a:cubicBezTo>
                      <a:pt x="74" y="145"/>
                      <a:pt x="71" y="144"/>
                      <a:pt x="68" y="142"/>
                    </a:cubicBezTo>
                    <a:cubicBezTo>
                      <a:pt x="37" y="110"/>
                      <a:pt x="37" y="110"/>
                      <a:pt x="37" y="110"/>
                    </a:cubicBezTo>
                    <a:cubicBezTo>
                      <a:pt x="32" y="105"/>
                      <a:pt x="32" y="97"/>
                      <a:pt x="37" y="92"/>
                    </a:cubicBezTo>
                    <a:cubicBezTo>
                      <a:pt x="42" y="87"/>
                      <a:pt x="50" y="87"/>
                      <a:pt x="55" y="92"/>
                    </a:cubicBezTo>
                    <a:cubicBezTo>
                      <a:pt x="77" y="115"/>
                      <a:pt x="77" y="115"/>
                      <a:pt x="77" y="115"/>
                    </a:cubicBezTo>
                    <a:cubicBezTo>
                      <a:pt x="138" y="55"/>
                      <a:pt x="138" y="55"/>
                      <a:pt x="138" y="55"/>
                    </a:cubicBezTo>
                    <a:cubicBezTo>
                      <a:pt x="143" y="50"/>
                      <a:pt x="151" y="50"/>
                      <a:pt x="156" y="55"/>
                    </a:cubicBezTo>
                    <a:cubicBezTo>
                      <a:pt x="161" y="60"/>
                      <a:pt x="161" y="68"/>
                      <a:pt x="156" y="7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95807C5-6085-42C3-8CF0-40E265DDA5A3}"/>
                  </a:ext>
                </a:extLst>
              </p:cNvPr>
              <p:cNvSpPr txBox="1"/>
              <p:nvPr/>
            </p:nvSpPr>
            <p:spPr>
              <a:xfrm>
                <a:off x="1627315" y="1205875"/>
                <a:ext cx="7229543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lvl="0">
                  <a:defRPr/>
                </a:pPr>
                <a:r>
                  <a:rPr lang="ko-KR" altLang="en-US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j-ea"/>
                    <a:ea typeface="+mj-ea"/>
                  </a:rPr>
                  <a:t>화학제품관리시스템 사업관리</a:t>
                </a:r>
                <a:r>
                  <a:rPr lang="en-US" altLang="ko-KR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j-ea"/>
                    <a:ea typeface="+mj-ea"/>
                  </a:rPr>
                  <a:t>(</a:t>
                </a:r>
                <a:r>
                  <a:rPr lang="ko-KR" altLang="en-US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j-ea"/>
                    <a:ea typeface="+mj-ea"/>
                  </a:rPr>
                  <a:t>총괄</a:t>
                </a:r>
                <a:r>
                  <a:rPr lang="en-US" altLang="ko-KR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j-ea"/>
                    <a:ea typeface="+mj-ea"/>
                  </a:rPr>
                  <a:t>)</a:t>
                </a:r>
                <a:r>
                  <a:rPr lang="ko-KR" altLang="en-US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j-ea"/>
                    <a:ea typeface="+mj-ea"/>
                  </a:rPr>
                  <a:t>는 한국환경산업기술원</a:t>
                </a:r>
                <a:r>
                  <a:rPr lang="en-US" altLang="ko-KR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j-ea"/>
                    <a:ea typeface="+mj-ea"/>
                  </a:rPr>
                  <a:t>, </a:t>
                </a:r>
                <a:r>
                  <a:rPr lang="ko-KR" altLang="en-US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j-ea"/>
                    <a:ea typeface="+mj-ea"/>
                  </a:rPr>
                  <a:t>용역사업수행자는 </a:t>
                </a:r>
                <a:r>
                  <a:rPr lang="en-US" altLang="ko-KR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j-ea"/>
                    <a:ea typeface="+mj-ea"/>
                  </a:rPr>
                  <a:t> </a:t>
                </a:r>
                <a:r>
                  <a:rPr lang="ko-KR" altLang="en-US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j-ea"/>
                    <a:ea typeface="+mj-ea"/>
                  </a:rPr>
                  <a:t>동방에스앤디 주식회사</a:t>
                </a:r>
                <a:endParaRPr lang="en-US" altLang="ko-KR" sz="14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j-ea"/>
                  <a:ea typeface="+mj-ea"/>
                </a:endParaRPr>
              </a:p>
            </p:txBody>
          </p:sp>
        </p:grp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A48749FE-269D-4BC8-979B-8B2D1DC8084D}"/>
              </a:ext>
            </a:extLst>
          </p:cNvPr>
          <p:cNvGrpSpPr/>
          <p:nvPr/>
        </p:nvGrpSpPr>
        <p:grpSpPr>
          <a:xfrm>
            <a:off x="4432027" y="1842933"/>
            <a:ext cx="2106428" cy="674128"/>
            <a:chOff x="3621368" y="2423033"/>
            <a:chExt cx="2260110" cy="674128"/>
          </a:xfrm>
        </p:grpSpPr>
        <p:sp>
          <p:nvSpPr>
            <p:cNvPr id="104" name="LcS48" descr="어두운 상향 대각선">
              <a:extLst>
                <a:ext uri="{FF2B5EF4-FFF2-40B4-BE49-F238E27FC236}">
                  <a16:creationId xmlns:a16="http://schemas.microsoft.com/office/drawing/2014/main" id="{22652C17-CB61-4DB2-A6F9-A69C40420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1368" y="2423033"/>
              <a:ext cx="2260110" cy="281802"/>
            </a:xfrm>
            <a:prstGeom prst="round2SameRect">
              <a:avLst>
                <a:gd name="adj1" fmla="val 27817"/>
                <a:gd name="adj2" fmla="val 0"/>
              </a:avLst>
            </a:prstGeom>
            <a:gradFill>
              <a:gsLst>
                <a:gs pos="100000">
                  <a:srgbClr val="34642E"/>
                </a:gs>
                <a:gs pos="0">
                  <a:srgbClr val="4B8E42"/>
                </a:gs>
              </a:gsLst>
              <a:lin ang="3000000" scaled="0"/>
            </a:gradFill>
            <a:ln w="12700" cap="rnd" cmpd="sng">
              <a:noFill/>
              <a:prstDash val="solid"/>
              <a:headEnd type="none" w="lg" len="med"/>
              <a:tailEnd type="none" w="lg" len="med"/>
            </a:ln>
            <a:effectLst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lIns="0" tIns="0" rIns="0" bIns="0" anchor="ctr" anchorCtr="0">
              <a:scene3d>
                <a:camera prst="orthographicFront"/>
                <a:lightRig rig="threePt" dir="t"/>
              </a:scene3d>
              <a:sp3d>
                <a:bevelT w="0" h="1270"/>
              </a:sp3d>
            </a:bodyPr>
            <a:lstStyle/>
            <a:p>
              <a:pPr algn="ctr" latinLnBrk="0"/>
              <a:r>
                <a:rPr lang="ko-KR" altLang="en-US" sz="1400">
                  <a:gradFill flip="none" rotWithShape="1">
                    <a:gsLst>
                      <a:gs pos="0">
                        <a:prstClr val="white">
                          <a:lumMod val="0"/>
                          <a:lumOff val="100000"/>
                        </a:prstClr>
                      </a:gs>
                      <a:gs pos="100000">
                        <a:prstClr val="white">
                          <a:lumMod val="0"/>
                          <a:lumOff val="100000"/>
                        </a:prstClr>
                      </a:gs>
                    </a:gsLst>
                    <a:lin ang="6000000" scaled="0"/>
                    <a:tileRect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총괄</a:t>
              </a:r>
              <a:endParaRPr lang="en-US" altLang="ko-KR" sz="1400" dirty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105" name="LcS48" descr="어두운 상향 대각선">
              <a:extLst>
                <a:ext uri="{FF2B5EF4-FFF2-40B4-BE49-F238E27FC236}">
                  <a16:creationId xmlns:a16="http://schemas.microsoft.com/office/drawing/2014/main" id="{56704AAA-B8C4-463D-A2F0-CE85DD8F8D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2476" y="2702634"/>
              <a:ext cx="2257214" cy="39452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1D0CDA6E-9C9E-452F-BC85-133EECC934ED}"/>
                </a:ext>
              </a:extLst>
            </p:cNvPr>
            <p:cNvSpPr txBox="1"/>
            <p:nvPr/>
          </p:nvSpPr>
          <p:spPr>
            <a:xfrm>
              <a:off x="3848106" y="2792175"/>
              <a:ext cx="1805955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latinLnBrk="0"/>
              <a:r>
                <a:rPr lang="ko-KR" altLang="en-US" sz="140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환경부</a:t>
              </a:r>
              <a:r>
                <a:rPr lang="en-US" altLang="ko-KR" sz="140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(</a:t>
              </a:r>
              <a:r>
                <a:rPr lang="ko-KR" altLang="en-US" sz="140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화학제품관리과</a:t>
              </a:r>
              <a:r>
                <a:rPr lang="en-US" altLang="ko-KR" sz="140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)</a:t>
              </a:r>
              <a:endParaRPr lang="ko-KR" altLang="en-US" sz="140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9906AF9B-019E-4685-AB3E-73430B1B6736}"/>
              </a:ext>
            </a:extLst>
          </p:cNvPr>
          <p:cNvGrpSpPr/>
          <p:nvPr/>
        </p:nvGrpSpPr>
        <p:grpSpPr>
          <a:xfrm>
            <a:off x="4432027" y="3003338"/>
            <a:ext cx="2106428" cy="674128"/>
            <a:chOff x="3621368" y="2423033"/>
            <a:chExt cx="2260110" cy="674128"/>
          </a:xfrm>
        </p:grpSpPr>
        <p:sp>
          <p:nvSpPr>
            <p:cNvPr id="112" name="LcS48" descr="어두운 상향 대각선">
              <a:extLst>
                <a:ext uri="{FF2B5EF4-FFF2-40B4-BE49-F238E27FC236}">
                  <a16:creationId xmlns:a16="http://schemas.microsoft.com/office/drawing/2014/main" id="{B73CA3E2-94DB-4221-8ECB-2FF9E31CE3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1368" y="2423033"/>
              <a:ext cx="2260110" cy="281802"/>
            </a:xfrm>
            <a:prstGeom prst="round2SameRect">
              <a:avLst>
                <a:gd name="adj1" fmla="val 27817"/>
                <a:gd name="adj2" fmla="val 0"/>
              </a:avLst>
            </a:prstGeom>
            <a:gradFill>
              <a:gsLst>
                <a:gs pos="100000">
                  <a:srgbClr val="34642E"/>
                </a:gs>
                <a:gs pos="0">
                  <a:srgbClr val="4B8E42"/>
                </a:gs>
              </a:gsLst>
              <a:lin ang="3000000" scaled="0"/>
            </a:gradFill>
            <a:ln w="12700" cap="rnd" cmpd="sng">
              <a:noFill/>
              <a:prstDash val="solid"/>
              <a:headEnd type="none" w="lg" len="med"/>
              <a:tailEnd type="none" w="lg" len="med"/>
            </a:ln>
            <a:effectLst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lIns="0" tIns="0" rIns="0" bIns="0" anchor="ctr" anchorCtr="0">
              <a:scene3d>
                <a:camera prst="orthographicFront"/>
                <a:lightRig rig="threePt" dir="t"/>
              </a:scene3d>
              <a:sp3d>
                <a:bevelT w="0" h="1270"/>
              </a:sp3d>
            </a:bodyPr>
            <a:lstStyle/>
            <a:p>
              <a:pPr algn="ctr" latinLnBrk="0"/>
              <a:r>
                <a:rPr lang="ko-KR" altLang="en-US" sz="1400">
                  <a:gradFill flip="none" rotWithShape="1">
                    <a:gsLst>
                      <a:gs pos="0">
                        <a:prstClr val="white">
                          <a:lumMod val="0"/>
                          <a:lumOff val="100000"/>
                        </a:prstClr>
                      </a:gs>
                      <a:gs pos="100000">
                        <a:prstClr val="white">
                          <a:lumMod val="0"/>
                          <a:lumOff val="100000"/>
                        </a:prstClr>
                      </a:gs>
                    </a:gsLst>
                    <a:lin ang="6000000" scaled="0"/>
                    <a:tileRect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사업관리</a:t>
              </a:r>
              <a:endParaRPr lang="en-US" altLang="ko-KR" sz="1400" dirty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113" name="LcS48" descr="어두운 상향 대각선">
              <a:extLst>
                <a:ext uri="{FF2B5EF4-FFF2-40B4-BE49-F238E27FC236}">
                  <a16:creationId xmlns:a16="http://schemas.microsoft.com/office/drawing/2014/main" id="{2DC2CDB1-25CA-41AD-8B08-8B5B210528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2476" y="2702634"/>
              <a:ext cx="2257214" cy="39452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7B8A8DDF-296B-42EA-AA08-D0221D458281}"/>
                </a:ext>
              </a:extLst>
            </p:cNvPr>
            <p:cNvSpPr txBox="1"/>
            <p:nvPr/>
          </p:nvSpPr>
          <p:spPr>
            <a:xfrm>
              <a:off x="3679550" y="2792175"/>
              <a:ext cx="2143065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latinLnBrk="0"/>
              <a:r>
                <a:rPr lang="ko-KR" altLang="en-US" sz="140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한국환경산업기술원</a:t>
              </a:r>
              <a:r>
                <a:rPr lang="en-US" altLang="ko-KR" sz="140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(</a:t>
              </a:r>
              <a:r>
                <a:rPr lang="ko-KR" altLang="en-US" sz="140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최병권</a:t>
              </a:r>
              <a:r>
                <a:rPr lang="en-US" altLang="ko-KR" sz="140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)</a:t>
              </a:r>
              <a:endParaRPr lang="ko-KR" altLang="en-US" sz="140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sp>
        <p:nvSpPr>
          <p:cNvPr id="116" name="LcS48" descr="어두운 상향 대각선">
            <a:extLst>
              <a:ext uri="{FF2B5EF4-FFF2-40B4-BE49-F238E27FC236}">
                <a16:creationId xmlns:a16="http://schemas.microsoft.com/office/drawing/2014/main" id="{03C63BFB-CC8F-4E07-9636-2A00EC2C0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8427" y="3282939"/>
            <a:ext cx="1720121" cy="8136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ko-KR">
              <a:solidFill>
                <a:prstClr val="white"/>
              </a:solidFill>
            </a:endParaRPr>
          </a:p>
        </p:txBody>
      </p:sp>
      <p:sp>
        <p:nvSpPr>
          <p:cNvPr id="118" name="LcS48" descr="어두운 상향 대각선">
            <a:extLst>
              <a:ext uri="{FF2B5EF4-FFF2-40B4-BE49-F238E27FC236}">
                <a16:creationId xmlns:a16="http://schemas.microsoft.com/office/drawing/2014/main" id="{E4E9D2FC-1BDB-4ADC-AB39-CFA2476E45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7540" y="3003338"/>
            <a:ext cx="1722328" cy="281802"/>
          </a:xfrm>
          <a:prstGeom prst="round2SameRect">
            <a:avLst/>
          </a:prstGeom>
          <a:gradFill>
            <a:gsLst>
              <a:gs pos="0">
                <a:schemeClr val="bg1">
                  <a:lumMod val="50000"/>
                </a:schemeClr>
              </a:gs>
              <a:gs pos="100000">
                <a:schemeClr val="tx1">
                  <a:lumMod val="65000"/>
                  <a:lumOff val="35000"/>
                </a:schemeClr>
              </a:gs>
            </a:gsLst>
            <a:lin ang="3600000" scaled="0"/>
          </a:gradFill>
          <a:ln w="12700" cap="rnd" cmpd="sng">
            <a:noFill/>
            <a:prstDash val="solid"/>
            <a:headEnd type="none" w="lg" len="med"/>
            <a:tailEnd type="none" w="lg" len="med"/>
          </a:ln>
          <a:effectLst>
            <a:innerShdw dist="25400" dir="5400000">
              <a:schemeClr val="tx1">
                <a:lumMod val="65000"/>
                <a:lumOff val="35000"/>
                <a:alpha val="50000"/>
              </a:schemeClr>
            </a:innerShdw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0" rIns="0" bIns="0" anchor="ctr" anchorCtr="0"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algn="ctr"/>
            <a:r>
              <a:rPr lang="ko-KR" altLang="en-US" sz="120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업무수행기관</a:t>
            </a:r>
            <a:endParaRPr lang="en-US" altLang="ko-KR" sz="1200" dirty="0">
              <a:gradFill flip="none" rotWithShape="1">
                <a:gsLst>
                  <a:gs pos="0">
                    <a:prstClr val="white">
                      <a:lumMod val="0"/>
                      <a:lumOff val="100000"/>
                    </a:prstClr>
                  </a:gs>
                  <a:gs pos="100000">
                    <a:prstClr val="white">
                      <a:lumMod val="0"/>
                      <a:lumOff val="100000"/>
                    </a:prstClr>
                  </a:gs>
                </a:gsLst>
                <a:lin ang="6000000" scaled="0"/>
                <a:tileRect/>
              </a:gra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F3467F17-45B0-45A3-9E78-0A58829CD8B6}"/>
              </a:ext>
            </a:extLst>
          </p:cNvPr>
          <p:cNvGrpSpPr/>
          <p:nvPr/>
        </p:nvGrpSpPr>
        <p:grpSpPr>
          <a:xfrm>
            <a:off x="1630578" y="3348816"/>
            <a:ext cx="1599146" cy="197182"/>
            <a:chOff x="1245826" y="4689381"/>
            <a:chExt cx="1599146" cy="197182"/>
          </a:xfrm>
        </p:grpSpPr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8FF81257-DB5D-48AD-9F14-1DD80AD8C736}"/>
                </a:ext>
              </a:extLst>
            </p:cNvPr>
            <p:cNvSpPr/>
            <p:nvPr/>
          </p:nvSpPr>
          <p:spPr>
            <a:xfrm>
              <a:off x="1245826" y="4689381"/>
              <a:ext cx="1599146" cy="1971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F11E0DB0-963B-4D8E-9802-BCA6B362BAA2}"/>
                </a:ext>
              </a:extLst>
            </p:cNvPr>
            <p:cNvSpPr txBox="1"/>
            <p:nvPr/>
          </p:nvSpPr>
          <p:spPr>
            <a:xfrm>
              <a:off x="1245826" y="4717286"/>
              <a:ext cx="1599146" cy="169277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/>
              <a:r>
                <a:rPr lang="ko-KR" altLang="en-US" sz="1100" b="1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국립환경기술원</a:t>
              </a:r>
              <a:endParaRPr lang="ko-KR" altLang="en-US" sz="1100" b="1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41863ECA-C6C2-4A5C-9900-0520CE797114}"/>
              </a:ext>
            </a:extLst>
          </p:cNvPr>
          <p:cNvGrpSpPr/>
          <p:nvPr/>
        </p:nvGrpSpPr>
        <p:grpSpPr>
          <a:xfrm>
            <a:off x="1630578" y="3578335"/>
            <a:ext cx="1599146" cy="197182"/>
            <a:chOff x="1245826" y="4689381"/>
            <a:chExt cx="1599146" cy="197182"/>
          </a:xfrm>
        </p:grpSpPr>
        <p:sp>
          <p:nvSpPr>
            <p:cNvPr id="121" name="직사각형 120">
              <a:extLst>
                <a:ext uri="{FF2B5EF4-FFF2-40B4-BE49-F238E27FC236}">
                  <a16:creationId xmlns:a16="http://schemas.microsoft.com/office/drawing/2014/main" id="{66364845-9414-44AF-A6D9-BB09DE52314B}"/>
                </a:ext>
              </a:extLst>
            </p:cNvPr>
            <p:cNvSpPr/>
            <p:nvPr/>
          </p:nvSpPr>
          <p:spPr>
            <a:xfrm>
              <a:off x="1245826" y="4689381"/>
              <a:ext cx="1599146" cy="1971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3B2D174C-3D46-45CD-8695-1C135C4D8804}"/>
                </a:ext>
              </a:extLst>
            </p:cNvPr>
            <p:cNvSpPr txBox="1"/>
            <p:nvPr/>
          </p:nvSpPr>
          <p:spPr>
            <a:xfrm>
              <a:off x="1245826" y="4717286"/>
              <a:ext cx="1599146" cy="169277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/>
              <a:r>
                <a:rPr lang="ko-KR" altLang="en-US" sz="1100" b="1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한국환경산업기술원</a:t>
              </a:r>
              <a:endParaRPr lang="ko-KR" altLang="en-US" sz="1100" b="1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88A623E1-FD4D-40EB-9CD0-F489F42BB39F}"/>
              </a:ext>
            </a:extLst>
          </p:cNvPr>
          <p:cNvGrpSpPr/>
          <p:nvPr/>
        </p:nvGrpSpPr>
        <p:grpSpPr>
          <a:xfrm>
            <a:off x="1630578" y="3827519"/>
            <a:ext cx="1599146" cy="197182"/>
            <a:chOff x="1245826" y="4689381"/>
            <a:chExt cx="1599146" cy="197182"/>
          </a:xfrm>
        </p:grpSpPr>
        <p:sp>
          <p:nvSpPr>
            <p:cNvPr id="124" name="직사각형 123">
              <a:extLst>
                <a:ext uri="{FF2B5EF4-FFF2-40B4-BE49-F238E27FC236}">
                  <a16:creationId xmlns:a16="http://schemas.microsoft.com/office/drawing/2014/main" id="{0E70DDB8-650E-4AA8-909F-0B82DC0FEA10}"/>
                </a:ext>
              </a:extLst>
            </p:cNvPr>
            <p:cNvSpPr/>
            <p:nvPr/>
          </p:nvSpPr>
          <p:spPr>
            <a:xfrm>
              <a:off x="1245826" y="4689381"/>
              <a:ext cx="1599146" cy="1971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C1B10787-CD7A-4B02-83EB-B06082C39F8E}"/>
                </a:ext>
              </a:extLst>
            </p:cNvPr>
            <p:cNvSpPr txBox="1"/>
            <p:nvPr/>
          </p:nvSpPr>
          <p:spPr>
            <a:xfrm>
              <a:off x="1245826" y="4717286"/>
              <a:ext cx="1599146" cy="169277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/>
              <a:r>
                <a:rPr lang="ko-KR" altLang="en-US" sz="1100" b="1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지방유역환경청 등</a:t>
              </a:r>
              <a:endParaRPr lang="ko-KR" altLang="en-US" sz="1100" b="1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128" name="LcS48" descr="어두운 상향 대각선">
            <a:extLst>
              <a:ext uri="{FF2B5EF4-FFF2-40B4-BE49-F238E27FC236}">
                <a16:creationId xmlns:a16="http://schemas.microsoft.com/office/drawing/2014/main" id="{B46430AD-46D2-4559-BF68-1A29C49E3B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5911" y="3280738"/>
            <a:ext cx="1720121" cy="3945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ko-KR">
              <a:solidFill>
                <a:prstClr val="white"/>
              </a:solidFill>
            </a:endParaRPr>
          </a:p>
        </p:txBody>
      </p:sp>
      <p:sp>
        <p:nvSpPr>
          <p:cNvPr id="129" name="LcS48" descr="어두운 상향 대각선">
            <a:extLst>
              <a:ext uri="{FF2B5EF4-FFF2-40B4-BE49-F238E27FC236}">
                <a16:creationId xmlns:a16="http://schemas.microsoft.com/office/drawing/2014/main" id="{83892F9C-ABF0-45E9-8843-9ADB15DA2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5024" y="3001137"/>
            <a:ext cx="1722328" cy="281802"/>
          </a:xfrm>
          <a:prstGeom prst="round2SameRect">
            <a:avLst/>
          </a:prstGeom>
          <a:gradFill>
            <a:gsLst>
              <a:gs pos="0">
                <a:schemeClr val="bg1">
                  <a:lumMod val="50000"/>
                </a:schemeClr>
              </a:gs>
              <a:gs pos="100000">
                <a:schemeClr val="tx1">
                  <a:lumMod val="65000"/>
                  <a:lumOff val="35000"/>
                </a:schemeClr>
              </a:gs>
            </a:gsLst>
            <a:lin ang="3600000" scaled="0"/>
          </a:gradFill>
          <a:ln w="12700" cap="rnd" cmpd="sng">
            <a:noFill/>
            <a:prstDash val="solid"/>
            <a:headEnd type="none" w="lg" len="med"/>
            <a:tailEnd type="none" w="lg" len="med"/>
          </a:ln>
          <a:effectLst>
            <a:innerShdw dist="25400" dir="5400000">
              <a:schemeClr val="tx1">
                <a:lumMod val="65000"/>
                <a:lumOff val="35000"/>
                <a:alpha val="50000"/>
              </a:schemeClr>
            </a:innerShdw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0" rIns="0" bIns="0" anchor="ctr" anchorCtr="0"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algn="ctr"/>
            <a:r>
              <a:rPr lang="ko-KR" altLang="en-US" sz="120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자문기관</a:t>
            </a:r>
            <a:endParaRPr lang="en-US" altLang="ko-KR" sz="1200" dirty="0">
              <a:gradFill flip="none" rotWithShape="1">
                <a:gsLst>
                  <a:gs pos="0">
                    <a:prstClr val="white">
                      <a:lumMod val="0"/>
                      <a:lumOff val="100000"/>
                    </a:prstClr>
                  </a:gs>
                  <a:gs pos="100000">
                    <a:prstClr val="white">
                      <a:lumMod val="0"/>
                      <a:lumOff val="100000"/>
                    </a:prstClr>
                  </a:gs>
                </a:gsLst>
                <a:lin ang="6000000" scaled="0"/>
                <a:tileRect/>
              </a:gra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7EEE82CE-1888-4899-BC51-92BC73AFFAB7}"/>
              </a:ext>
            </a:extLst>
          </p:cNvPr>
          <p:cNvGrpSpPr/>
          <p:nvPr/>
        </p:nvGrpSpPr>
        <p:grpSpPr>
          <a:xfrm>
            <a:off x="7538062" y="3346615"/>
            <a:ext cx="1599146" cy="197182"/>
            <a:chOff x="1245826" y="4689381"/>
            <a:chExt cx="1599146" cy="197182"/>
          </a:xfrm>
        </p:grpSpPr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4407FE1B-501B-4411-BF2E-DE9243400FF5}"/>
                </a:ext>
              </a:extLst>
            </p:cNvPr>
            <p:cNvSpPr/>
            <p:nvPr/>
          </p:nvSpPr>
          <p:spPr>
            <a:xfrm>
              <a:off x="1245826" y="4689381"/>
              <a:ext cx="1599146" cy="1971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25930E19-5926-4533-932B-17914CC306DF}"/>
                </a:ext>
              </a:extLst>
            </p:cNvPr>
            <p:cNvSpPr txBox="1"/>
            <p:nvPr/>
          </p:nvSpPr>
          <p:spPr>
            <a:xfrm>
              <a:off x="1245826" y="4717286"/>
              <a:ext cx="1599146" cy="169277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/>
              <a:r>
                <a:rPr lang="ko-KR" altLang="en-US" sz="1100" b="1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자문위원회</a:t>
              </a:r>
              <a:endParaRPr lang="ko-KR" altLang="en-US" sz="1100" b="1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grpSp>
        <p:nvGrpSpPr>
          <p:cNvPr id="139" name="그룹 138">
            <a:extLst>
              <a:ext uri="{FF2B5EF4-FFF2-40B4-BE49-F238E27FC236}">
                <a16:creationId xmlns:a16="http://schemas.microsoft.com/office/drawing/2014/main" id="{0F699174-D37A-473C-9B2F-AD6B394D9774}"/>
              </a:ext>
            </a:extLst>
          </p:cNvPr>
          <p:cNvGrpSpPr/>
          <p:nvPr/>
        </p:nvGrpSpPr>
        <p:grpSpPr>
          <a:xfrm>
            <a:off x="4430361" y="4231087"/>
            <a:ext cx="2106428" cy="674128"/>
            <a:chOff x="3621368" y="2423033"/>
            <a:chExt cx="2260110" cy="674128"/>
          </a:xfrm>
        </p:grpSpPr>
        <p:sp>
          <p:nvSpPr>
            <p:cNvPr id="140" name="LcS48" descr="어두운 상향 대각선">
              <a:extLst>
                <a:ext uri="{FF2B5EF4-FFF2-40B4-BE49-F238E27FC236}">
                  <a16:creationId xmlns:a16="http://schemas.microsoft.com/office/drawing/2014/main" id="{63B1B6A7-6FA1-45E2-8F0F-2853548D7C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1368" y="2423033"/>
              <a:ext cx="2260110" cy="281802"/>
            </a:xfrm>
            <a:prstGeom prst="round2SameRect">
              <a:avLst>
                <a:gd name="adj1" fmla="val 27817"/>
                <a:gd name="adj2" fmla="val 0"/>
              </a:avLst>
            </a:prstGeom>
            <a:gradFill>
              <a:gsLst>
                <a:gs pos="100000">
                  <a:srgbClr val="34642E"/>
                </a:gs>
                <a:gs pos="0">
                  <a:srgbClr val="4B8E42"/>
                </a:gs>
              </a:gsLst>
              <a:lin ang="3000000" scaled="0"/>
            </a:gradFill>
            <a:ln w="12700" cap="rnd" cmpd="sng">
              <a:noFill/>
              <a:prstDash val="solid"/>
              <a:headEnd type="none" w="lg" len="med"/>
              <a:tailEnd type="none" w="lg" len="med"/>
            </a:ln>
            <a:effectLst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lIns="0" tIns="0" rIns="0" bIns="0" anchor="ctr" anchorCtr="0">
              <a:scene3d>
                <a:camera prst="orthographicFront"/>
                <a:lightRig rig="threePt" dir="t"/>
              </a:scene3d>
              <a:sp3d>
                <a:bevelT w="0" h="1270"/>
              </a:sp3d>
            </a:bodyPr>
            <a:lstStyle/>
            <a:p>
              <a:pPr algn="ctr" latinLnBrk="0"/>
              <a:r>
                <a:rPr lang="ko-KR" altLang="en-US" sz="1400">
                  <a:gradFill flip="none" rotWithShape="1">
                    <a:gsLst>
                      <a:gs pos="0">
                        <a:prstClr val="white">
                          <a:lumMod val="0"/>
                          <a:lumOff val="100000"/>
                        </a:prstClr>
                      </a:gs>
                      <a:gs pos="100000">
                        <a:prstClr val="white">
                          <a:lumMod val="0"/>
                          <a:lumOff val="100000"/>
                        </a:prstClr>
                      </a:gs>
                    </a:gsLst>
                    <a:lin ang="6000000" scaled="0"/>
                    <a:tileRect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사업수행</a:t>
              </a:r>
              <a:endParaRPr lang="en-US" altLang="ko-KR" sz="1400" dirty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141" name="LcS48" descr="어두운 상향 대각선">
              <a:extLst>
                <a:ext uri="{FF2B5EF4-FFF2-40B4-BE49-F238E27FC236}">
                  <a16:creationId xmlns:a16="http://schemas.microsoft.com/office/drawing/2014/main" id="{84EFB09B-2CD3-422D-B306-D38AA104DE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2476" y="2702634"/>
              <a:ext cx="2257214" cy="39452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altLang="ko-KR" sz="140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BCF67C53-5A91-485A-9F9E-6E5F787C1657}"/>
                </a:ext>
              </a:extLst>
            </p:cNvPr>
            <p:cNvSpPr txBox="1"/>
            <p:nvPr/>
          </p:nvSpPr>
          <p:spPr>
            <a:xfrm>
              <a:off x="3932384" y="2792175"/>
              <a:ext cx="1637399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 latinLnBrk="0"/>
              <a:r>
                <a:rPr lang="ko-KR" altLang="en-US" sz="140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동방에스앤디</a:t>
              </a:r>
              <a:r>
                <a:rPr lang="en-US" altLang="ko-KR" sz="140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(</a:t>
              </a:r>
              <a:r>
                <a:rPr lang="ko-KR" altLang="en-US" sz="140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허길양</a:t>
              </a:r>
              <a:r>
                <a:rPr lang="en-US" altLang="ko-KR" sz="140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)</a:t>
              </a:r>
              <a:endParaRPr lang="ko-KR" altLang="en-US" sz="140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7BBF0E0B-8B9F-4A37-8B9A-39A2DB353087}"/>
              </a:ext>
            </a:extLst>
          </p:cNvPr>
          <p:cNvCxnSpPr>
            <a:stCxn id="105" idx="2"/>
            <a:endCxn id="112" idx="3"/>
          </p:cNvCxnSpPr>
          <p:nvPr/>
        </p:nvCxnSpPr>
        <p:spPr>
          <a:xfrm>
            <a:off x="5484925" y="2517061"/>
            <a:ext cx="316" cy="486277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8EFF2190-4F20-49E7-AE7B-DA8D0E0C49E6}"/>
              </a:ext>
            </a:extLst>
          </p:cNvPr>
          <p:cNvCxnSpPr>
            <a:stCxn id="118" idx="0"/>
            <a:endCxn id="112" idx="2"/>
          </p:cNvCxnSpPr>
          <p:nvPr/>
        </p:nvCxnSpPr>
        <p:spPr>
          <a:xfrm>
            <a:off x="3299868" y="3144239"/>
            <a:ext cx="1132159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3" name="직선 연결선 152">
            <a:extLst>
              <a:ext uri="{FF2B5EF4-FFF2-40B4-BE49-F238E27FC236}">
                <a16:creationId xmlns:a16="http://schemas.microsoft.com/office/drawing/2014/main" id="{292EEE59-2D2D-4867-9171-D6387A103BF2}"/>
              </a:ext>
            </a:extLst>
          </p:cNvPr>
          <p:cNvCxnSpPr>
            <a:stCxn id="112" idx="0"/>
            <a:endCxn id="129" idx="2"/>
          </p:cNvCxnSpPr>
          <p:nvPr/>
        </p:nvCxnSpPr>
        <p:spPr>
          <a:xfrm flipV="1">
            <a:off x="6538455" y="3142038"/>
            <a:ext cx="946569" cy="2201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CEFAB123-315E-4AAA-8BFD-7172377BD1DC}"/>
              </a:ext>
            </a:extLst>
          </p:cNvPr>
          <p:cNvCxnSpPr>
            <a:stCxn id="113" idx="2"/>
            <a:endCxn id="140" idx="3"/>
          </p:cNvCxnSpPr>
          <p:nvPr/>
        </p:nvCxnSpPr>
        <p:spPr>
          <a:xfrm flipH="1">
            <a:off x="5483575" y="3677466"/>
            <a:ext cx="1350" cy="553621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pSp>
        <p:nvGrpSpPr>
          <p:cNvPr id="231" name="그룹 230">
            <a:extLst>
              <a:ext uri="{FF2B5EF4-FFF2-40B4-BE49-F238E27FC236}">
                <a16:creationId xmlns:a16="http://schemas.microsoft.com/office/drawing/2014/main" id="{2B2DB225-12CE-4ADA-A289-02D7BB9D76CB}"/>
              </a:ext>
            </a:extLst>
          </p:cNvPr>
          <p:cNvGrpSpPr/>
          <p:nvPr/>
        </p:nvGrpSpPr>
        <p:grpSpPr>
          <a:xfrm>
            <a:off x="7485024" y="4231087"/>
            <a:ext cx="1722328" cy="976322"/>
            <a:chOff x="7485024" y="4231087"/>
            <a:chExt cx="1722328" cy="976322"/>
          </a:xfrm>
        </p:grpSpPr>
        <p:sp>
          <p:nvSpPr>
            <p:cNvPr id="157" name="LcS48" descr="어두운 상향 대각선">
              <a:extLst>
                <a:ext uri="{FF2B5EF4-FFF2-40B4-BE49-F238E27FC236}">
                  <a16:creationId xmlns:a16="http://schemas.microsoft.com/office/drawing/2014/main" id="{64C08F1B-D85C-40A1-85D3-610B0BB64D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5911" y="4510689"/>
              <a:ext cx="1720121" cy="6967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altLang="ko-KR">
                <a:solidFill>
                  <a:prstClr val="white"/>
                </a:solidFill>
              </a:endParaRPr>
            </a:p>
          </p:txBody>
        </p:sp>
        <p:sp>
          <p:nvSpPr>
            <p:cNvPr id="158" name="LcS48" descr="어두운 상향 대각선">
              <a:extLst>
                <a:ext uri="{FF2B5EF4-FFF2-40B4-BE49-F238E27FC236}">
                  <a16:creationId xmlns:a16="http://schemas.microsoft.com/office/drawing/2014/main" id="{1CE1A062-C760-42C6-A587-25E10E9093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5024" y="4231087"/>
              <a:ext cx="1722328" cy="281802"/>
            </a:xfrm>
            <a:prstGeom prst="round2SameRect">
              <a:avLst/>
            </a:prstGeom>
            <a:gradFill>
              <a:gsLst>
                <a:gs pos="0">
                  <a:schemeClr val="bg1">
                    <a:lumMod val="50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3600000" scaled="0"/>
            </a:gradFill>
            <a:ln w="12700" cap="rnd" cmpd="sng">
              <a:noFill/>
              <a:prstDash val="solid"/>
              <a:headEnd type="none" w="lg" len="med"/>
              <a:tailEnd type="none" w="lg" len="med"/>
            </a:ln>
            <a:effectLst>
              <a:innerShdw dist="25400" dir="5400000">
                <a:schemeClr val="tx1">
                  <a:lumMod val="65000"/>
                  <a:lumOff val="35000"/>
                  <a:alpha val="50000"/>
                </a:schemeClr>
              </a:innerShdw>
            </a:effectLst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lIns="0" tIns="0" rIns="0" bIns="0" anchor="ctr" anchorCtr="0"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/>
              <a:r>
                <a:rPr lang="ko-KR" altLang="en-US" sz="1200">
                  <a:gradFill flip="none" rotWithShape="1">
                    <a:gsLst>
                      <a:gs pos="0">
                        <a:prstClr val="white">
                          <a:lumMod val="0"/>
                          <a:lumOff val="100000"/>
                        </a:prstClr>
                      </a:gs>
                      <a:gs pos="100000">
                        <a:prstClr val="white">
                          <a:lumMod val="0"/>
                          <a:lumOff val="100000"/>
                        </a:prstClr>
                      </a:gs>
                    </a:gsLst>
                    <a:lin ang="6000000" scaled="0"/>
                    <a:tileRect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협업기관</a:t>
              </a:r>
              <a:endParaRPr lang="en-US" altLang="ko-KR" sz="1200" dirty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grpSp>
          <p:nvGrpSpPr>
            <p:cNvPr id="159" name="그룹 158">
              <a:extLst>
                <a:ext uri="{FF2B5EF4-FFF2-40B4-BE49-F238E27FC236}">
                  <a16:creationId xmlns:a16="http://schemas.microsoft.com/office/drawing/2014/main" id="{42E6286E-6A7D-444C-B492-C6A15547DBAA}"/>
                </a:ext>
              </a:extLst>
            </p:cNvPr>
            <p:cNvGrpSpPr/>
            <p:nvPr/>
          </p:nvGrpSpPr>
          <p:grpSpPr>
            <a:xfrm>
              <a:off x="7538062" y="4576565"/>
              <a:ext cx="1599146" cy="197182"/>
              <a:chOff x="1245826" y="4689381"/>
              <a:chExt cx="1599146" cy="197182"/>
            </a:xfrm>
          </p:grpSpPr>
          <p:sp>
            <p:nvSpPr>
              <p:cNvPr id="166" name="직사각형 165">
                <a:extLst>
                  <a:ext uri="{FF2B5EF4-FFF2-40B4-BE49-F238E27FC236}">
                    <a16:creationId xmlns:a16="http://schemas.microsoft.com/office/drawing/2014/main" id="{A77C865A-D031-4FC4-A5F3-7E5C28639252}"/>
                  </a:ext>
                </a:extLst>
              </p:cNvPr>
              <p:cNvSpPr/>
              <p:nvPr/>
            </p:nvSpPr>
            <p:spPr>
              <a:xfrm>
                <a:off x="1245826" y="4689381"/>
                <a:ext cx="1599146" cy="19718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FFBCD949-1446-42A6-8827-FF66AB8C11BC}"/>
                  </a:ext>
                </a:extLst>
              </p:cNvPr>
              <p:cNvSpPr txBox="1"/>
              <p:nvPr/>
            </p:nvSpPr>
            <p:spPr>
              <a:xfrm>
                <a:off x="1245826" y="4717286"/>
                <a:ext cx="1599146" cy="16927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ctr"/>
                <a:r>
                  <a:rPr lang="ko-KR" altLang="en-US" sz="1100" b="1">
                    <a:ln>
                      <a:solidFill>
                        <a:srgbClr val="FF0000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통합유지관리</a:t>
                </a:r>
                <a:r>
                  <a:rPr lang="en-US" altLang="ko-KR" sz="1100" b="1">
                    <a:ln>
                      <a:solidFill>
                        <a:srgbClr val="FF0000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(</a:t>
                </a:r>
                <a:r>
                  <a:rPr lang="ko-KR" altLang="en-US" sz="1100" b="1">
                    <a:ln>
                      <a:solidFill>
                        <a:srgbClr val="FF0000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現 시스원</a:t>
                </a:r>
                <a:r>
                  <a:rPr lang="en-US" altLang="ko-KR" sz="1100" b="1">
                    <a:ln>
                      <a:solidFill>
                        <a:srgbClr val="FF0000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)</a:t>
                </a:r>
                <a:endParaRPr lang="ko-KR" altLang="en-US" sz="1100" b="1" dirty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</p:grpSp>
        <p:grpSp>
          <p:nvGrpSpPr>
            <p:cNvPr id="160" name="그룹 159">
              <a:extLst>
                <a:ext uri="{FF2B5EF4-FFF2-40B4-BE49-F238E27FC236}">
                  <a16:creationId xmlns:a16="http://schemas.microsoft.com/office/drawing/2014/main" id="{EB2D2C64-7B30-4D0D-BD27-EFCF649ABB6D}"/>
                </a:ext>
              </a:extLst>
            </p:cNvPr>
            <p:cNvGrpSpPr/>
            <p:nvPr/>
          </p:nvGrpSpPr>
          <p:grpSpPr>
            <a:xfrm>
              <a:off x="7538062" y="4855244"/>
              <a:ext cx="1599146" cy="197182"/>
              <a:chOff x="1245826" y="4689381"/>
              <a:chExt cx="1599146" cy="197182"/>
            </a:xfrm>
          </p:grpSpPr>
          <p:sp>
            <p:nvSpPr>
              <p:cNvPr id="164" name="직사각형 163">
                <a:extLst>
                  <a:ext uri="{FF2B5EF4-FFF2-40B4-BE49-F238E27FC236}">
                    <a16:creationId xmlns:a16="http://schemas.microsoft.com/office/drawing/2014/main" id="{A28E7139-7F48-4242-91CF-8579ACFD0F5E}"/>
                  </a:ext>
                </a:extLst>
              </p:cNvPr>
              <p:cNvSpPr/>
              <p:nvPr/>
            </p:nvSpPr>
            <p:spPr>
              <a:xfrm>
                <a:off x="1245826" y="4689381"/>
                <a:ext cx="1599146" cy="19718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F55F59E4-97DC-4591-9A51-F00405F50E1F}"/>
                  </a:ext>
                </a:extLst>
              </p:cNvPr>
              <p:cNvSpPr txBox="1"/>
              <p:nvPr/>
            </p:nvSpPr>
            <p:spPr>
              <a:xfrm>
                <a:off x="1245826" y="4717286"/>
                <a:ext cx="1599146" cy="16927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ctr"/>
                <a:r>
                  <a:rPr lang="en-US" altLang="ko-KR" sz="1100" b="1">
                    <a:ln>
                      <a:solidFill>
                        <a:srgbClr val="FF0000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S/W </a:t>
                </a:r>
                <a:r>
                  <a:rPr lang="ko-KR" altLang="en-US" sz="1100" b="1">
                    <a:ln>
                      <a:solidFill>
                        <a:srgbClr val="FF0000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제공자 등</a:t>
                </a:r>
                <a:endParaRPr lang="ko-KR" altLang="en-US" sz="1100" b="1" dirty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</p:grpSp>
      </p:grp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1883B790-4C37-4E24-A013-8AC4AD8D0947}"/>
              </a:ext>
            </a:extLst>
          </p:cNvPr>
          <p:cNvCxnSpPr>
            <a:stCxn id="140" idx="0"/>
            <a:endCxn id="158" idx="2"/>
          </p:cNvCxnSpPr>
          <p:nvPr/>
        </p:nvCxnSpPr>
        <p:spPr>
          <a:xfrm>
            <a:off x="6536789" y="4371988"/>
            <a:ext cx="948235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pSp>
        <p:nvGrpSpPr>
          <p:cNvPr id="222" name="그룹 221">
            <a:extLst>
              <a:ext uri="{FF2B5EF4-FFF2-40B4-BE49-F238E27FC236}">
                <a16:creationId xmlns:a16="http://schemas.microsoft.com/office/drawing/2014/main" id="{B06D59A0-3418-4081-81AB-EAB2CBD19F4E}"/>
              </a:ext>
            </a:extLst>
          </p:cNvPr>
          <p:cNvGrpSpPr/>
          <p:nvPr/>
        </p:nvGrpSpPr>
        <p:grpSpPr>
          <a:xfrm>
            <a:off x="7485024" y="5967311"/>
            <a:ext cx="1722328" cy="674128"/>
            <a:chOff x="7423363" y="5793584"/>
            <a:chExt cx="1722328" cy="674128"/>
          </a:xfrm>
        </p:grpSpPr>
        <p:sp>
          <p:nvSpPr>
            <p:cNvPr id="194" name="LcS48" descr="어두운 상향 대각선">
              <a:extLst>
                <a:ext uri="{FF2B5EF4-FFF2-40B4-BE49-F238E27FC236}">
                  <a16:creationId xmlns:a16="http://schemas.microsoft.com/office/drawing/2014/main" id="{BAC4839C-A936-48DE-AA7C-9901E19F27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24250" y="6073185"/>
              <a:ext cx="1720121" cy="39452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altLang="ko-KR">
                <a:solidFill>
                  <a:prstClr val="white"/>
                </a:solidFill>
              </a:endParaRPr>
            </a:p>
          </p:txBody>
        </p:sp>
        <p:sp>
          <p:nvSpPr>
            <p:cNvPr id="195" name="LcS48" descr="어두운 상향 대각선">
              <a:extLst>
                <a:ext uri="{FF2B5EF4-FFF2-40B4-BE49-F238E27FC236}">
                  <a16:creationId xmlns:a16="http://schemas.microsoft.com/office/drawing/2014/main" id="{2F0EA67A-1A7F-479B-810D-B030FE1BA8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23363" y="5793584"/>
              <a:ext cx="1722328" cy="281802"/>
            </a:xfrm>
            <a:prstGeom prst="round2SameRect">
              <a:avLst/>
            </a:prstGeom>
            <a:gradFill>
              <a:gsLst>
                <a:gs pos="0">
                  <a:schemeClr val="bg1">
                    <a:lumMod val="50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3600000" scaled="0"/>
            </a:gradFill>
            <a:ln w="12700" cap="rnd" cmpd="sng">
              <a:noFill/>
              <a:prstDash val="solid"/>
              <a:headEnd type="none" w="lg" len="med"/>
              <a:tailEnd type="none" w="lg" len="med"/>
            </a:ln>
            <a:effectLst>
              <a:innerShdw dist="25400" dir="5400000">
                <a:schemeClr val="tx1">
                  <a:lumMod val="65000"/>
                  <a:lumOff val="35000"/>
                  <a:alpha val="50000"/>
                </a:schemeClr>
              </a:innerShdw>
            </a:effectLst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lIns="0" tIns="0" rIns="0" bIns="0" anchor="ctr" anchorCtr="0"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/>
              <a:r>
                <a:rPr lang="ko-KR" altLang="en-US" sz="1200">
                  <a:gradFill flip="none" rotWithShape="1">
                    <a:gsLst>
                      <a:gs pos="0">
                        <a:prstClr val="white">
                          <a:lumMod val="0"/>
                          <a:lumOff val="100000"/>
                        </a:prstClr>
                      </a:gs>
                      <a:gs pos="100000">
                        <a:prstClr val="white">
                          <a:lumMod val="0"/>
                          <a:lumOff val="100000"/>
                        </a:prstClr>
                      </a:gs>
                    </a:gsLst>
                    <a:lin ang="6000000" scaled="0"/>
                    <a:tileRect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지원조직 </a:t>
              </a:r>
              <a:endParaRPr lang="en-US" altLang="ko-KR" sz="1200" dirty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grpSp>
          <p:nvGrpSpPr>
            <p:cNvPr id="196" name="그룹 195">
              <a:extLst>
                <a:ext uri="{FF2B5EF4-FFF2-40B4-BE49-F238E27FC236}">
                  <a16:creationId xmlns:a16="http://schemas.microsoft.com/office/drawing/2014/main" id="{F57E5C54-8061-4929-8F06-D4941A8FFE94}"/>
                </a:ext>
              </a:extLst>
            </p:cNvPr>
            <p:cNvGrpSpPr/>
            <p:nvPr/>
          </p:nvGrpSpPr>
          <p:grpSpPr>
            <a:xfrm>
              <a:off x="7476401" y="6139062"/>
              <a:ext cx="1599146" cy="197182"/>
              <a:chOff x="1245826" y="4689381"/>
              <a:chExt cx="1599146" cy="197182"/>
            </a:xfrm>
          </p:grpSpPr>
          <p:sp>
            <p:nvSpPr>
              <p:cNvPr id="197" name="직사각형 196">
                <a:extLst>
                  <a:ext uri="{FF2B5EF4-FFF2-40B4-BE49-F238E27FC236}">
                    <a16:creationId xmlns:a16="http://schemas.microsoft.com/office/drawing/2014/main" id="{612E79C5-7488-48F6-83E4-8AD41058C2DA}"/>
                  </a:ext>
                </a:extLst>
              </p:cNvPr>
              <p:cNvSpPr/>
              <p:nvPr/>
            </p:nvSpPr>
            <p:spPr>
              <a:xfrm>
                <a:off x="1245826" y="4689381"/>
                <a:ext cx="1599146" cy="19718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2BA15598-545E-47D0-88E7-A3BACBAB4AFC}"/>
                  </a:ext>
                </a:extLst>
              </p:cNvPr>
              <p:cNvSpPr txBox="1"/>
              <p:nvPr/>
            </p:nvSpPr>
            <p:spPr>
              <a:xfrm>
                <a:off x="1245826" y="4717286"/>
                <a:ext cx="1599146" cy="16927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ctr"/>
                <a:r>
                  <a:rPr lang="ko-KR" altLang="en-US" sz="1100" b="1">
                    <a:ln>
                      <a:solidFill>
                        <a:srgbClr val="FF0000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디자인</a:t>
                </a:r>
                <a:r>
                  <a:rPr lang="en-US" altLang="ko-KR" sz="1100" b="1">
                    <a:ln>
                      <a:solidFill>
                        <a:srgbClr val="FF0000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, </a:t>
                </a:r>
                <a:r>
                  <a:rPr lang="ko-KR" altLang="en-US" sz="1100" b="1">
                    <a:ln>
                      <a:solidFill>
                        <a:srgbClr val="FF0000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퍼블리싱</a:t>
                </a:r>
                <a:r>
                  <a:rPr lang="en-US" altLang="ko-KR" sz="1100" b="1">
                    <a:ln>
                      <a:solidFill>
                        <a:srgbClr val="FF0000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, </a:t>
                </a:r>
                <a:r>
                  <a:rPr lang="ko-KR" altLang="en-US" sz="1100" b="1">
                    <a:ln>
                      <a:solidFill>
                        <a:srgbClr val="FF0000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보안 등</a:t>
                </a:r>
                <a:endParaRPr lang="ko-KR" altLang="en-US" sz="1100" b="1" dirty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</p:grpSp>
      </p:grpSp>
      <p:grpSp>
        <p:nvGrpSpPr>
          <p:cNvPr id="224" name="그룹 223">
            <a:extLst>
              <a:ext uri="{FF2B5EF4-FFF2-40B4-BE49-F238E27FC236}">
                <a16:creationId xmlns:a16="http://schemas.microsoft.com/office/drawing/2014/main" id="{63B35045-13FD-426C-BB5D-D9EBD2F7F1C4}"/>
              </a:ext>
            </a:extLst>
          </p:cNvPr>
          <p:cNvGrpSpPr/>
          <p:nvPr/>
        </p:nvGrpSpPr>
        <p:grpSpPr>
          <a:xfrm>
            <a:off x="1577540" y="5967311"/>
            <a:ext cx="1722328" cy="674128"/>
            <a:chOff x="1630578" y="5793584"/>
            <a:chExt cx="1722328" cy="674128"/>
          </a:xfrm>
        </p:grpSpPr>
        <p:sp>
          <p:nvSpPr>
            <p:cNvPr id="212" name="LcS48" descr="어두운 상향 대각선">
              <a:extLst>
                <a:ext uri="{FF2B5EF4-FFF2-40B4-BE49-F238E27FC236}">
                  <a16:creationId xmlns:a16="http://schemas.microsoft.com/office/drawing/2014/main" id="{6EDA6FB3-2D4A-44DF-AADA-23110CE625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1465" y="6073185"/>
              <a:ext cx="1720121" cy="39452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altLang="ko-KR">
                <a:solidFill>
                  <a:prstClr val="white"/>
                </a:solidFill>
              </a:endParaRPr>
            </a:p>
          </p:txBody>
        </p:sp>
        <p:sp>
          <p:nvSpPr>
            <p:cNvPr id="213" name="LcS48" descr="어두운 상향 대각선">
              <a:extLst>
                <a:ext uri="{FF2B5EF4-FFF2-40B4-BE49-F238E27FC236}">
                  <a16:creationId xmlns:a16="http://schemas.microsoft.com/office/drawing/2014/main" id="{3B5504A0-91D3-45B0-8D1C-CFC26EDC06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0578" y="5793584"/>
              <a:ext cx="1722328" cy="281802"/>
            </a:xfrm>
            <a:prstGeom prst="round2SameRect">
              <a:avLst/>
            </a:prstGeom>
            <a:gradFill>
              <a:gsLst>
                <a:gs pos="0">
                  <a:schemeClr val="bg1">
                    <a:lumMod val="50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3600000" scaled="0"/>
            </a:gradFill>
            <a:ln w="12700" cap="rnd" cmpd="sng">
              <a:noFill/>
              <a:prstDash val="solid"/>
              <a:headEnd type="none" w="lg" len="med"/>
              <a:tailEnd type="none" w="lg" len="med"/>
            </a:ln>
            <a:effectLst>
              <a:innerShdw dist="25400" dir="5400000">
                <a:schemeClr val="tx1">
                  <a:lumMod val="65000"/>
                  <a:lumOff val="35000"/>
                  <a:alpha val="50000"/>
                </a:schemeClr>
              </a:innerShdw>
            </a:effectLst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lIns="0" tIns="0" rIns="0" bIns="0" anchor="ctr" anchorCtr="0"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/>
              <a:r>
                <a:rPr lang="ko-KR" altLang="en-US" sz="1200">
                  <a:gradFill flip="none" rotWithShape="1">
                    <a:gsLst>
                      <a:gs pos="0">
                        <a:prstClr val="white">
                          <a:lumMod val="0"/>
                          <a:lumOff val="100000"/>
                        </a:prstClr>
                      </a:gs>
                      <a:gs pos="100000">
                        <a:prstClr val="white">
                          <a:lumMod val="0"/>
                          <a:lumOff val="100000"/>
                        </a:prstClr>
                      </a:gs>
                    </a:gsLst>
                    <a:lin ang="6000000" scaled="0"/>
                    <a:tileRect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시스템 개발 및 운영 </a:t>
              </a:r>
              <a:endParaRPr lang="en-US" altLang="ko-KR" sz="1200" dirty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grpSp>
          <p:nvGrpSpPr>
            <p:cNvPr id="214" name="그룹 213">
              <a:extLst>
                <a:ext uri="{FF2B5EF4-FFF2-40B4-BE49-F238E27FC236}">
                  <a16:creationId xmlns:a16="http://schemas.microsoft.com/office/drawing/2014/main" id="{2BFEA8C4-F06A-41FF-B455-38E13C79B148}"/>
                </a:ext>
              </a:extLst>
            </p:cNvPr>
            <p:cNvGrpSpPr/>
            <p:nvPr/>
          </p:nvGrpSpPr>
          <p:grpSpPr>
            <a:xfrm>
              <a:off x="1683616" y="6139062"/>
              <a:ext cx="1599146" cy="197182"/>
              <a:chOff x="1245826" y="4689381"/>
              <a:chExt cx="1599146" cy="197182"/>
            </a:xfrm>
          </p:grpSpPr>
          <p:sp>
            <p:nvSpPr>
              <p:cNvPr id="215" name="직사각형 214">
                <a:extLst>
                  <a:ext uri="{FF2B5EF4-FFF2-40B4-BE49-F238E27FC236}">
                    <a16:creationId xmlns:a16="http://schemas.microsoft.com/office/drawing/2014/main" id="{AF7E9499-30A3-479E-9FB2-505DE236C4A3}"/>
                  </a:ext>
                </a:extLst>
              </p:cNvPr>
              <p:cNvSpPr/>
              <p:nvPr/>
            </p:nvSpPr>
            <p:spPr>
              <a:xfrm>
                <a:off x="1245826" y="4689381"/>
                <a:ext cx="1599146" cy="19718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63BA0335-716F-4828-BEE2-F705ADE51F24}"/>
                  </a:ext>
                </a:extLst>
              </p:cNvPr>
              <p:cNvSpPr txBox="1"/>
              <p:nvPr/>
            </p:nvSpPr>
            <p:spPr>
              <a:xfrm>
                <a:off x="1245826" y="4717286"/>
                <a:ext cx="1599146" cy="16927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ctr"/>
                <a:r>
                  <a:rPr lang="ko-KR" altLang="en-US" sz="1100" b="1">
                    <a:ln>
                      <a:solidFill>
                        <a:srgbClr val="FF0000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한상곤</a:t>
                </a:r>
                <a:endParaRPr lang="ko-KR" altLang="en-US" sz="1100" b="1" dirty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</p:grpSp>
      </p:grpSp>
      <p:grpSp>
        <p:nvGrpSpPr>
          <p:cNvPr id="223" name="그룹 222">
            <a:extLst>
              <a:ext uri="{FF2B5EF4-FFF2-40B4-BE49-F238E27FC236}">
                <a16:creationId xmlns:a16="http://schemas.microsoft.com/office/drawing/2014/main" id="{26EC5B45-56EA-4BEA-9417-2A196D72D52F}"/>
              </a:ext>
            </a:extLst>
          </p:cNvPr>
          <p:cNvGrpSpPr/>
          <p:nvPr/>
        </p:nvGrpSpPr>
        <p:grpSpPr>
          <a:xfrm>
            <a:off x="4622411" y="5967311"/>
            <a:ext cx="1722328" cy="674128"/>
            <a:chOff x="4441971" y="5652683"/>
            <a:chExt cx="1722328" cy="674128"/>
          </a:xfrm>
        </p:grpSpPr>
        <p:sp>
          <p:nvSpPr>
            <p:cNvPr id="217" name="LcS48" descr="어두운 상향 대각선">
              <a:extLst>
                <a:ext uri="{FF2B5EF4-FFF2-40B4-BE49-F238E27FC236}">
                  <a16:creationId xmlns:a16="http://schemas.microsoft.com/office/drawing/2014/main" id="{EF27599C-78C6-413B-B7B5-77AECD5BDC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2858" y="5932284"/>
              <a:ext cx="1720121" cy="39452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altLang="ko-KR">
                <a:solidFill>
                  <a:prstClr val="white"/>
                </a:solidFill>
              </a:endParaRPr>
            </a:p>
          </p:txBody>
        </p:sp>
        <p:sp>
          <p:nvSpPr>
            <p:cNvPr id="218" name="LcS48" descr="어두운 상향 대각선">
              <a:extLst>
                <a:ext uri="{FF2B5EF4-FFF2-40B4-BE49-F238E27FC236}">
                  <a16:creationId xmlns:a16="http://schemas.microsoft.com/office/drawing/2014/main" id="{6FED46B5-5432-4ABE-82C5-BC32F13582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1971" y="5652683"/>
              <a:ext cx="1722328" cy="281802"/>
            </a:xfrm>
            <a:prstGeom prst="round2SameRect">
              <a:avLst/>
            </a:prstGeom>
            <a:gradFill>
              <a:gsLst>
                <a:gs pos="0">
                  <a:schemeClr val="bg1">
                    <a:lumMod val="50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lin ang="3600000" scaled="0"/>
            </a:gradFill>
            <a:ln w="12700" cap="rnd" cmpd="sng">
              <a:noFill/>
              <a:prstDash val="solid"/>
              <a:headEnd type="none" w="lg" len="med"/>
              <a:tailEnd type="none" w="lg" len="med"/>
            </a:ln>
            <a:effectLst>
              <a:innerShdw dist="25400" dir="5400000">
                <a:schemeClr val="tx1">
                  <a:lumMod val="65000"/>
                  <a:lumOff val="35000"/>
                  <a:alpha val="50000"/>
                </a:schemeClr>
              </a:innerShdw>
            </a:effectLst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lIns="0" tIns="0" rIns="0" bIns="0" anchor="ctr" anchorCtr="0"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/>
              <a:r>
                <a:rPr lang="ko-KR" altLang="en-US" sz="1200">
                  <a:gradFill flip="none" rotWithShape="1">
                    <a:gsLst>
                      <a:gs pos="0">
                        <a:prstClr val="white">
                          <a:lumMod val="0"/>
                          <a:lumOff val="100000"/>
                        </a:prstClr>
                      </a:gs>
                      <a:gs pos="100000">
                        <a:prstClr val="white">
                          <a:lumMod val="0"/>
                          <a:lumOff val="100000"/>
                        </a:prstClr>
                      </a:gs>
                    </a:gsLst>
                    <a:lin ang="6000000" scaled="0"/>
                    <a:tileRect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민원요청 </a:t>
              </a:r>
              <a:endParaRPr lang="en-US" altLang="ko-KR" sz="1200" dirty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grpSp>
          <p:nvGrpSpPr>
            <p:cNvPr id="219" name="그룹 218">
              <a:extLst>
                <a:ext uri="{FF2B5EF4-FFF2-40B4-BE49-F238E27FC236}">
                  <a16:creationId xmlns:a16="http://schemas.microsoft.com/office/drawing/2014/main" id="{116C0CAC-8CEE-4100-971A-F7760E616D9C}"/>
                </a:ext>
              </a:extLst>
            </p:cNvPr>
            <p:cNvGrpSpPr/>
            <p:nvPr/>
          </p:nvGrpSpPr>
          <p:grpSpPr>
            <a:xfrm>
              <a:off x="4495009" y="5998161"/>
              <a:ext cx="1599146" cy="197182"/>
              <a:chOff x="1245826" y="4689381"/>
              <a:chExt cx="1599146" cy="197182"/>
            </a:xfrm>
          </p:grpSpPr>
          <p:sp>
            <p:nvSpPr>
              <p:cNvPr id="220" name="직사각형 219">
                <a:extLst>
                  <a:ext uri="{FF2B5EF4-FFF2-40B4-BE49-F238E27FC236}">
                    <a16:creationId xmlns:a16="http://schemas.microsoft.com/office/drawing/2014/main" id="{F2030B44-CA60-4406-94A4-CED9F896F3AF}"/>
                  </a:ext>
                </a:extLst>
              </p:cNvPr>
              <p:cNvSpPr/>
              <p:nvPr/>
            </p:nvSpPr>
            <p:spPr>
              <a:xfrm>
                <a:off x="1245826" y="4689381"/>
                <a:ext cx="1599146" cy="19718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65C3BF59-B566-4040-A22D-B651EE67021D}"/>
                  </a:ext>
                </a:extLst>
              </p:cNvPr>
              <p:cNvSpPr txBox="1"/>
              <p:nvPr/>
            </p:nvSpPr>
            <p:spPr>
              <a:xfrm>
                <a:off x="1245826" y="4717286"/>
                <a:ext cx="1599146" cy="16927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ctr"/>
                <a:r>
                  <a:rPr lang="ko-KR" altLang="en-US" sz="1100" b="1">
                    <a:ln>
                      <a:solidFill>
                        <a:srgbClr val="FF0000">
                          <a:alpha val="0"/>
                        </a:srgb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정용채</a:t>
                </a:r>
                <a:endParaRPr lang="ko-KR" altLang="en-US" sz="1100" b="1" dirty="0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</p:grpSp>
      </p:grpSp>
      <p:cxnSp>
        <p:nvCxnSpPr>
          <p:cNvPr id="226" name="직선 연결선 225">
            <a:extLst>
              <a:ext uri="{FF2B5EF4-FFF2-40B4-BE49-F238E27FC236}">
                <a16:creationId xmlns:a16="http://schemas.microsoft.com/office/drawing/2014/main" id="{C53AEA62-ED64-4EC7-86E4-08B38D48BF7A}"/>
              </a:ext>
            </a:extLst>
          </p:cNvPr>
          <p:cNvCxnSpPr>
            <a:stCxn id="141" idx="2"/>
            <a:endCxn id="218" idx="3"/>
          </p:cNvCxnSpPr>
          <p:nvPr/>
        </p:nvCxnSpPr>
        <p:spPr>
          <a:xfrm>
            <a:off x="5483259" y="4905215"/>
            <a:ext cx="316" cy="1062096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28" name="연결선: 꺾임 227">
            <a:extLst>
              <a:ext uri="{FF2B5EF4-FFF2-40B4-BE49-F238E27FC236}">
                <a16:creationId xmlns:a16="http://schemas.microsoft.com/office/drawing/2014/main" id="{1339619C-B47D-461E-A72B-17705FEC63EC}"/>
              </a:ext>
            </a:extLst>
          </p:cNvPr>
          <p:cNvCxnSpPr>
            <a:stCxn id="141" idx="2"/>
            <a:endCxn id="213" idx="3"/>
          </p:cNvCxnSpPr>
          <p:nvPr/>
        </p:nvCxnSpPr>
        <p:spPr>
          <a:xfrm rot="5400000">
            <a:off x="3429934" y="3913986"/>
            <a:ext cx="1062096" cy="3044555"/>
          </a:xfrm>
          <a:prstGeom prst="bentConnector3">
            <a:avLst/>
          </a:prstGeom>
          <a:ln w="25400">
            <a:tailEnd type="non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30" name="연결선: 꺾임 229">
            <a:extLst>
              <a:ext uri="{FF2B5EF4-FFF2-40B4-BE49-F238E27FC236}">
                <a16:creationId xmlns:a16="http://schemas.microsoft.com/office/drawing/2014/main" id="{81A03E49-66BE-414F-A7BC-9E8BDB35C207}"/>
              </a:ext>
            </a:extLst>
          </p:cNvPr>
          <p:cNvCxnSpPr>
            <a:stCxn id="141" idx="2"/>
            <a:endCxn id="195" idx="3"/>
          </p:cNvCxnSpPr>
          <p:nvPr/>
        </p:nvCxnSpPr>
        <p:spPr>
          <a:xfrm rot="16200000" flipH="1">
            <a:off x="6383675" y="4004798"/>
            <a:ext cx="1062096" cy="2862929"/>
          </a:xfrm>
          <a:prstGeom prst="bentConnector3">
            <a:avLst/>
          </a:prstGeom>
          <a:ln w="25400">
            <a:tailEnd type="non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6" name="LcS48" descr="어두운 상향 대각선">
            <a:extLst>
              <a:ext uri="{FF2B5EF4-FFF2-40B4-BE49-F238E27FC236}">
                <a16:creationId xmlns:a16="http://schemas.microsoft.com/office/drawing/2014/main" id="{D6045650-5922-4C5F-85E3-AF3A484ED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8427" y="4510689"/>
            <a:ext cx="1720121" cy="6967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ko-KR">
              <a:solidFill>
                <a:prstClr val="white"/>
              </a:solidFill>
            </a:endParaRPr>
          </a:p>
        </p:txBody>
      </p:sp>
      <p:sp>
        <p:nvSpPr>
          <p:cNvPr id="87" name="LcS48" descr="어두운 상향 대각선">
            <a:extLst>
              <a:ext uri="{FF2B5EF4-FFF2-40B4-BE49-F238E27FC236}">
                <a16:creationId xmlns:a16="http://schemas.microsoft.com/office/drawing/2014/main" id="{451B8866-1C7F-4B04-84BF-DFD97C349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7540" y="4231087"/>
            <a:ext cx="1722328" cy="281802"/>
          </a:xfrm>
          <a:prstGeom prst="round2SameRect">
            <a:avLst/>
          </a:prstGeom>
          <a:gradFill>
            <a:gsLst>
              <a:gs pos="0">
                <a:schemeClr val="bg1">
                  <a:lumMod val="50000"/>
                </a:schemeClr>
              </a:gs>
              <a:gs pos="100000">
                <a:schemeClr val="tx1">
                  <a:lumMod val="65000"/>
                  <a:lumOff val="35000"/>
                </a:schemeClr>
              </a:gs>
            </a:gsLst>
            <a:lin ang="3600000" scaled="0"/>
          </a:gradFill>
          <a:ln w="12700" cap="rnd" cmpd="sng">
            <a:noFill/>
            <a:prstDash val="solid"/>
            <a:headEnd type="none" w="lg" len="med"/>
            <a:tailEnd type="none" w="lg" len="med"/>
          </a:ln>
          <a:effectLst>
            <a:innerShdw dist="25400" dir="5400000">
              <a:schemeClr val="tx1">
                <a:lumMod val="65000"/>
                <a:lumOff val="35000"/>
                <a:alpha val="50000"/>
              </a:schemeClr>
            </a:innerShdw>
          </a:effectLst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0" rIns="0" bIns="0" anchor="ctr" anchorCtr="0"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algn="ctr"/>
            <a:r>
              <a:rPr lang="ko-KR" altLang="en-US" sz="120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연계기관</a:t>
            </a:r>
            <a:endParaRPr lang="en-US" altLang="ko-KR" sz="1200" dirty="0">
              <a:gradFill flip="none" rotWithShape="1">
                <a:gsLst>
                  <a:gs pos="0">
                    <a:prstClr val="white">
                      <a:lumMod val="0"/>
                      <a:lumOff val="100000"/>
                    </a:prstClr>
                  </a:gs>
                  <a:gs pos="100000">
                    <a:prstClr val="white">
                      <a:lumMod val="0"/>
                      <a:lumOff val="100000"/>
                    </a:prstClr>
                  </a:gs>
                </a:gsLst>
                <a:lin ang="6000000" scaled="0"/>
                <a:tileRect/>
              </a:gra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8731F3B9-6786-4C56-B71E-C11B640DC5BD}"/>
              </a:ext>
            </a:extLst>
          </p:cNvPr>
          <p:cNvGrpSpPr/>
          <p:nvPr/>
        </p:nvGrpSpPr>
        <p:grpSpPr>
          <a:xfrm>
            <a:off x="1630578" y="4576565"/>
            <a:ext cx="1599146" cy="197182"/>
            <a:chOff x="1245826" y="4689381"/>
            <a:chExt cx="1599146" cy="197182"/>
          </a:xfrm>
        </p:grpSpPr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3BBC01F1-3A22-4C41-832E-90F2A79A9143}"/>
                </a:ext>
              </a:extLst>
            </p:cNvPr>
            <p:cNvSpPr/>
            <p:nvPr/>
          </p:nvSpPr>
          <p:spPr>
            <a:xfrm>
              <a:off x="1245826" y="4689381"/>
              <a:ext cx="1599146" cy="1971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78A2E13C-53A3-4A13-9679-1F51F3EABE26}"/>
                </a:ext>
              </a:extLst>
            </p:cNvPr>
            <p:cNvSpPr txBox="1"/>
            <p:nvPr/>
          </p:nvSpPr>
          <p:spPr>
            <a:xfrm>
              <a:off x="1245826" y="4717286"/>
              <a:ext cx="1599146" cy="169277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/>
              <a:r>
                <a:rPr lang="ko-KR" altLang="en-US" sz="1100" b="1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관세청 유니패스</a:t>
              </a:r>
              <a:endParaRPr lang="ko-KR" altLang="en-US" sz="1100" b="1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6ACE8A72-7597-4C40-95BD-6217D3867C00}"/>
              </a:ext>
            </a:extLst>
          </p:cNvPr>
          <p:cNvGrpSpPr/>
          <p:nvPr/>
        </p:nvGrpSpPr>
        <p:grpSpPr>
          <a:xfrm>
            <a:off x="1630578" y="4855244"/>
            <a:ext cx="1599146" cy="197182"/>
            <a:chOff x="1245826" y="4689381"/>
            <a:chExt cx="1599146" cy="197182"/>
          </a:xfrm>
        </p:grpSpPr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AE0AA8EC-97FD-46ED-AC6D-B5ABE108F208}"/>
                </a:ext>
              </a:extLst>
            </p:cNvPr>
            <p:cNvSpPr/>
            <p:nvPr/>
          </p:nvSpPr>
          <p:spPr>
            <a:xfrm>
              <a:off x="1245826" y="4689381"/>
              <a:ext cx="1599146" cy="1971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2C28C16B-85F3-4482-9BA3-73CA23B61806}"/>
                </a:ext>
              </a:extLst>
            </p:cNvPr>
            <p:cNvSpPr txBox="1"/>
            <p:nvPr/>
          </p:nvSpPr>
          <p:spPr>
            <a:xfrm>
              <a:off x="1245826" y="4717286"/>
              <a:ext cx="1599146" cy="169277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/>
              <a:r>
                <a:rPr lang="ko-KR" altLang="en-US" sz="1100" b="1">
                  <a:ln>
                    <a:solidFill>
                      <a:srgbClr val="FF0000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환경부 초록누리 등</a:t>
              </a:r>
              <a:endParaRPr lang="ko-KR" altLang="en-US" sz="1100" b="1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4E4F47F8-4C2D-4E09-BB15-27D2D32663AE}"/>
              </a:ext>
            </a:extLst>
          </p:cNvPr>
          <p:cNvCxnSpPr>
            <a:stCxn id="87" idx="0"/>
            <a:endCxn id="140" idx="2"/>
          </p:cNvCxnSpPr>
          <p:nvPr/>
        </p:nvCxnSpPr>
        <p:spPr>
          <a:xfrm>
            <a:off x="3299868" y="4371988"/>
            <a:ext cx="1130493" cy="0"/>
          </a:xfrm>
          <a:prstGeom prst="line">
            <a:avLst/>
          </a:prstGeom>
          <a:ln w="25400">
            <a:tailEnd type="non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7533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8F826EDA-1A6E-4AE5-8B97-CE998B04788B}"/>
              </a:ext>
            </a:extLst>
          </p:cNvPr>
          <p:cNvGrpSpPr/>
          <p:nvPr/>
        </p:nvGrpSpPr>
        <p:grpSpPr>
          <a:xfrm>
            <a:off x="8934005" y="699034"/>
            <a:ext cx="881958" cy="245691"/>
            <a:chOff x="8458455" y="782973"/>
            <a:chExt cx="881958" cy="245691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6A8CB2AE-12EB-4889-A3F8-1A7DD702230E}"/>
                </a:ext>
              </a:extLst>
            </p:cNvPr>
            <p:cNvGrpSpPr/>
            <p:nvPr/>
          </p:nvGrpSpPr>
          <p:grpSpPr>
            <a:xfrm>
              <a:off x="8697949" y="782973"/>
              <a:ext cx="163476" cy="245691"/>
              <a:chOff x="8658927" y="782973"/>
              <a:chExt cx="163476" cy="245691"/>
            </a:xfrm>
          </p:grpSpPr>
          <p:sp>
            <p:nvSpPr>
              <p:cNvPr id="13" name="사각형: 둥근 위쪽 모서리 12">
                <a:extLst>
                  <a:ext uri="{FF2B5EF4-FFF2-40B4-BE49-F238E27FC236}">
                    <a16:creationId xmlns:a16="http://schemas.microsoft.com/office/drawing/2014/main" id="{69ECBDDD-9DFB-49E5-A8CC-A2332C5B3E08}"/>
                  </a:ext>
                </a:extLst>
              </p:cNvPr>
              <p:cNvSpPr/>
              <p:nvPr/>
            </p:nvSpPr>
            <p:spPr>
              <a:xfrm>
                <a:off x="8658927" y="956664"/>
                <a:ext cx="163476" cy="720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838513AB-F3ED-4E5C-83F2-E6E5C90E827D}"/>
                  </a:ext>
                </a:extLst>
              </p:cNvPr>
              <p:cNvSpPr/>
              <p:nvPr/>
            </p:nvSpPr>
            <p:spPr>
              <a:xfrm>
                <a:off x="8658927" y="782973"/>
                <a:ext cx="163476" cy="1493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rPr>
                  <a:t>Ⅱ</a:t>
                </a:r>
                <a:endParaRPr kumimoji="0" lang="ko-KR" altLang="en-US" sz="800" b="0" i="0" u="none" strike="noStrike" kern="0" cap="none" spc="-30" normalizeH="0" baseline="0" noProof="0" dirty="0">
                  <a:ln w="3175"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KoPub바탕체 Light" panose="00000300000000000000" pitchFamily="2" charset="-127"/>
                  <a:ea typeface="KoPub바탕체 Light" panose="00000300000000000000" pitchFamily="2" charset="-127"/>
                  <a:cs typeface="+mn-cs"/>
                </a:endParaRPr>
              </a:p>
            </p:txBody>
          </p:sp>
        </p:grp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A9DD9C57-E918-4CFB-B998-226D5ECD062E}"/>
                </a:ext>
              </a:extLst>
            </p:cNvPr>
            <p:cNvGrpSpPr/>
            <p:nvPr/>
          </p:nvGrpSpPr>
          <p:grpSpPr>
            <a:xfrm>
              <a:off x="8458455" y="782973"/>
              <a:ext cx="163476" cy="245691"/>
              <a:chOff x="8458455" y="782973"/>
              <a:chExt cx="163476" cy="245691"/>
            </a:xfrm>
          </p:grpSpPr>
          <p:sp>
            <p:nvSpPr>
              <p:cNvPr id="11" name="사각형: 둥근 위쪽 모서리 10">
                <a:extLst>
                  <a:ext uri="{FF2B5EF4-FFF2-40B4-BE49-F238E27FC236}">
                    <a16:creationId xmlns:a16="http://schemas.microsoft.com/office/drawing/2014/main" id="{65C8F565-A682-4427-9C46-013A50F44A9B}"/>
                  </a:ext>
                </a:extLst>
              </p:cNvPr>
              <p:cNvSpPr/>
              <p:nvPr/>
            </p:nvSpPr>
            <p:spPr>
              <a:xfrm>
                <a:off x="8458455" y="956664"/>
                <a:ext cx="163476" cy="720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66B3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42C2DE6D-CEC6-4777-BE44-3A508CA880E9}"/>
                  </a:ext>
                </a:extLst>
              </p:cNvPr>
              <p:cNvSpPr/>
              <p:nvPr/>
            </p:nvSpPr>
            <p:spPr>
              <a:xfrm>
                <a:off x="8458455" y="782973"/>
                <a:ext cx="163476" cy="1493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srgbClr val="4B8E42"/>
                    </a:solidFill>
                    <a:effectLst/>
                    <a:uLnTx/>
                    <a:uFillTx/>
                    <a:latin typeface="KoPub바탕체 Medium" panose="00000600000000000000" pitchFamily="2" charset="-127"/>
                    <a:ea typeface="KoPub바탕체 Medium" panose="00000600000000000000" pitchFamily="2" charset="-127"/>
                    <a:cs typeface="+mn-cs"/>
                  </a:rPr>
                  <a:t>Ⅰ</a:t>
                </a:r>
                <a:endParaRPr kumimoji="0" lang="ko-KR" altLang="en-US" sz="1000" b="0" i="0" u="none" strike="noStrike" kern="0" cap="none" spc="-30" normalizeH="0" baseline="0" noProof="0" dirty="0">
                  <a:ln w="3175"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srgbClr val="4B8E42"/>
                  </a:solidFill>
                  <a:effectLst/>
                  <a:uLnTx/>
                  <a:uFillTx/>
                  <a:latin typeface="KoPub바탕체 Medium" panose="00000600000000000000" pitchFamily="2" charset="-127"/>
                  <a:ea typeface="KoPub바탕체 Medium" panose="00000600000000000000" pitchFamily="2" charset="-127"/>
                  <a:cs typeface="+mn-cs"/>
                </a:endParaRPr>
              </a:p>
            </p:txBody>
          </p:sp>
        </p:grp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467B38EE-F98D-408F-A13B-882724E89E0B}"/>
                </a:ext>
              </a:extLst>
            </p:cNvPr>
            <p:cNvGrpSpPr/>
            <p:nvPr/>
          </p:nvGrpSpPr>
          <p:grpSpPr>
            <a:xfrm>
              <a:off x="9176937" y="782973"/>
              <a:ext cx="163476" cy="245691"/>
              <a:chOff x="9059871" y="782973"/>
              <a:chExt cx="163476" cy="245691"/>
            </a:xfrm>
          </p:grpSpPr>
          <p:sp>
            <p:nvSpPr>
              <p:cNvPr id="9" name="사각형: 둥근 위쪽 모서리 8">
                <a:extLst>
                  <a:ext uri="{FF2B5EF4-FFF2-40B4-BE49-F238E27FC236}">
                    <a16:creationId xmlns:a16="http://schemas.microsoft.com/office/drawing/2014/main" id="{3CC70C9C-586F-4EBD-B1EE-B79673AFDCD3}"/>
                  </a:ext>
                </a:extLst>
              </p:cNvPr>
              <p:cNvSpPr/>
              <p:nvPr/>
            </p:nvSpPr>
            <p:spPr>
              <a:xfrm>
                <a:off x="9059871" y="956664"/>
                <a:ext cx="163476" cy="720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479598AF-645A-4835-AA86-5FF42BD05859}"/>
                  </a:ext>
                </a:extLst>
              </p:cNvPr>
              <p:cNvSpPr/>
              <p:nvPr/>
            </p:nvSpPr>
            <p:spPr>
              <a:xfrm>
                <a:off x="9059871" y="782973"/>
                <a:ext cx="163476" cy="1493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rPr>
                  <a:t>Ⅳ</a:t>
                </a:r>
                <a:endParaRPr kumimoji="0" lang="ko-KR" altLang="en-US" sz="800" b="0" i="0" u="none" strike="noStrike" kern="0" cap="none" spc="-30" normalizeH="0" baseline="0" noProof="0" dirty="0">
                  <a:ln w="3175"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KoPub바탕체 Light" panose="00000300000000000000" pitchFamily="2" charset="-127"/>
                  <a:ea typeface="KoPub바탕체 Light" panose="00000300000000000000" pitchFamily="2" charset="-127"/>
                  <a:cs typeface="+mn-cs"/>
                </a:endParaRPr>
              </a:p>
            </p:txBody>
          </p:sp>
        </p:grp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830EC18B-9765-4F09-A298-279BF39D80DD}"/>
                </a:ext>
              </a:extLst>
            </p:cNvPr>
            <p:cNvGrpSpPr/>
            <p:nvPr/>
          </p:nvGrpSpPr>
          <p:grpSpPr>
            <a:xfrm>
              <a:off x="8937443" y="782973"/>
              <a:ext cx="163476" cy="245691"/>
              <a:chOff x="8859399" y="782973"/>
              <a:chExt cx="163476" cy="245691"/>
            </a:xfrm>
          </p:grpSpPr>
          <p:sp>
            <p:nvSpPr>
              <p:cNvPr id="7" name="사각형: 둥근 위쪽 모서리 6">
                <a:extLst>
                  <a:ext uri="{FF2B5EF4-FFF2-40B4-BE49-F238E27FC236}">
                    <a16:creationId xmlns:a16="http://schemas.microsoft.com/office/drawing/2014/main" id="{256AB4C7-996A-4BA5-B17E-04F2A4C8BCCF}"/>
                  </a:ext>
                </a:extLst>
              </p:cNvPr>
              <p:cNvSpPr/>
              <p:nvPr/>
            </p:nvSpPr>
            <p:spPr>
              <a:xfrm>
                <a:off x="8859399" y="956664"/>
                <a:ext cx="163476" cy="720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9AF0B8D3-CA61-48E5-A3DB-BFD4D69C7B38}"/>
                  </a:ext>
                </a:extLst>
              </p:cNvPr>
              <p:cNvSpPr/>
              <p:nvPr/>
            </p:nvSpPr>
            <p:spPr>
              <a:xfrm>
                <a:off x="8859399" y="782973"/>
                <a:ext cx="163476" cy="1493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rPr>
                  <a:t>Ⅲ</a:t>
                </a:r>
                <a:endParaRPr kumimoji="0" lang="ko-KR" altLang="en-US" sz="800" b="0" i="0" u="none" strike="noStrike" kern="0" cap="none" spc="-30" normalizeH="0" baseline="0" noProof="0" dirty="0">
                  <a:ln w="3175"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KoPub바탕체 Light" panose="00000300000000000000" pitchFamily="2" charset="-127"/>
                  <a:ea typeface="KoPub바탕체 Light" panose="00000300000000000000" pitchFamily="2" charset="-127"/>
                  <a:cs typeface="+mn-cs"/>
                </a:endParaRPr>
              </a:p>
            </p:txBody>
          </p:sp>
        </p:grp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199D1EE-FAF8-4B29-B155-C3E8C90C98FE}"/>
              </a:ext>
            </a:extLst>
          </p:cNvPr>
          <p:cNvGrpSpPr/>
          <p:nvPr/>
        </p:nvGrpSpPr>
        <p:grpSpPr>
          <a:xfrm>
            <a:off x="557213" y="383430"/>
            <a:ext cx="8029939" cy="978887"/>
            <a:chOff x="557213" y="383430"/>
            <a:chExt cx="8029939" cy="978887"/>
          </a:xfrm>
        </p:grpSpPr>
        <p:sp>
          <p:nvSpPr>
            <p:cNvPr id="16" name="Rectangle 6">
              <a:extLst>
                <a:ext uri="{FF2B5EF4-FFF2-40B4-BE49-F238E27FC236}">
                  <a16:creationId xmlns:a16="http://schemas.microsoft.com/office/drawing/2014/main" id="{5C7580CA-F102-4974-A2FE-10CAC45DC3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213" y="383430"/>
              <a:ext cx="531454" cy="5539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rIns="0" bIns="0" anchor="b">
              <a:spAutoFit/>
            </a:bodyPr>
            <a:lstStyle/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ko-KR" sz="3600" b="0" i="0" u="none" strike="noStrike" kern="1200" cap="none" spc="-49" normalizeH="0" baseline="0" noProof="0">
                  <a:ln>
                    <a:solidFill>
                      <a:srgbClr val="D64E75">
                        <a:alpha val="0"/>
                      </a:srgbClr>
                    </a:solidFill>
                  </a:ln>
                  <a:solidFill>
                    <a:srgbClr val="A9CE56"/>
                  </a:solidFill>
                  <a:effectLst/>
                  <a:uLnTx/>
                  <a:uFillTx/>
                  <a:latin typeface="KoPub바탕체 Bold" panose="00000800000000000000" pitchFamily="2" charset="-127"/>
                  <a:ea typeface="KoPub바탕체 Bold" panose="00000800000000000000" pitchFamily="2" charset="-127"/>
                  <a:cs typeface="+mn-cs"/>
                </a:rPr>
                <a:t>0</a:t>
              </a:r>
              <a:r>
                <a:rPr kumimoji="0" lang="en-US" altLang="ko-KR" sz="3600" b="0" i="0" u="none" strike="noStrike" kern="1200" cap="none" spc="-49" normalizeH="0" baseline="0" noProof="0" dirty="0">
                  <a:ln>
                    <a:solidFill>
                      <a:srgbClr val="D64E75">
                        <a:alpha val="0"/>
                      </a:srgbClr>
                    </a:solidFill>
                  </a:ln>
                  <a:solidFill>
                    <a:srgbClr val="4B8E42"/>
                  </a:solidFill>
                  <a:effectLst/>
                  <a:uLnTx/>
                  <a:uFillTx/>
                  <a:latin typeface="KoPub바탕체 Bold" panose="00000800000000000000" pitchFamily="2" charset="-127"/>
                  <a:ea typeface="KoPub바탕체 Bold" panose="00000800000000000000" pitchFamily="2" charset="-127"/>
                  <a:cs typeface="+mn-cs"/>
                </a:rPr>
                <a:t>4</a:t>
              </a:r>
              <a:endParaRPr kumimoji="0" lang="ko-KR" altLang="en-US" sz="3600" b="0" i="0" u="none" strike="noStrike" kern="1200" cap="none" spc="-49" normalizeH="0" baseline="0" noProof="0" dirty="0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rgbClr val="4B8E42"/>
                </a:solidFill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  <a:cs typeface="+mn-cs"/>
              </a:endParaRPr>
            </a:p>
          </p:txBody>
        </p:sp>
        <p:sp>
          <p:nvSpPr>
            <p:cNvPr id="17" name="Rectangle 6">
              <a:extLst>
                <a:ext uri="{FF2B5EF4-FFF2-40B4-BE49-F238E27FC236}">
                  <a16:creationId xmlns:a16="http://schemas.microsoft.com/office/drawing/2014/main" id="{F2FAD937-1700-4B47-8942-2804C52FCB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6235" y="598511"/>
              <a:ext cx="2794655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rIns="0" bIns="0" anchor="b">
              <a:spAutoFit/>
            </a:bodyPr>
            <a:lstStyle/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lang="ko-KR" altLang="en-US" sz="2000" spc="-49">
                  <a:ln>
                    <a:solidFill>
                      <a:srgbClr val="D64E75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시스템 구성</a:t>
              </a:r>
              <a:endParaRPr kumimoji="0" lang="ko-KR" altLang="en-US" sz="2000" b="0" i="0" u="none" strike="noStrike" kern="1200" cap="none" spc="-49" normalizeH="0" baseline="0" noProof="0" dirty="0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4D32D929-802A-4997-AB18-5056CBE5271D}"/>
                </a:ext>
              </a:extLst>
            </p:cNvPr>
            <p:cNvGrpSpPr/>
            <p:nvPr/>
          </p:nvGrpSpPr>
          <p:grpSpPr>
            <a:xfrm>
              <a:off x="565201" y="1123003"/>
              <a:ext cx="8021951" cy="239314"/>
              <a:chOff x="1283748" y="1193940"/>
              <a:chExt cx="8021951" cy="239314"/>
            </a:xfrm>
          </p:grpSpPr>
          <p:sp>
            <p:nvSpPr>
              <p:cNvPr id="19" name="Freeform 31">
                <a:extLst>
                  <a:ext uri="{FF2B5EF4-FFF2-40B4-BE49-F238E27FC236}">
                    <a16:creationId xmlns:a16="http://schemas.microsoft.com/office/drawing/2014/main" id="{3D2C0956-BBFB-4D04-A140-A038FCC6988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83748" y="1193940"/>
                <a:ext cx="240252" cy="239314"/>
              </a:xfrm>
              <a:custGeom>
                <a:avLst/>
                <a:gdLst>
                  <a:gd name="T0" fmla="*/ 96 w 192"/>
                  <a:gd name="T1" fmla="*/ 0 h 191"/>
                  <a:gd name="T2" fmla="*/ 0 w 192"/>
                  <a:gd name="T3" fmla="*/ 95 h 191"/>
                  <a:gd name="T4" fmla="*/ 96 w 192"/>
                  <a:gd name="T5" fmla="*/ 191 h 191"/>
                  <a:gd name="T6" fmla="*/ 192 w 192"/>
                  <a:gd name="T7" fmla="*/ 95 h 191"/>
                  <a:gd name="T8" fmla="*/ 96 w 192"/>
                  <a:gd name="T9" fmla="*/ 0 h 191"/>
                  <a:gd name="T10" fmla="*/ 156 w 192"/>
                  <a:gd name="T11" fmla="*/ 73 h 191"/>
                  <a:gd name="T12" fmla="*/ 86 w 192"/>
                  <a:gd name="T13" fmla="*/ 142 h 191"/>
                  <a:gd name="T14" fmla="*/ 77 w 192"/>
                  <a:gd name="T15" fmla="*/ 145 h 191"/>
                  <a:gd name="T16" fmla="*/ 68 w 192"/>
                  <a:gd name="T17" fmla="*/ 142 h 191"/>
                  <a:gd name="T18" fmla="*/ 37 w 192"/>
                  <a:gd name="T19" fmla="*/ 110 h 191"/>
                  <a:gd name="T20" fmla="*/ 37 w 192"/>
                  <a:gd name="T21" fmla="*/ 92 h 191"/>
                  <a:gd name="T22" fmla="*/ 55 w 192"/>
                  <a:gd name="T23" fmla="*/ 92 h 191"/>
                  <a:gd name="T24" fmla="*/ 77 w 192"/>
                  <a:gd name="T25" fmla="*/ 115 h 191"/>
                  <a:gd name="T26" fmla="*/ 138 w 192"/>
                  <a:gd name="T27" fmla="*/ 55 h 191"/>
                  <a:gd name="T28" fmla="*/ 156 w 192"/>
                  <a:gd name="T29" fmla="*/ 55 h 191"/>
                  <a:gd name="T30" fmla="*/ 156 w 192"/>
                  <a:gd name="T31" fmla="*/ 73 h 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92" h="191">
                    <a:moveTo>
                      <a:pt x="96" y="0"/>
                    </a:moveTo>
                    <a:cubicBezTo>
                      <a:pt x="43" y="0"/>
                      <a:pt x="0" y="42"/>
                      <a:pt x="0" y="95"/>
                    </a:cubicBezTo>
                    <a:cubicBezTo>
                      <a:pt x="0" y="148"/>
                      <a:pt x="43" y="191"/>
                      <a:pt x="96" y="191"/>
                    </a:cubicBezTo>
                    <a:cubicBezTo>
                      <a:pt x="149" y="191"/>
                      <a:pt x="192" y="148"/>
                      <a:pt x="192" y="95"/>
                    </a:cubicBezTo>
                    <a:cubicBezTo>
                      <a:pt x="192" y="42"/>
                      <a:pt x="149" y="0"/>
                      <a:pt x="96" y="0"/>
                    </a:cubicBezTo>
                    <a:close/>
                    <a:moveTo>
                      <a:pt x="156" y="73"/>
                    </a:moveTo>
                    <a:cubicBezTo>
                      <a:pt x="86" y="142"/>
                      <a:pt x="86" y="142"/>
                      <a:pt x="86" y="142"/>
                    </a:cubicBezTo>
                    <a:cubicBezTo>
                      <a:pt x="84" y="144"/>
                      <a:pt x="81" y="145"/>
                      <a:pt x="77" y="145"/>
                    </a:cubicBezTo>
                    <a:cubicBezTo>
                      <a:pt x="74" y="145"/>
                      <a:pt x="71" y="144"/>
                      <a:pt x="68" y="142"/>
                    </a:cubicBezTo>
                    <a:cubicBezTo>
                      <a:pt x="37" y="110"/>
                      <a:pt x="37" y="110"/>
                      <a:pt x="37" y="110"/>
                    </a:cubicBezTo>
                    <a:cubicBezTo>
                      <a:pt x="32" y="105"/>
                      <a:pt x="32" y="97"/>
                      <a:pt x="37" y="92"/>
                    </a:cubicBezTo>
                    <a:cubicBezTo>
                      <a:pt x="42" y="87"/>
                      <a:pt x="50" y="87"/>
                      <a:pt x="55" y="92"/>
                    </a:cubicBezTo>
                    <a:cubicBezTo>
                      <a:pt x="77" y="115"/>
                      <a:pt x="77" y="115"/>
                      <a:pt x="77" y="115"/>
                    </a:cubicBezTo>
                    <a:cubicBezTo>
                      <a:pt x="138" y="55"/>
                      <a:pt x="138" y="55"/>
                      <a:pt x="138" y="55"/>
                    </a:cubicBezTo>
                    <a:cubicBezTo>
                      <a:pt x="143" y="50"/>
                      <a:pt x="151" y="50"/>
                      <a:pt x="156" y="55"/>
                    </a:cubicBezTo>
                    <a:cubicBezTo>
                      <a:pt x="161" y="60"/>
                      <a:pt x="161" y="68"/>
                      <a:pt x="156" y="7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95807C5-6085-42C3-8CF0-40E265DDA5A3}"/>
                  </a:ext>
                </a:extLst>
              </p:cNvPr>
              <p:cNvSpPr txBox="1"/>
              <p:nvPr/>
            </p:nvSpPr>
            <p:spPr>
              <a:xfrm>
                <a:off x="1627315" y="1205875"/>
                <a:ext cx="767838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lvl="0">
                  <a:defRPr/>
                </a:pPr>
                <a:r>
                  <a:rPr lang="ko-KR" altLang="en-US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j-ea"/>
                    <a:ea typeface="+mj-ea"/>
                  </a:rPr>
                  <a:t>시스템 구성 중 </a:t>
                </a:r>
                <a:r>
                  <a:rPr lang="en-US" altLang="ko-KR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srgbClr val="FFFF00"/>
                    </a:solidFill>
                    <a:latin typeface="+mj-ea"/>
                    <a:ea typeface="+mj-ea"/>
                  </a:rPr>
                  <a:t>"</a:t>
                </a:r>
                <a:r>
                  <a:rPr lang="ko-KR" altLang="en-US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srgbClr val="FFFF00"/>
                    </a:solidFill>
                    <a:latin typeface="+mj-ea"/>
                    <a:ea typeface="+mj-ea"/>
                  </a:rPr>
                  <a:t>생활화학제품</a:t>
                </a:r>
                <a:r>
                  <a:rPr lang="en-US" altLang="ko-KR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srgbClr val="FFFF00"/>
                    </a:solidFill>
                    <a:latin typeface="+mj-ea"/>
                    <a:ea typeface="+mj-ea"/>
                  </a:rPr>
                  <a:t>", "</a:t>
                </a:r>
                <a:r>
                  <a:rPr lang="ko-KR" altLang="en-US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srgbClr val="FFFF00"/>
                    </a:solidFill>
                    <a:latin typeface="+mj-ea"/>
                    <a:ea typeface="+mj-ea"/>
                  </a:rPr>
                  <a:t>전자민원</a:t>
                </a:r>
                <a:r>
                  <a:rPr lang="en-US" altLang="ko-KR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srgbClr val="FFFF00"/>
                    </a:solidFill>
                    <a:latin typeface="+mj-ea"/>
                    <a:ea typeface="+mj-ea"/>
                  </a:rPr>
                  <a:t>", "</a:t>
                </a:r>
                <a:r>
                  <a:rPr lang="ko-KR" altLang="en-US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srgbClr val="FFFF00"/>
                    </a:solidFill>
                    <a:latin typeface="+mj-ea"/>
                    <a:ea typeface="+mj-ea"/>
                  </a:rPr>
                  <a:t>살생물제</a:t>
                </a:r>
                <a:r>
                  <a:rPr lang="en-US" altLang="ko-KR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srgbClr val="FFFF00"/>
                    </a:solidFill>
                    <a:latin typeface="+mj-ea"/>
                    <a:ea typeface="+mj-ea"/>
                  </a:rPr>
                  <a:t>", "</a:t>
                </a:r>
                <a:r>
                  <a:rPr lang="ko-KR" altLang="en-US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srgbClr val="FFFF00"/>
                    </a:solidFill>
                    <a:latin typeface="+mj-ea"/>
                    <a:ea typeface="+mj-ea"/>
                  </a:rPr>
                  <a:t>운영관리</a:t>
                </a:r>
                <a:r>
                  <a:rPr lang="en-US" altLang="ko-KR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srgbClr val="FFFF00"/>
                    </a:solidFill>
                    <a:latin typeface="+mj-ea"/>
                    <a:ea typeface="+mj-ea"/>
                  </a:rPr>
                  <a:t>"</a:t>
                </a:r>
                <a:r>
                  <a:rPr lang="ko-KR" altLang="en-US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j-ea"/>
                    <a:ea typeface="+mj-ea"/>
                  </a:rPr>
                  <a:t> 메뉴가 본 과업의 기능 개선 및 추가 대상</a:t>
                </a:r>
                <a:r>
                  <a:rPr lang="en-US" altLang="ko-KR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j-ea"/>
                    <a:ea typeface="+mj-ea"/>
                  </a:rPr>
                  <a:t> </a:t>
                </a:r>
                <a:endParaRPr lang="en-US" altLang="ko-KR" sz="14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j-ea"/>
                  <a:ea typeface="+mj-ea"/>
                </a:endParaRPr>
              </a:p>
            </p:txBody>
          </p:sp>
        </p:grpSp>
      </p:grpSp>
      <p:sp>
        <p:nvSpPr>
          <p:cNvPr id="85" name="모서리가 둥근 직사각형 127">
            <a:extLst>
              <a:ext uri="{FF2B5EF4-FFF2-40B4-BE49-F238E27FC236}">
                <a16:creationId xmlns:a16="http://schemas.microsoft.com/office/drawing/2014/main" id="{34978388-2C5A-4EC5-926D-E2301F1C355A}"/>
              </a:ext>
            </a:extLst>
          </p:cNvPr>
          <p:cNvSpPr/>
          <p:nvPr/>
        </p:nvSpPr>
        <p:spPr>
          <a:xfrm>
            <a:off x="2435697" y="1823538"/>
            <a:ext cx="5831424" cy="3881937"/>
          </a:xfrm>
          <a:prstGeom prst="roundRect">
            <a:avLst>
              <a:gd name="adj" fmla="val 2126"/>
            </a:avLst>
          </a:prstGeom>
          <a:solidFill>
            <a:schemeClr val="bg1"/>
          </a:solidFill>
          <a:ln w="19050">
            <a:solidFill>
              <a:srgbClr val="3D7199"/>
            </a:solidFill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64800" rIns="0" rtlCol="0" anchor="t" anchorCtr="0"/>
          <a:lstStyle/>
          <a:p>
            <a:pPr algn="ctr"/>
            <a:r>
              <a:rPr lang="ko-KR" altLang="en-US" sz="1600" dirty="0">
                <a:solidFill>
                  <a:srgbClr val="3D7199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화학제품관리시스템</a:t>
            </a:r>
          </a:p>
        </p:txBody>
      </p:sp>
      <p:sp>
        <p:nvSpPr>
          <p:cNvPr id="86" name="모서리가 둥근 직사각형 201">
            <a:extLst>
              <a:ext uri="{FF2B5EF4-FFF2-40B4-BE49-F238E27FC236}">
                <a16:creationId xmlns:a16="http://schemas.microsoft.com/office/drawing/2014/main" id="{72D4F1C4-5FEA-4194-8D49-0898125D8EBA}"/>
              </a:ext>
            </a:extLst>
          </p:cNvPr>
          <p:cNvSpPr/>
          <p:nvPr/>
        </p:nvSpPr>
        <p:spPr>
          <a:xfrm>
            <a:off x="825116" y="1826025"/>
            <a:ext cx="970231" cy="3879502"/>
          </a:xfrm>
          <a:prstGeom prst="roundRect">
            <a:avLst>
              <a:gd name="adj" fmla="val 7665"/>
            </a:avLst>
          </a:prstGeom>
          <a:solidFill>
            <a:schemeClr val="bg1"/>
          </a:solidFill>
          <a:ln w="19050">
            <a:solidFill>
              <a:srgbClr val="71AEC9"/>
            </a:solidFill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64800" rIns="0" rtlCol="0" anchor="t" anchorCtr="0"/>
          <a:lstStyle/>
          <a:p>
            <a:pPr algn="ctr" defTabSz="933450">
              <a:buClr>
                <a:srgbClr val="808080"/>
              </a:buClr>
              <a:buSzPct val="90000"/>
            </a:pPr>
            <a:r>
              <a:rPr lang="ko-KR" altLang="en-US" sz="1600" dirty="0">
                <a:solidFill>
                  <a:srgbClr val="4D99B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사용자</a:t>
            </a:r>
          </a:p>
        </p:txBody>
      </p:sp>
      <p:sp>
        <p:nvSpPr>
          <p:cNvPr id="87" name="모서리가 둥근 직사각형 208">
            <a:extLst>
              <a:ext uri="{FF2B5EF4-FFF2-40B4-BE49-F238E27FC236}">
                <a16:creationId xmlns:a16="http://schemas.microsoft.com/office/drawing/2014/main" id="{528F08E2-B7BD-4BD7-8BB7-A863109AE62F}"/>
              </a:ext>
            </a:extLst>
          </p:cNvPr>
          <p:cNvSpPr/>
          <p:nvPr/>
        </p:nvSpPr>
        <p:spPr>
          <a:xfrm>
            <a:off x="2633642" y="2594238"/>
            <a:ext cx="1670655" cy="1679604"/>
          </a:xfrm>
          <a:prstGeom prst="roundRect">
            <a:avLst>
              <a:gd name="adj" fmla="val 0"/>
            </a:avLst>
          </a:prstGeom>
          <a:pattFill prst="narHorz">
            <a:fgClr>
              <a:srgbClr val="FFFFFF">
                <a:lumMod val="95000"/>
              </a:srgbClr>
            </a:fgClr>
            <a:bgClr>
              <a:srgbClr val="FFFFFF"/>
            </a:bgClr>
          </a:pattFill>
          <a:ln w="12700" cap="sq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lIns="93543" tIns="46772" rIns="93543" bIns="46772" rtlCol="0" anchor="t"/>
          <a:lstStyle/>
          <a:p>
            <a:pPr marL="182563" marR="0" lvl="0" indent="-182563" defTabSz="1036988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3D7199"/>
              </a:buClr>
              <a:buSzPct val="100000"/>
              <a:buFont typeface="Wingdings" panose="05000000000000000000" pitchFamily="2" charset="2"/>
              <a:buChar char=""/>
              <a:tabLst/>
              <a:defRPr/>
            </a:pPr>
            <a:r>
              <a:rPr kumimoji="1" lang="ko-KR" altLang="en-US" sz="1100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신고대상</a:t>
            </a:r>
            <a:r>
              <a:rPr kumimoji="1" lang="ko-KR" altLang="en-US" sz="110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생활화학제품</a:t>
            </a:r>
            <a:endParaRPr kumimoji="1" lang="en-US" altLang="ko-KR" sz="1100" b="1" kern="0" spc="-3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180975" lvl="0" indent="-95250" fontAlgn="base">
              <a:spcBef>
                <a:spcPts val="200"/>
              </a:spcBef>
              <a:spcAft>
                <a:spcPts val="200"/>
              </a:spcAft>
              <a:buClr>
                <a:prstClr val="white">
                  <a:lumMod val="65000"/>
                </a:prstClr>
              </a:buClr>
              <a:buSzPct val="110000"/>
              <a:buFont typeface="Arial" panose="020B0604020202020204" pitchFamily="34" charset="0"/>
              <a:buChar char="•"/>
              <a:tabLst>
                <a:tab pos="525463" algn="l"/>
              </a:tabLst>
              <a:defRPr/>
            </a:pPr>
            <a:r>
              <a:rPr kumimoji="1" lang="ko-KR" altLang="en-US" sz="1050" b="1" kern="0" spc="-3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신고대상 </a:t>
            </a:r>
            <a:r>
              <a:rPr kumimoji="1" lang="ko-KR" altLang="en-US" sz="105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신규신청</a:t>
            </a:r>
            <a:endParaRPr kumimoji="1" lang="en-US" altLang="ko-KR" sz="1050" b="1" kern="0" spc="-3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itchFamily="18" charset="-127"/>
              <a:ea typeface="KoPub돋움체 Medium" pitchFamily="18" charset="-127"/>
            </a:endParaRPr>
          </a:p>
          <a:p>
            <a:pPr marR="0" lvl="0" defTabSz="1036988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3D7199"/>
              </a:buClr>
              <a:buSzPct val="100000"/>
              <a:tabLst/>
              <a:defRPr/>
            </a:pPr>
            <a:endParaRPr kumimoji="1" lang="en-US" altLang="ko-KR" sz="1100" b="1" kern="0" spc="-3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itchFamily="18" charset="-127"/>
              <a:ea typeface="KoPub돋움체 Medium" pitchFamily="18" charset="-127"/>
            </a:endParaRPr>
          </a:p>
          <a:p>
            <a:pPr marL="182563" indent="-182563" defTabSz="1036988" fontAlgn="base">
              <a:spcBef>
                <a:spcPts val="200"/>
              </a:spcBef>
              <a:spcAft>
                <a:spcPts val="200"/>
              </a:spcAft>
              <a:buClr>
                <a:srgbClr val="3D7199"/>
              </a:buClr>
              <a:buSzPct val="100000"/>
              <a:buFont typeface="Wingdings" panose="05000000000000000000" pitchFamily="2" charset="2"/>
              <a:buChar char=""/>
              <a:defRPr/>
            </a:pPr>
            <a:r>
              <a:rPr kumimoji="1" lang="ko-KR" altLang="en-US" sz="1100" kern="0" spc="-3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승인대상 </a:t>
            </a:r>
            <a:r>
              <a:rPr kumimoji="1" lang="ko-KR" altLang="en-US" sz="1100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생활화학제품</a:t>
            </a:r>
            <a:endParaRPr kumimoji="1" lang="en-US" altLang="ko-KR" sz="1100" kern="0" spc="-3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180975" marR="0" lvl="0" indent="-9525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prstClr val="white">
                  <a:lumMod val="65000"/>
                </a:prstClr>
              </a:buClr>
              <a:buSzPct val="110000"/>
              <a:buFont typeface="Arial" panose="020B0604020202020204" pitchFamily="34" charset="0"/>
              <a:buChar char="•"/>
              <a:tabLst>
                <a:tab pos="525463" algn="l"/>
              </a:tabLst>
              <a:defRPr/>
            </a:pPr>
            <a:r>
              <a:rPr kumimoji="1" lang="ko-KR" altLang="en-US" sz="1050" b="1" kern="0" spc="-3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승인대상 </a:t>
            </a:r>
            <a:r>
              <a:rPr kumimoji="1" lang="ko-KR" altLang="en-US" sz="105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신규신청</a:t>
            </a:r>
            <a:endParaRPr kumimoji="1" lang="en-US" altLang="ko-KR" sz="1050" b="1" kern="0" spc="-3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itchFamily="18" charset="-127"/>
              <a:ea typeface="KoPub돋움체 Medium" pitchFamily="18" charset="-127"/>
            </a:endParaRPr>
          </a:p>
          <a:p>
            <a:pPr marL="180975" marR="0" lvl="0" indent="-9525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prstClr val="white">
                  <a:lumMod val="65000"/>
                </a:prstClr>
              </a:buClr>
              <a:buSzPct val="110000"/>
              <a:buFont typeface="Arial" panose="020B0604020202020204" pitchFamily="34" charset="0"/>
              <a:buChar char="•"/>
              <a:tabLst>
                <a:tab pos="525463" algn="l"/>
              </a:tabLst>
              <a:defRPr/>
            </a:pPr>
            <a:r>
              <a:rPr kumimoji="1" lang="ko-KR" altLang="en-US" sz="1050" b="1" kern="0" spc="-3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승인대상 </a:t>
            </a:r>
            <a:r>
              <a:rPr kumimoji="1" lang="ko-KR" altLang="en-US" sz="105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변경승인</a:t>
            </a:r>
            <a:endParaRPr kumimoji="1" lang="en-US" altLang="ko-KR" sz="1050" b="1" kern="0" spc="-3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itchFamily="18" charset="-127"/>
              <a:ea typeface="KoPub돋움체 Medium" pitchFamily="18" charset="-127"/>
            </a:endParaRPr>
          </a:p>
          <a:p>
            <a:pPr marL="180975" marR="0" lvl="0" indent="-9525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prstClr val="white">
                  <a:lumMod val="65000"/>
                </a:prstClr>
              </a:buClr>
              <a:buSzPct val="110000"/>
              <a:buFont typeface="Arial" panose="020B0604020202020204" pitchFamily="34" charset="0"/>
              <a:buChar char="•"/>
              <a:tabLst>
                <a:tab pos="525463" algn="l"/>
              </a:tabLst>
              <a:defRPr/>
            </a:pPr>
            <a:r>
              <a:rPr kumimoji="1" lang="ko-KR" altLang="en-US" sz="1050" b="1" kern="0" spc="-3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승인대상 </a:t>
            </a:r>
            <a:r>
              <a:rPr kumimoji="1" lang="ko-KR" altLang="en-US" sz="105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변경신고</a:t>
            </a:r>
            <a:endParaRPr kumimoji="1" lang="en-US" altLang="ko-KR" sz="1050" b="1" kern="0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itchFamily="18" charset="-127"/>
              <a:ea typeface="KoPub돋움체 Medium" pitchFamily="18" charset="-127"/>
            </a:endParaRPr>
          </a:p>
        </p:txBody>
      </p:sp>
      <p:sp>
        <p:nvSpPr>
          <p:cNvPr id="88" name="AutoShape 34" descr="object-02">
            <a:extLst>
              <a:ext uri="{FF2B5EF4-FFF2-40B4-BE49-F238E27FC236}">
                <a16:creationId xmlns:a16="http://schemas.microsoft.com/office/drawing/2014/main" id="{87F0CDA5-0CC5-4D2A-97C3-5A9226B85B6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633642" y="2328423"/>
            <a:ext cx="1670655" cy="256884"/>
          </a:xfrm>
          <a:prstGeom prst="round2SameRect">
            <a:avLst/>
          </a:prstGeom>
          <a:gradFill flip="none" rotWithShape="1">
            <a:gsLst>
              <a:gs pos="20000">
                <a:srgbClr val="528DBA"/>
              </a:gs>
              <a:gs pos="20000">
                <a:srgbClr val="3D7199"/>
              </a:gs>
            </a:gsLst>
            <a:lin ang="2700000" scaled="1"/>
            <a:tileRect/>
          </a:gradFill>
          <a:ln w="3175">
            <a:noFill/>
            <a:round/>
            <a:headEnd/>
            <a:tailEnd type="triangle" w="med" len="med"/>
          </a:ln>
        </p:spPr>
        <p:txBody>
          <a:bodyPr rot="0" spcFirstLastPara="0" vertOverflow="overflow" horzOverflow="overflow" vert="horz" wrap="square" lIns="85853" tIns="42927" rIns="85853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067640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ko-KR" altLang="en-US" sz="1200" spc="-30" dirty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Times New Roman" pitchFamily="18" charset="0"/>
              </a:rPr>
              <a:t>생활화학제품</a:t>
            </a:r>
          </a:p>
        </p:txBody>
      </p:sp>
      <p:sp>
        <p:nvSpPr>
          <p:cNvPr id="89" name="모서리가 둥근 직사각형 208">
            <a:extLst>
              <a:ext uri="{FF2B5EF4-FFF2-40B4-BE49-F238E27FC236}">
                <a16:creationId xmlns:a16="http://schemas.microsoft.com/office/drawing/2014/main" id="{05113BCD-EB50-4CC4-978E-A967290C8F35}"/>
              </a:ext>
            </a:extLst>
          </p:cNvPr>
          <p:cNvSpPr/>
          <p:nvPr/>
        </p:nvSpPr>
        <p:spPr>
          <a:xfrm>
            <a:off x="2633642" y="4737337"/>
            <a:ext cx="1670655" cy="796253"/>
          </a:xfrm>
          <a:prstGeom prst="roundRect">
            <a:avLst>
              <a:gd name="adj" fmla="val 0"/>
            </a:avLst>
          </a:prstGeom>
          <a:pattFill prst="narHorz">
            <a:fgClr>
              <a:srgbClr val="FFFFFF">
                <a:lumMod val="95000"/>
              </a:srgbClr>
            </a:fgClr>
            <a:bgClr>
              <a:srgbClr val="FFFFFF"/>
            </a:bgClr>
          </a:pattFill>
          <a:ln w="12700" cap="sq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lIns="93543" tIns="46772" rIns="93543" bIns="46772" rtlCol="0" anchor="ctr"/>
          <a:lstStyle/>
          <a:p>
            <a:pPr marL="182563" marR="0" lvl="0" indent="-182563" defTabSz="1036988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3D7199"/>
              </a:buClr>
              <a:buSzPct val="100000"/>
              <a:buFont typeface="Wingdings" panose="05000000000000000000" pitchFamily="2" charset="2"/>
              <a:buChar char=""/>
              <a:tabLst/>
              <a:defRPr/>
            </a:pPr>
            <a:r>
              <a:rPr kumimoji="1" lang="ko-KR" altLang="en-US" sz="110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수입요건확인번호 신청</a:t>
            </a:r>
            <a:endParaRPr kumimoji="1" lang="en-US" altLang="ko-KR" sz="1100" b="1" kern="0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itchFamily="18" charset="-127"/>
              <a:ea typeface="KoPub돋움체 Medium" pitchFamily="18" charset="-127"/>
            </a:endParaRPr>
          </a:p>
          <a:p>
            <a:pPr marL="182563" marR="0" lvl="0" indent="-182563" defTabSz="1036988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3D7199"/>
              </a:buClr>
              <a:buSzPct val="100000"/>
              <a:buFont typeface="Wingdings" panose="05000000000000000000" pitchFamily="2" charset="2"/>
              <a:buChar char=""/>
              <a:tabLst/>
              <a:defRPr/>
            </a:pPr>
            <a:r>
              <a:rPr kumimoji="1" lang="ko-KR" altLang="en-US" sz="110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수입요건면제 신청</a:t>
            </a:r>
            <a:endParaRPr kumimoji="1" lang="en-US" altLang="ko-KR" sz="1100" b="1" kern="0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itchFamily="18" charset="-127"/>
              <a:ea typeface="KoPub돋움체 Medium" pitchFamily="18" charset="-127"/>
            </a:endParaRPr>
          </a:p>
          <a:p>
            <a:pPr marL="182563" marR="0" lvl="0" indent="-182563" defTabSz="1036988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3D7199"/>
              </a:buClr>
              <a:buSzPct val="100000"/>
              <a:buFont typeface="Wingdings" panose="05000000000000000000" pitchFamily="2" charset="2"/>
              <a:buChar char=""/>
              <a:tabLst/>
              <a:defRPr/>
            </a:pPr>
            <a:r>
              <a:rPr kumimoji="1" lang="ko-KR" altLang="en-US" sz="110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자유판매증명 신청</a:t>
            </a:r>
            <a:endParaRPr kumimoji="1" lang="en-US" altLang="ko-KR" sz="1100" b="1" i="0" u="none" strike="noStrike" kern="0" cap="none" spc="-30" normalizeH="0" baseline="0" noProof="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KoPub돋움체 Medium" pitchFamily="18" charset="-127"/>
              <a:ea typeface="KoPub돋움체 Medium" pitchFamily="18" charset="-127"/>
            </a:endParaRPr>
          </a:p>
        </p:txBody>
      </p:sp>
      <p:sp>
        <p:nvSpPr>
          <p:cNvPr id="90" name="AutoShape 34" descr="object-02">
            <a:extLst>
              <a:ext uri="{FF2B5EF4-FFF2-40B4-BE49-F238E27FC236}">
                <a16:creationId xmlns:a16="http://schemas.microsoft.com/office/drawing/2014/main" id="{7CFB4087-19D6-449F-8973-6A5A383CF764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633642" y="4471523"/>
            <a:ext cx="1670655" cy="256884"/>
          </a:xfrm>
          <a:prstGeom prst="round2SameRect">
            <a:avLst/>
          </a:prstGeom>
          <a:gradFill flip="none" rotWithShape="1">
            <a:gsLst>
              <a:gs pos="20000">
                <a:srgbClr val="528DBA"/>
              </a:gs>
              <a:gs pos="20000">
                <a:srgbClr val="3D7199"/>
              </a:gs>
            </a:gsLst>
            <a:lin ang="2700000" scaled="1"/>
            <a:tileRect/>
          </a:gradFill>
          <a:ln w="3175">
            <a:noFill/>
            <a:round/>
            <a:headEnd/>
            <a:tailEnd type="triangle" w="med" len="med"/>
          </a:ln>
        </p:spPr>
        <p:txBody>
          <a:bodyPr rot="0" spcFirstLastPara="0" vertOverflow="overflow" horzOverflow="overflow" vert="horz" wrap="square" lIns="85853" tIns="42927" rIns="85853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067640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ko-KR" altLang="en-US" sz="1200" spc="-30" dirty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Times New Roman" pitchFamily="18" charset="0"/>
              </a:rPr>
              <a:t>전자민원</a:t>
            </a:r>
          </a:p>
        </p:txBody>
      </p: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0D313540-6A89-4918-B542-6FBAA4CB9CEB}"/>
              </a:ext>
            </a:extLst>
          </p:cNvPr>
          <p:cNvGrpSpPr/>
          <p:nvPr/>
        </p:nvGrpSpPr>
        <p:grpSpPr>
          <a:xfrm>
            <a:off x="915045" y="3625155"/>
            <a:ext cx="687003" cy="687003"/>
            <a:chOff x="1762289" y="4156365"/>
            <a:chExt cx="831273" cy="831273"/>
          </a:xfrm>
        </p:grpSpPr>
        <p:sp>
          <p:nvSpPr>
            <p:cNvPr id="92" name="타원 91">
              <a:extLst>
                <a:ext uri="{FF2B5EF4-FFF2-40B4-BE49-F238E27FC236}">
                  <a16:creationId xmlns:a16="http://schemas.microsoft.com/office/drawing/2014/main" id="{B8622DF5-FDD6-4F01-8FFF-D1B2D2C94ABC}"/>
                </a:ext>
              </a:extLst>
            </p:cNvPr>
            <p:cNvSpPr/>
            <p:nvPr/>
          </p:nvSpPr>
          <p:spPr>
            <a:xfrm>
              <a:off x="1762289" y="4156365"/>
              <a:ext cx="831273" cy="831273"/>
            </a:xfrm>
            <a:prstGeom prst="ellipse">
              <a:avLst/>
            </a:prstGeom>
            <a:gradFill>
              <a:gsLst>
                <a:gs pos="70000">
                  <a:srgbClr val="FFFFFF"/>
                </a:gs>
                <a:gs pos="70000">
                  <a:srgbClr val="FFFFFF">
                    <a:lumMod val="75000"/>
                  </a:srgbClr>
                </a:gs>
              </a:gsLst>
              <a:lin ang="5400000" scaled="1"/>
            </a:gradFill>
            <a:ln w="25400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0" tIns="54000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1" indent="0" algn="ctr" defTabSz="981700" eaLnBrk="1" fontAlgn="ctr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300"/>
                </a:spcAft>
                <a:buClr>
                  <a:prstClr val="white">
                    <a:lumMod val="50000"/>
                  </a:prstClr>
                </a:buClr>
                <a:buSzPct val="100000"/>
                <a:buFontTx/>
                <a:buNone/>
                <a:tabLst>
                  <a:tab pos="355600" algn="l"/>
                </a:tabLst>
                <a:defRPr/>
              </a:pPr>
              <a:r>
                <a:rPr kumimoji="1" lang="ko-KR" altLang="en-US" sz="1050" b="1" kern="0" dirty="0" err="1">
                  <a:ln>
                    <a:solidFill>
                      <a:srgbClr val="6D88AF">
                        <a:alpha val="0"/>
                      </a:srgbClr>
                    </a:solidFill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latin typeface="KoPub돋움체 Medium" pitchFamily="18" charset="-127"/>
                  <a:ea typeface="KoPub돋움체 Medium" pitchFamily="18" charset="-127"/>
                </a:rPr>
                <a:t>수입자</a:t>
              </a:r>
              <a:endParaRPr kumimoji="1" lang="ko-KR" altLang="en-US" sz="1050" b="1" i="0" u="none" strike="noStrike" kern="0" cap="none" spc="0" normalizeH="0" baseline="0" noProof="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KoPub돋움체 Medium" pitchFamily="18" charset="-127"/>
                <a:ea typeface="KoPub돋움체 Medium" pitchFamily="18" charset="-127"/>
              </a:endParaRPr>
            </a:p>
          </p:txBody>
        </p:sp>
        <p:pic>
          <p:nvPicPr>
            <p:cNvPr id="93" name="그림 92">
              <a:extLst>
                <a:ext uri="{FF2B5EF4-FFF2-40B4-BE49-F238E27FC236}">
                  <a16:creationId xmlns:a16="http://schemas.microsoft.com/office/drawing/2014/main" id="{3FBA603A-27A0-4409-9496-9CD41F7C0C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58942" y="4215541"/>
              <a:ext cx="437966" cy="484748"/>
            </a:xfrm>
            <a:prstGeom prst="rect">
              <a:avLst/>
            </a:prstGeom>
          </p:spPr>
        </p:pic>
      </p:grp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17B57869-EECB-4FAE-83FB-48E8F6E3DA90}"/>
              </a:ext>
            </a:extLst>
          </p:cNvPr>
          <p:cNvGrpSpPr/>
          <p:nvPr/>
        </p:nvGrpSpPr>
        <p:grpSpPr>
          <a:xfrm>
            <a:off x="915045" y="2540044"/>
            <a:ext cx="687003" cy="687003"/>
            <a:chOff x="1762289" y="4156365"/>
            <a:chExt cx="831273" cy="831273"/>
          </a:xfrm>
        </p:grpSpPr>
        <p:sp>
          <p:nvSpPr>
            <p:cNvPr id="95" name="타원 94">
              <a:extLst>
                <a:ext uri="{FF2B5EF4-FFF2-40B4-BE49-F238E27FC236}">
                  <a16:creationId xmlns:a16="http://schemas.microsoft.com/office/drawing/2014/main" id="{3884A490-B702-4682-B5EA-6654B9AD4D34}"/>
                </a:ext>
              </a:extLst>
            </p:cNvPr>
            <p:cNvSpPr/>
            <p:nvPr/>
          </p:nvSpPr>
          <p:spPr>
            <a:xfrm>
              <a:off x="1762289" y="4156365"/>
              <a:ext cx="831273" cy="831273"/>
            </a:xfrm>
            <a:prstGeom prst="ellipse">
              <a:avLst/>
            </a:prstGeom>
            <a:gradFill>
              <a:gsLst>
                <a:gs pos="70000">
                  <a:srgbClr val="FFFFFF"/>
                </a:gs>
                <a:gs pos="70000">
                  <a:srgbClr val="FFFFFF">
                    <a:lumMod val="75000"/>
                  </a:srgbClr>
                </a:gs>
              </a:gsLst>
              <a:lin ang="5400000" scaled="1"/>
            </a:gradFill>
            <a:ln w="25400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0" tIns="54000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1" indent="0" algn="ctr" defTabSz="981700" eaLnBrk="1" fontAlgn="ctr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300"/>
                </a:spcAft>
                <a:buClr>
                  <a:prstClr val="white">
                    <a:lumMod val="50000"/>
                  </a:prstClr>
                </a:buClr>
                <a:buSzPct val="100000"/>
                <a:buFontTx/>
                <a:buNone/>
                <a:tabLst>
                  <a:tab pos="355600" algn="l"/>
                </a:tabLst>
                <a:defRPr/>
              </a:pPr>
              <a:r>
                <a:rPr kumimoji="1" lang="ko-KR" altLang="en-US" sz="1050" b="1" kern="0" dirty="0">
                  <a:ln>
                    <a:solidFill>
                      <a:srgbClr val="6D88AF">
                        <a:alpha val="0"/>
                      </a:srgbClr>
                    </a:solidFill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latin typeface="KoPub돋움체 Medium" pitchFamily="18" charset="-127"/>
                  <a:ea typeface="KoPub돋움체 Medium" pitchFamily="18" charset="-127"/>
                </a:rPr>
                <a:t>제조자</a:t>
              </a:r>
              <a:endParaRPr kumimoji="1" lang="ko-KR" altLang="en-US" sz="1050" b="1" i="0" u="none" strike="noStrike" kern="0" cap="none" spc="0" normalizeH="0" baseline="0" noProof="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KoPub돋움체 Medium" pitchFamily="18" charset="-127"/>
                <a:ea typeface="KoPub돋움체 Medium" pitchFamily="18" charset="-127"/>
              </a:endParaRPr>
            </a:p>
          </p:txBody>
        </p:sp>
        <p:pic>
          <p:nvPicPr>
            <p:cNvPr id="96" name="그림 95">
              <a:extLst>
                <a:ext uri="{FF2B5EF4-FFF2-40B4-BE49-F238E27FC236}">
                  <a16:creationId xmlns:a16="http://schemas.microsoft.com/office/drawing/2014/main" id="{2ED60AF6-1C4E-42A1-A239-0D270C856E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58942" y="4215541"/>
              <a:ext cx="437966" cy="484748"/>
            </a:xfrm>
            <a:prstGeom prst="rect">
              <a:avLst/>
            </a:prstGeom>
          </p:spPr>
        </p:pic>
      </p:grp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5A8160FB-65F4-4363-A3D2-86E2DCDB90E5}"/>
              </a:ext>
            </a:extLst>
          </p:cNvPr>
          <p:cNvGrpSpPr/>
          <p:nvPr/>
        </p:nvGrpSpPr>
        <p:grpSpPr>
          <a:xfrm>
            <a:off x="915045" y="4710265"/>
            <a:ext cx="687003" cy="687003"/>
            <a:chOff x="1762289" y="4156365"/>
            <a:chExt cx="831273" cy="831273"/>
          </a:xfrm>
        </p:grpSpPr>
        <p:sp>
          <p:nvSpPr>
            <p:cNvPr id="98" name="타원 97">
              <a:extLst>
                <a:ext uri="{FF2B5EF4-FFF2-40B4-BE49-F238E27FC236}">
                  <a16:creationId xmlns:a16="http://schemas.microsoft.com/office/drawing/2014/main" id="{5725DCC0-D0F5-4212-9F9A-BCD97BE22AD5}"/>
                </a:ext>
              </a:extLst>
            </p:cNvPr>
            <p:cNvSpPr/>
            <p:nvPr/>
          </p:nvSpPr>
          <p:spPr>
            <a:xfrm>
              <a:off x="1762289" y="4156365"/>
              <a:ext cx="831273" cy="831273"/>
            </a:xfrm>
            <a:prstGeom prst="ellipse">
              <a:avLst/>
            </a:prstGeom>
            <a:gradFill>
              <a:gsLst>
                <a:gs pos="70000">
                  <a:srgbClr val="FFFFFF"/>
                </a:gs>
                <a:gs pos="70000">
                  <a:srgbClr val="FFFFFF">
                    <a:lumMod val="75000"/>
                  </a:srgbClr>
                </a:gs>
              </a:gsLst>
              <a:lin ang="5400000" scaled="1"/>
            </a:gradFill>
            <a:ln w="25400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0" tIns="54000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1" indent="0" algn="ctr" defTabSz="981700" eaLnBrk="1" fontAlgn="ctr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300"/>
                </a:spcAft>
                <a:buClr>
                  <a:prstClr val="white">
                    <a:lumMod val="50000"/>
                  </a:prstClr>
                </a:buClr>
                <a:buSzPct val="100000"/>
                <a:buFontTx/>
                <a:buNone/>
                <a:tabLst>
                  <a:tab pos="355600" algn="l"/>
                </a:tabLst>
                <a:defRPr/>
              </a:pPr>
              <a:r>
                <a:rPr kumimoji="1" lang="ko-KR" altLang="en-US" sz="1050" b="1" kern="0" dirty="0">
                  <a:ln>
                    <a:solidFill>
                      <a:srgbClr val="6D88AF">
                        <a:alpha val="0"/>
                      </a:srgbClr>
                    </a:solidFill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latin typeface="KoPub돋움체 Medium" pitchFamily="18" charset="-127"/>
                  <a:ea typeface="KoPub돋움체 Medium" pitchFamily="18" charset="-127"/>
                </a:rPr>
                <a:t>선임자</a:t>
              </a:r>
              <a:endParaRPr kumimoji="1" lang="ko-KR" altLang="en-US" sz="1050" b="1" i="0" u="none" strike="noStrike" kern="0" cap="none" spc="0" normalizeH="0" baseline="0" noProof="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KoPub돋움체 Medium" pitchFamily="18" charset="-127"/>
                <a:ea typeface="KoPub돋움체 Medium" pitchFamily="18" charset="-127"/>
              </a:endParaRPr>
            </a:p>
          </p:txBody>
        </p:sp>
        <p:pic>
          <p:nvPicPr>
            <p:cNvPr id="99" name="그림 98">
              <a:extLst>
                <a:ext uri="{FF2B5EF4-FFF2-40B4-BE49-F238E27FC236}">
                  <a16:creationId xmlns:a16="http://schemas.microsoft.com/office/drawing/2014/main" id="{EF0DA89A-3312-457E-AD90-EAB2AEC60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58942" y="4215541"/>
              <a:ext cx="437966" cy="484748"/>
            </a:xfrm>
            <a:prstGeom prst="rect">
              <a:avLst/>
            </a:prstGeom>
          </p:spPr>
        </p:pic>
      </p:grpSp>
      <p:sp>
        <p:nvSpPr>
          <p:cNvPr id="100" name="모서리가 둥근 직사각형 159">
            <a:extLst>
              <a:ext uri="{FF2B5EF4-FFF2-40B4-BE49-F238E27FC236}">
                <a16:creationId xmlns:a16="http://schemas.microsoft.com/office/drawing/2014/main" id="{28FFA62B-23FA-4C90-9BF1-DC3511326B73}"/>
              </a:ext>
            </a:extLst>
          </p:cNvPr>
          <p:cNvSpPr/>
          <p:nvPr/>
        </p:nvSpPr>
        <p:spPr>
          <a:xfrm>
            <a:off x="6377477" y="2296976"/>
            <a:ext cx="1769553" cy="1312734"/>
          </a:xfrm>
          <a:prstGeom prst="roundRect">
            <a:avLst>
              <a:gd name="adj" fmla="val 4099"/>
            </a:avLst>
          </a:prstGeom>
          <a:noFill/>
          <a:ln w="19050" cap="flat" cmpd="sng" algn="ctr">
            <a:solidFill>
              <a:srgbClr val="3D7199"/>
            </a:solidFill>
            <a:prstDash val="soli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lIns="0" tIns="64800" rIns="0" rtlCol="0" anchor="t" anchorCtr="0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600" b="0" i="0" u="none" strike="noStrike" kern="0" cap="none" spc="0" normalizeH="0" baseline="0" noProof="0" dirty="0">
              <a:ln>
                <a:noFill/>
              </a:ln>
              <a:solidFill>
                <a:srgbClr val="3D7199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01" name="모서리가 둥근 직사각형 208">
            <a:extLst>
              <a:ext uri="{FF2B5EF4-FFF2-40B4-BE49-F238E27FC236}">
                <a16:creationId xmlns:a16="http://schemas.microsoft.com/office/drawing/2014/main" id="{15875C55-05D7-4C21-AEFF-CC0607885DE6}"/>
              </a:ext>
            </a:extLst>
          </p:cNvPr>
          <p:cNvSpPr/>
          <p:nvPr/>
        </p:nvSpPr>
        <p:spPr>
          <a:xfrm>
            <a:off x="6437227" y="2594238"/>
            <a:ext cx="1670655" cy="1015471"/>
          </a:xfrm>
          <a:prstGeom prst="roundRect">
            <a:avLst>
              <a:gd name="adj" fmla="val 0"/>
            </a:avLst>
          </a:prstGeom>
          <a:pattFill prst="narHorz">
            <a:fgClr>
              <a:srgbClr val="FFFFFF">
                <a:lumMod val="95000"/>
              </a:srgbClr>
            </a:fgClr>
            <a:bgClr>
              <a:srgbClr val="FFFFFF"/>
            </a:bgClr>
          </a:pattFill>
          <a:ln w="12700" cap="sq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lIns="93543" tIns="46772" rIns="93543" bIns="46772" rtlCol="0" anchor="ctr"/>
          <a:lstStyle/>
          <a:p>
            <a:pPr marL="182563" marR="0" lvl="0" indent="-182563" defTabSz="1036988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3D7199"/>
              </a:buClr>
              <a:buSzPct val="100000"/>
              <a:buFont typeface="Wingdings" panose="05000000000000000000" pitchFamily="2" charset="2"/>
              <a:buChar char=""/>
              <a:tabLst/>
              <a:defRPr/>
            </a:pPr>
            <a:r>
              <a:rPr kumimoji="1" lang="ko-KR" altLang="en-US" sz="1100" b="1" kern="0" spc="-30" dirty="0" err="1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데이터갭분석</a:t>
            </a:r>
            <a:endParaRPr kumimoji="1" lang="en-US" altLang="ko-KR" sz="1100" b="1" kern="0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itchFamily="18" charset="-127"/>
              <a:ea typeface="KoPub돋움체 Medium" pitchFamily="18" charset="-127"/>
            </a:endParaRPr>
          </a:p>
          <a:p>
            <a:pPr marL="182563" marR="0" lvl="0" indent="-182563" defTabSz="1036988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3D7199"/>
              </a:buClr>
              <a:buSzPct val="100000"/>
              <a:buFont typeface="Wingdings" panose="05000000000000000000" pitchFamily="2" charset="2"/>
              <a:buChar char=""/>
              <a:tabLst/>
              <a:defRPr/>
            </a:pPr>
            <a:r>
              <a:rPr kumimoji="1" lang="ko-KR" altLang="en-US" sz="110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유해성시험자료</a:t>
            </a:r>
            <a:endParaRPr kumimoji="1" lang="en-US" altLang="ko-KR" sz="1100" b="1" kern="0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itchFamily="18" charset="-127"/>
              <a:ea typeface="KoPub돋움체 Medium" pitchFamily="18" charset="-127"/>
            </a:endParaRPr>
          </a:p>
          <a:p>
            <a:pPr marL="182563" marR="0" lvl="0" indent="-182563" defTabSz="1036988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3D7199"/>
              </a:buClr>
              <a:buSzPct val="100000"/>
              <a:buFont typeface="Wingdings" panose="05000000000000000000" pitchFamily="2" charset="2"/>
              <a:buChar char=""/>
              <a:tabLst/>
              <a:defRPr/>
            </a:pPr>
            <a:r>
              <a:rPr kumimoji="1" lang="ko-KR" altLang="en-US" sz="110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교육실무가이드</a:t>
            </a:r>
            <a:endParaRPr kumimoji="1" lang="en-US" altLang="ko-KR" sz="1100" b="1" kern="0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itchFamily="18" charset="-127"/>
              <a:ea typeface="KoPub돋움체 Medium" pitchFamily="18" charset="-127"/>
            </a:endParaRPr>
          </a:p>
          <a:p>
            <a:pPr marL="182563" marR="0" lvl="0" indent="-182563" defTabSz="1036988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3D7199"/>
              </a:buClr>
              <a:buSzPct val="100000"/>
              <a:buFont typeface="Wingdings" panose="05000000000000000000" pitchFamily="2" charset="2"/>
              <a:buChar char=""/>
              <a:tabLst/>
              <a:defRPr/>
            </a:pPr>
            <a:r>
              <a:rPr kumimoji="1" lang="ko-KR" altLang="en-US" sz="110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지원사업</a:t>
            </a:r>
            <a:endParaRPr kumimoji="1" lang="en-US" altLang="ko-KR" sz="1100" b="1" kern="0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itchFamily="18" charset="-127"/>
              <a:ea typeface="KoPub돋움체 Medium" pitchFamily="18" charset="-127"/>
            </a:endParaRPr>
          </a:p>
        </p:txBody>
      </p:sp>
      <p:sp>
        <p:nvSpPr>
          <p:cNvPr id="102" name="AutoShape 34" descr="object-02">
            <a:extLst>
              <a:ext uri="{FF2B5EF4-FFF2-40B4-BE49-F238E27FC236}">
                <a16:creationId xmlns:a16="http://schemas.microsoft.com/office/drawing/2014/main" id="{D538720A-8364-4481-8DC4-7AA8015904D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437225" y="2328423"/>
            <a:ext cx="1670655" cy="256884"/>
          </a:xfrm>
          <a:prstGeom prst="round2SameRect">
            <a:avLst/>
          </a:prstGeom>
          <a:gradFill flip="none" rotWithShape="1">
            <a:gsLst>
              <a:gs pos="20000">
                <a:srgbClr val="528DBA"/>
              </a:gs>
              <a:gs pos="20000">
                <a:srgbClr val="3D7199"/>
              </a:gs>
            </a:gsLst>
            <a:lin ang="2700000" scaled="1"/>
            <a:tileRect/>
          </a:gradFill>
          <a:ln w="3175">
            <a:noFill/>
            <a:round/>
            <a:headEnd/>
            <a:tailEnd type="triangle" w="med" len="med"/>
          </a:ln>
        </p:spPr>
        <p:txBody>
          <a:bodyPr rot="0" spcFirstLastPara="0" vertOverflow="overflow" horzOverflow="overflow" vert="horz" wrap="square" lIns="85853" tIns="42927" rIns="85853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067640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ko-KR" altLang="en-US" sz="1200" spc="-30" dirty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Times New Roman" pitchFamily="18" charset="0"/>
              </a:rPr>
              <a:t>산업계지원</a:t>
            </a:r>
          </a:p>
        </p:txBody>
      </p:sp>
      <p:sp>
        <p:nvSpPr>
          <p:cNvPr id="103" name="모서리가 둥근 직사각형 159">
            <a:extLst>
              <a:ext uri="{FF2B5EF4-FFF2-40B4-BE49-F238E27FC236}">
                <a16:creationId xmlns:a16="http://schemas.microsoft.com/office/drawing/2014/main" id="{CA823B95-6644-417A-A86F-FFC885B00899}"/>
              </a:ext>
            </a:extLst>
          </p:cNvPr>
          <p:cNvSpPr/>
          <p:nvPr/>
        </p:nvSpPr>
        <p:spPr>
          <a:xfrm>
            <a:off x="6377477" y="3723867"/>
            <a:ext cx="1769553" cy="1835399"/>
          </a:xfrm>
          <a:prstGeom prst="roundRect">
            <a:avLst>
              <a:gd name="adj" fmla="val 4099"/>
            </a:avLst>
          </a:prstGeom>
          <a:noFill/>
          <a:ln w="19050" cap="flat" cmpd="sng" algn="ctr">
            <a:solidFill>
              <a:srgbClr val="3D7199"/>
            </a:solidFill>
            <a:prstDash val="soli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lIns="0" tIns="64800" rIns="0" rtlCol="0" anchor="t" anchorCtr="0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600" b="0" i="0" u="none" strike="noStrike" kern="0" cap="none" spc="0" normalizeH="0" baseline="0" noProof="0" dirty="0">
              <a:ln>
                <a:noFill/>
              </a:ln>
              <a:solidFill>
                <a:srgbClr val="3D7199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07" name="모서리가 둥근 직사각형 208">
            <a:extLst>
              <a:ext uri="{FF2B5EF4-FFF2-40B4-BE49-F238E27FC236}">
                <a16:creationId xmlns:a16="http://schemas.microsoft.com/office/drawing/2014/main" id="{D559D453-6934-4F6D-9905-0A639F05EFDA}"/>
              </a:ext>
            </a:extLst>
          </p:cNvPr>
          <p:cNvSpPr/>
          <p:nvPr/>
        </p:nvSpPr>
        <p:spPr>
          <a:xfrm>
            <a:off x="6427702" y="4051650"/>
            <a:ext cx="1670655" cy="1481940"/>
          </a:xfrm>
          <a:prstGeom prst="roundRect">
            <a:avLst>
              <a:gd name="adj" fmla="val 0"/>
            </a:avLst>
          </a:prstGeom>
          <a:pattFill prst="narHorz">
            <a:fgClr>
              <a:srgbClr val="FFFFFF">
                <a:lumMod val="95000"/>
              </a:srgbClr>
            </a:fgClr>
            <a:bgClr>
              <a:srgbClr val="FFFFFF"/>
            </a:bgClr>
          </a:pattFill>
          <a:ln w="12700" cap="sq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lIns="93543" tIns="46772" rIns="93543" bIns="46772" rtlCol="0" anchor="ctr"/>
          <a:lstStyle/>
          <a:p>
            <a:pPr marL="182563" marR="0" lvl="0" indent="-182563" defTabSz="1036988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3D7199"/>
              </a:buClr>
              <a:buSzPct val="100000"/>
              <a:buFont typeface="Wingdings" panose="05000000000000000000" pitchFamily="2" charset="2"/>
              <a:buChar char=""/>
              <a:tabLst/>
              <a:defRPr/>
            </a:pPr>
            <a:r>
              <a:rPr kumimoji="1" lang="ko-KR" altLang="en-US" sz="110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공지사항</a:t>
            </a:r>
            <a:endParaRPr kumimoji="1" lang="en-US" altLang="ko-KR" sz="1100" b="1" kern="0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itchFamily="18" charset="-127"/>
              <a:ea typeface="KoPub돋움체 Medium" pitchFamily="18" charset="-127"/>
            </a:endParaRPr>
          </a:p>
          <a:p>
            <a:pPr marL="182563" marR="0" lvl="0" indent="-182563" defTabSz="1036988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3D7199"/>
              </a:buClr>
              <a:buSzPct val="100000"/>
              <a:buFont typeface="Wingdings" panose="05000000000000000000" pitchFamily="2" charset="2"/>
              <a:buChar char=""/>
              <a:tabLst/>
              <a:defRPr/>
            </a:pPr>
            <a:r>
              <a:rPr kumimoji="1" lang="en-US" altLang="ko-KR" sz="110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FAQ, </a:t>
            </a:r>
            <a:r>
              <a:rPr kumimoji="1" lang="ko-KR" altLang="en-US" sz="110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자료실</a:t>
            </a:r>
            <a:endParaRPr kumimoji="1" lang="en-US" altLang="ko-KR" sz="1100" b="1" kern="0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itchFamily="18" charset="-127"/>
              <a:ea typeface="KoPub돋움체 Medium" pitchFamily="18" charset="-127"/>
            </a:endParaRPr>
          </a:p>
          <a:p>
            <a:pPr marL="182563" marR="0" lvl="0" indent="-182563" defTabSz="1036988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3D7199"/>
              </a:buClr>
              <a:buSzPct val="100000"/>
              <a:buFont typeface="Wingdings" panose="05000000000000000000" pitchFamily="2" charset="2"/>
              <a:buChar char=""/>
              <a:tabLst/>
              <a:defRPr/>
            </a:pPr>
            <a:r>
              <a:rPr kumimoji="1" lang="ko-KR" altLang="en-US" sz="110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통계관리</a:t>
            </a:r>
            <a:endParaRPr kumimoji="1" lang="en-US" altLang="ko-KR" sz="1100" b="1" kern="0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itchFamily="18" charset="-127"/>
              <a:ea typeface="KoPub돋움체 Medium" pitchFamily="18" charset="-127"/>
            </a:endParaRPr>
          </a:p>
          <a:p>
            <a:pPr marL="182563" marR="0" lvl="0" indent="-182563" defTabSz="1036988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3D7199"/>
              </a:buClr>
              <a:buSzPct val="100000"/>
              <a:buFont typeface="Wingdings" panose="05000000000000000000" pitchFamily="2" charset="2"/>
              <a:buChar char=""/>
              <a:tabLst/>
              <a:defRPr/>
            </a:pPr>
            <a:r>
              <a:rPr kumimoji="1" lang="ko-KR" altLang="en-US" sz="110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공통코드 관리</a:t>
            </a:r>
            <a:endParaRPr kumimoji="1" lang="en-US" altLang="ko-KR" sz="1100" b="1" kern="0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itchFamily="18" charset="-127"/>
              <a:ea typeface="KoPub돋움체 Medium" pitchFamily="18" charset="-127"/>
            </a:endParaRPr>
          </a:p>
          <a:p>
            <a:pPr marL="182563" marR="0" lvl="0" indent="-182563" defTabSz="1036988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3D7199"/>
              </a:buClr>
              <a:buSzPct val="100000"/>
              <a:buFont typeface="Wingdings" panose="05000000000000000000" pitchFamily="2" charset="2"/>
              <a:buChar char=""/>
              <a:tabLst/>
              <a:defRPr/>
            </a:pPr>
            <a:r>
              <a:rPr kumimoji="1" lang="ko-KR" altLang="en-US" sz="110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일반 </a:t>
            </a:r>
            <a:r>
              <a:rPr kumimoji="1" lang="ko-KR" altLang="en-US" sz="1100" b="1" kern="0" spc="-30" dirty="0" err="1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사용자관리</a:t>
            </a:r>
            <a:endParaRPr kumimoji="1" lang="en-US" altLang="ko-KR" sz="1100" b="1" kern="0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itchFamily="18" charset="-127"/>
              <a:ea typeface="KoPub돋움체 Medium" pitchFamily="18" charset="-127"/>
            </a:endParaRPr>
          </a:p>
          <a:p>
            <a:pPr marL="182563" marR="0" lvl="0" indent="-182563" defTabSz="1036988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3D7199"/>
              </a:buClr>
              <a:buSzPct val="100000"/>
              <a:buFont typeface="Wingdings" panose="05000000000000000000" pitchFamily="2" charset="2"/>
              <a:buChar char=""/>
              <a:tabLst/>
              <a:defRPr/>
            </a:pPr>
            <a:r>
              <a:rPr kumimoji="1" lang="en-US" altLang="ko-KR" sz="110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(</a:t>
            </a:r>
            <a:r>
              <a:rPr kumimoji="1" lang="ko-KR" altLang="en-US" sz="110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과</a:t>
            </a:r>
            <a:r>
              <a:rPr kumimoji="1" lang="en-US" altLang="ko-KR" sz="110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,</a:t>
            </a:r>
            <a:r>
              <a:rPr kumimoji="1" lang="ko-KR" altLang="en-US" sz="110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기</a:t>
            </a:r>
            <a:r>
              <a:rPr kumimoji="1" lang="en-US" altLang="ko-KR" sz="110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) </a:t>
            </a:r>
            <a:r>
              <a:rPr kumimoji="1" lang="ko-KR" altLang="en-US" sz="110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사용자 관리</a:t>
            </a:r>
            <a:endParaRPr kumimoji="1" lang="en-US" altLang="ko-KR" sz="1100" b="1" kern="0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itchFamily="18" charset="-127"/>
              <a:ea typeface="KoPub돋움체 Medium" pitchFamily="18" charset="-127"/>
            </a:endParaRPr>
          </a:p>
          <a:p>
            <a:pPr marL="182563" marR="0" lvl="0" indent="-182563" defTabSz="1036988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3D7199"/>
              </a:buClr>
              <a:buSzPct val="100000"/>
              <a:buFont typeface="Wingdings" panose="05000000000000000000" pitchFamily="2" charset="2"/>
              <a:buChar char=""/>
              <a:tabLst/>
              <a:defRPr/>
            </a:pPr>
            <a:r>
              <a:rPr kumimoji="1" lang="ko-KR" altLang="en-US" sz="110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기업 관리자 관리 등</a:t>
            </a:r>
            <a:endParaRPr kumimoji="1" lang="en-US" altLang="ko-KR" sz="1100" b="1" kern="0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itchFamily="18" charset="-127"/>
              <a:ea typeface="KoPub돋움체 Medium" pitchFamily="18" charset="-127"/>
            </a:endParaRPr>
          </a:p>
        </p:txBody>
      </p:sp>
      <p:sp>
        <p:nvSpPr>
          <p:cNvPr id="108" name="AutoShape 34" descr="object-02">
            <a:extLst>
              <a:ext uri="{FF2B5EF4-FFF2-40B4-BE49-F238E27FC236}">
                <a16:creationId xmlns:a16="http://schemas.microsoft.com/office/drawing/2014/main" id="{B82171C2-C7A5-4DCD-93ED-4424210B4C6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427700" y="3785835"/>
            <a:ext cx="1670655" cy="256884"/>
          </a:xfrm>
          <a:prstGeom prst="round2SameRect">
            <a:avLst/>
          </a:prstGeom>
          <a:gradFill flip="none" rotWithShape="1">
            <a:gsLst>
              <a:gs pos="20000">
                <a:srgbClr val="528DBA"/>
              </a:gs>
              <a:gs pos="20000">
                <a:srgbClr val="3D7199"/>
              </a:gs>
            </a:gsLst>
            <a:lin ang="2700000" scaled="1"/>
            <a:tileRect/>
          </a:gradFill>
          <a:ln w="3175">
            <a:noFill/>
            <a:round/>
            <a:headEnd/>
            <a:tailEnd type="triangle" w="med" len="med"/>
          </a:ln>
        </p:spPr>
        <p:txBody>
          <a:bodyPr rot="0" spcFirstLastPara="0" vertOverflow="overflow" horzOverflow="overflow" vert="horz" wrap="square" lIns="85853" tIns="42927" rIns="85853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067640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ko-KR" altLang="en-US" sz="1200" spc="-30" dirty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Times New Roman" pitchFamily="18" charset="0"/>
              </a:rPr>
              <a:t>운영관리</a:t>
            </a:r>
          </a:p>
        </p:txBody>
      </p:sp>
      <p:sp>
        <p:nvSpPr>
          <p:cNvPr id="109" name="모서리가 둥근 직사각형 201">
            <a:extLst>
              <a:ext uri="{FF2B5EF4-FFF2-40B4-BE49-F238E27FC236}">
                <a16:creationId xmlns:a16="http://schemas.microsoft.com/office/drawing/2014/main" id="{4DDF82E0-EFED-4931-96D6-11E7B7251692}"/>
              </a:ext>
            </a:extLst>
          </p:cNvPr>
          <p:cNvSpPr/>
          <p:nvPr/>
        </p:nvSpPr>
        <p:spPr>
          <a:xfrm>
            <a:off x="8866612" y="1823538"/>
            <a:ext cx="970231" cy="3879502"/>
          </a:xfrm>
          <a:prstGeom prst="roundRect">
            <a:avLst>
              <a:gd name="adj" fmla="val 7665"/>
            </a:avLst>
          </a:prstGeom>
          <a:solidFill>
            <a:schemeClr val="bg1"/>
          </a:solidFill>
          <a:ln w="19050">
            <a:solidFill>
              <a:srgbClr val="71AEC9"/>
            </a:solidFill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64800" rIns="0" rtlCol="0" anchor="t" anchorCtr="0"/>
          <a:lstStyle/>
          <a:p>
            <a:pPr algn="ctr" defTabSz="933450">
              <a:buClr>
                <a:srgbClr val="808080"/>
              </a:buClr>
              <a:buSzPct val="90000"/>
            </a:pPr>
            <a:r>
              <a:rPr lang="ko-KR" altLang="en-US" sz="1600" dirty="0" err="1">
                <a:solidFill>
                  <a:srgbClr val="4D99B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업무담당자</a:t>
            </a:r>
            <a:endParaRPr lang="ko-KR" altLang="en-US" sz="1600" dirty="0">
              <a:solidFill>
                <a:srgbClr val="4D99BB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46DB215A-B013-4D32-AFD3-3FA29973B274}"/>
              </a:ext>
            </a:extLst>
          </p:cNvPr>
          <p:cNvGrpSpPr/>
          <p:nvPr/>
        </p:nvGrpSpPr>
        <p:grpSpPr>
          <a:xfrm>
            <a:off x="8995869" y="3622668"/>
            <a:ext cx="687003" cy="687003"/>
            <a:chOff x="1762289" y="4156365"/>
            <a:chExt cx="831273" cy="831273"/>
          </a:xfrm>
        </p:grpSpPr>
        <p:sp>
          <p:nvSpPr>
            <p:cNvPr id="115" name="타원 114">
              <a:extLst>
                <a:ext uri="{FF2B5EF4-FFF2-40B4-BE49-F238E27FC236}">
                  <a16:creationId xmlns:a16="http://schemas.microsoft.com/office/drawing/2014/main" id="{5E7EC33B-75C7-45E1-84CA-414EDDFAAD26}"/>
                </a:ext>
              </a:extLst>
            </p:cNvPr>
            <p:cNvSpPr/>
            <p:nvPr/>
          </p:nvSpPr>
          <p:spPr>
            <a:xfrm>
              <a:off x="1762289" y="4156365"/>
              <a:ext cx="831273" cy="831273"/>
            </a:xfrm>
            <a:prstGeom prst="ellipse">
              <a:avLst/>
            </a:prstGeom>
            <a:gradFill>
              <a:gsLst>
                <a:gs pos="70000">
                  <a:srgbClr val="FFFFFF"/>
                </a:gs>
                <a:gs pos="70000">
                  <a:srgbClr val="FFFFFF">
                    <a:lumMod val="75000"/>
                  </a:srgbClr>
                </a:gs>
              </a:gsLst>
              <a:lin ang="5400000" scaled="1"/>
            </a:gradFill>
            <a:ln w="25400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0" tIns="54000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1" indent="0" algn="ctr" defTabSz="981700" eaLnBrk="1" fontAlgn="ctr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300"/>
                </a:spcAft>
                <a:buClr>
                  <a:prstClr val="white">
                    <a:lumMod val="50000"/>
                  </a:prstClr>
                </a:buClr>
                <a:buSzPct val="100000"/>
                <a:buFontTx/>
                <a:buNone/>
                <a:tabLst>
                  <a:tab pos="355600" algn="l"/>
                </a:tabLst>
                <a:defRPr/>
              </a:pPr>
              <a:r>
                <a:rPr kumimoji="1" lang="ko-KR" altLang="en-US" sz="1050" b="1" kern="0" noProof="0" dirty="0">
                  <a:ln>
                    <a:solidFill>
                      <a:srgbClr val="6D88AF">
                        <a:alpha val="0"/>
                      </a:srgbClr>
                    </a:solidFill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latin typeface="KoPub돋움체 Medium" pitchFamily="18" charset="-127"/>
                  <a:ea typeface="KoPub돋움체 Medium" pitchFamily="18" charset="-127"/>
                </a:rPr>
                <a:t>기술원</a:t>
              </a:r>
              <a:endParaRPr kumimoji="1" lang="ko-KR" altLang="en-US" sz="1050" b="1" i="0" u="none" strike="noStrike" kern="0" cap="none" spc="0" normalizeH="0" baseline="0" noProof="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KoPub돋움체 Medium" pitchFamily="18" charset="-127"/>
                <a:ea typeface="KoPub돋움체 Medium" pitchFamily="18" charset="-127"/>
              </a:endParaRPr>
            </a:p>
          </p:txBody>
        </p:sp>
        <p:pic>
          <p:nvPicPr>
            <p:cNvPr id="127" name="그림 126">
              <a:extLst>
                <a:ext uri="{FF2B5EF4-FFF2-40B4-BE49-F238E27FC236}">
                  <a16:creationId xmlns:a16="http://schemas.microsoft.com/office/drawing/2014/main" id="{EE8E87A7-BC29-48DC-B657-631D9C76B5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58942" y="4215541"/>
              <a:ext cx="437966" cy="484748"/>
            </a:xfrm>
            <a:prstGeom prst="rect">
              <a:avLst/>
            </a:prstGeom>
          </p:spPr>
        </p:pic>
      </p:grp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B1E7938F-011D-4DDD-9E05-4170D0B8DF34}"/>
              </a:ext>
            </a:extLst>
          </p:cNvPr>
          <p:cNvGrpSpPr/>
          <p:nvPr/>
        </p:nvGrpSpPr>
        <p:grpSpPr>
          <a:xfrm>
            <a:off x="8995869" y="2537557"/>
            <a:ext cx="687003" cy="687003"/>
            <a:chOff x="1762289" y="4156365"/>
            <a:chExt cx="831273" cy="831273"/>
          </a:xfrm>
        </p:grpSpPr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423AF6B6-F97D-4BFD-94CD-44A9DFCECC70}"/>
                </a:ext>
              </a:extLst>
            </p:cNvPr>
            <p:cNvSpPr/>
            <p:nvPr/>
          </p:nvSpPr>
          <p:spPr>
            <a:xfrm>
              <a:off x="1762289" y="4156365"/>
              <a:ext cx="831273" cy="831273"/>
            </a:xfrm>
            <a:prstGeom prst="ellipse">
              <a:avLst/>
            </a:prstGeom>
            <a:gradFill>
              <a:gsLst>
                <a:gs pos="70000">
                  <a:srgbClr val="FFFFFF"/>
                </a:gs>
                <a:gs pos="70000">
                  <a:srgbClr val="FFFFFF">
                    <a:lumMod val="75000"/>
                  </a:srgbClr>
                </a:gs>
              </a:gsLst>
              <a:lin ang="5400000" scaled="1"/>
            </a:gradFill>
            <a:ln w="25400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0" tIns="54000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1" indent="0" algn="ctr" defTabSz="981700" eaLnBrk="1" fontAlgn="ctr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300"/>
                </a:spcAft>
                <a:buClr>
                  <a:prstClr val="white">
                    <a:lumMod val="50000"/>
                  </a:prstClr>
                </a:buClr>
                <a:buSzPct val="100000"/>
                <a:buFontTx/>
                <a:buNone/>
                <a:tabLst>
                  <a:tab pos="355600" algn="l"/>
                </a:tabLst>
                <a:defRPr/>
              </a:pPr>
              <a:r>
                <a:rPr kumimoji="1" lang="ko-KR" altLang="en-US" sz="1050" b="1" kern="0" noProof="0" dirty="0">
                  <a:ln>
                    <a:solidFill>
                      <a:srgbClr val="6D88AF">
                        <a:alpha val="0"/>
                      </a:srgbClr>
                    </a:solidFill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latin typeface="KoPub돋움체 Medium" pitchFamily="18" charset="-127"/>
                  <a:ea typeface="KoPub돋움체 Medium" pitchFamily="18" charset="-127"/>
                </a:rPr>
                <a:t>과학원</a:t>
              </a:r>
              <a:endParaRPr kumimoji="1" lang="ko-KR" altLang="en-US" sz="1050" b="1" i="0" u="none" strike="noStrike" kern="0" cap="none" spc="0" normalizeH="0" baseline="0" noProof="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KoPub돋움체 Medium" pitchFamily="18" charset="-127"/>
                <a:ea typeface="KoPub돋움체 Medium" pitchFamily="18" charset="-127"/>
              </a:endParaRPr>
            </a:p>
          </p:txBody>
        </p:sp>
        <p:pic>
          <p:nvPicPr>
            <p:cNvPr id="133" name="그림 132">
              <a:extLst>
                <a:ext uri="{FF2B5EF4-FFF2-40B4-BE49-F238E27FC236}">
                  <a16:creationId xmlns:a16="http://schemas.microsoft.com/office/drawing/2014/main" id="{92863F78-1077-423D-B751-D49378556C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58942" y="4215541"/>
              <a:ext cx="437966" cy="484748"/>
            </a:xfrm>
            <a:prstGeom prst="rect">
              <a:avLst/>
            </a:prstGeom>
          </p:spPr>
        </p:pic>
      </p:grp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B49C4A4D-F431-4524-AF82-A726C93DB05D}"/>
              </a:ext>
            </a:extLst>
          </p:cNvPr>
          <p:cNvGrpSpPr/>
          <p:nvPr/>
        </p:nvGrpSpPr>
        <p:grpSpPr>
          <a:xfrm>
            <a:off x="8995869" y="4707778"/>
            <a:ext cx="687003" cy="687003"/>
            <a:chOff x="1762289" y="4156365"/>
            <a:chExt cx="831273" cy="831273"/>
          </a:xfrm>
        </p:grpSpPr>
        <p:sp>
          <p:nvSpPr>
            <p:cNvPr id="135" name="타원 134">
              <a:extLst>
                <a:ext uri="{FF2B5EF4-FFF2-40B4-BE49-F238E27FC236}">
                  <a16:creationId xmlns:a16="http://schemas.microsoft.com/office/drawing/2014/main" id="{4F3C37E8-B756-45FC-86CA-344A94E63EFC}"/>
                </a:ext>
              </a:extLst>
            </p:cNvPr>
            <p:cNvSpPr/>
            <p:nvPr/>
          </p:nvSpPr>
          <p:spPr>
            <a:xfrm>
              <a:off x="1762289" y="4156365"/>
              <a:ext cx="831273" cy="831273"/>
            </a:xfrm>
            <a:prstGeom prst="ellipse">
              <a:avLst/>
            </a:prstGeom>
            <a:gradFill>
              <a:gsLst>
                <a:gs pos="70000">
                  <a:srgbClr val="FFFFFF"/>
                </a:gs>
                <a:gs pos="70000">
                  <a:srgbClr val="FFFFFF">
                    <a:lumMod val="75000"/>
                  </a:srgbClr>
                </a:gs>
              </a:gsLst>
              <a:lin ang="5400000" scaled="1"/>
            </a:gradFill>
            <a:ln w="25400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0" tIns="54000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1" indent="0" algn="ctr" defTabSz="981700" eaLnBrk="1" fontAlgn="ctr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300"/>
                </a:spcAft>
                <a:buClr>
                  <a:prstClr val="white">
                    <a:lumMod val="50000"/>
                  </a:prstClr>
                </a:buClr>
                <a:buSzPct val="100000"/>
                <a:buFontTx/>
                <a:buNone/>
                <a:tabLst>
                  <a:tab pos="355600" algn="l"/>
                </a:tabLst>
                <a:defRPr/>
              </a:pPr>
              <a:r>
                <a:rPr kumimoji="1" lang="ko-KR" altLang="en-US" sz="1050" b="1" kern="0" noProof="0" dirty="0">
                  <a:ln>
                    <a:solidFill>
                      <a:srgbClr val="6D88AF">
                        <a:alpha val="0"/>
                      </a:srgbClr>
                    </a:solidFill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latin typeface="KoPub돋움체 Medium" pitchFamily="18" charset="-127"/>
                  <a:ea typeface="KoPub돋움체 Medium" pitchFamily="18" charset="-127"/>
                </a:rPr>
                <a:t>환경부</a:t>
              </a:r>
              <a:endParaRPr kumimoji="1" lang="ko-KR" altLang="en-US" sz="1050" b="1" i="0" u="none" strike="noStrike" kern="0" cap="none" spc="0" normalizeH="0" baseline="0" noProof="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KoPub돋움체 Medium" pitchFamily="18" charset="-127"/>
                <a:ea typeface="KoPub돋움체 Medium" pitchFamily="18" charset="-127"/>
              </a:endParaRPr>
            </a:p>
          </p:txBody>
        </p:sp>
        <p:pic>
          <p:nvPicPr>
            <p:cNvPr id="136" name="그림 135">
              <a:extLst>
                <a:ext uri="{FF2B5EF4-FFF2-40B4-BE49-F238E27FC236}">
                  <a16:creationId xmlns:a16="http://schemas.microsoft.com/office/drawing/2014/main" id="{C6A21E9A-2DAA-4578-BB9B-C90CC19B77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58942" y="4215541"/>
              <a:ext cx="437966" cy="484748"/>
            </a:xfrm>
            <a:prstGeom prst="rect">
              <a:avLst/>
            </a:prstGeom>
          </p:spPr>
        </p:pic>
      </p:grpSp>
      <p:sp>
        <p:nvSpPr>
          <p:cNvPr id="163" name="왼쪽/오른쪽 화살표 108">
            <a:extLst>
              <a:ext uri="{FF2B5EF4-FFF2-40B4-BE49-F238E27FC236}">
                <a16:creationId xmlns:a16="http://schemas.microsoft.com/office/drawing/2014/main" id="{F68A6EED-3235-4CED-B787-C3DEAFD90D06}"/>
              </a:ext>
            </a:extLst>
          </p:cNvPr>
          <p:cNvSpPr>
            <a:spLocks noChangeArrowheads="1"/>
          </p:cNvSpPr>
          <p:nvPr/>
        </p:nvSpPr>
        <p:spPr bwMode="gray">
          <a:xfrm>
            <a:off x="1757089" y="3691197"/>
            <a:ext cx="705032" cy="321771"/>
          </a:xfrm>
          <a:prstGeom prst="leftRightArrow">
            <a:avLst>
              <a:gd name="adj1" fmla="val 62454"/>
              <a:gd name="adj2" fmla="val 52889"/>
            </a:avLst>
          </a:prstGeom>
          <a:solidFill>
            <a:srgbClr val="00B8EF"/>
          </a:solidFill>
          <a:ln w="28575" algn="ctr">
            <a:solidFill>
              <a:srgbClr val="00B8E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rPr>
              <a:t>신청 신고</a:t>
            </a:r>
          </a:p>
        </p:txBody>
      </p:sp>
      <p:sp>
        <p:nvSpPr>
          <p:cNvPr id="168" name="왼쪽/오른쪽 화살표 108">
            <a:extLst>
              <a:ext uri="{FF2B5EF4-FFF2-40B4-BE49-F238E27FC236}">
                <a16:creationId xmlns:a16="http://schemas.microsoft.com/office/drawing/2014/main" id="{45DD1427-8E15-4639-A93B-253B35FD19D6}"/>
              </a:ext>
            </a:extLst>
          </p:cNvPr>
          <p:cNvSpPr>
            <a:spLocks noChangeArrowheads="1"/>
          </p:cNvSpPr>
          <p:nvPr/>
        </p:nvSpPr>
        <p:spPr bwMode="gray">
          <a:xfrm>
            <a:off x="8182890" y="3691197"/>
            <a:ext cx="705032" cy="321771"/>
          </a:xfrm>
          <a:prstGeom prst="leftRightArrow">
            <a:avLst>
              <a:gd name="adj1" fmla="val 62454"/>
              <a:gd name="adj2" fmla="val 52889"/>
            </a:avLst>
          </a:prstGeom>
          <a:solidFill>
            <a:srgbClr val="00B8EF"/>
          </a:solidFill>
          <a:ln w="28575" algn="ctr">
            <a:solidFill>
              <a:srgbClr val="00B8E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rPr>
              <a:t>평가 승인</a:t>
            </a:r>
          </a:p>
        </p:txBody>
      </p:sp>
      <p:sp>
        <p:nvSpPr>
          <p:cNvPr id="169" name="모서리가 둥근 직사각형 208">
            <a:extLst>
              <a:ext uri="{FF2B5EF4-FFF2-40B4-BE49-F238E27FC236}">
                <a16:creationId xmlns:a16="http://schemas.microsoft.com/office/drawing/2014/main" id="{B247D35E-51C0-460E-A3DC-6BD9841A38DC}"/>
              </a:ext>
            </a:extLst>
          </p:cNvPr>
          <p:cNvSpPr/>
          <p:nvPr/>
        </p:nvSpPr>
        <p:spPr>
          <a:xfrm>
            <a:off x="4544443" y="2587833"/>
            <a:ext cx="1670655" cy="2971434"/>
          </a:xfrm>
          <a:prstGeom prst="roundRect">
            <a:avLst>
              <a:gd name="adj" fmla="val 0"/>
            </a:avLst>
          </a:prstGeom>
          <a:pattFill prst="narHorz">
            <a:fgClr>
              <a:srgbClr val="FFFFFF">
                <a:lumMod val="95000"/>
              </a:srgbClr>
            </a:fgClr>
            <a:bgClr>
              <a:srgbClr val="FFFFFF"/>
            </a:bgClr>
          </a:pattFill>
          <a:ln w="12700" cap="sq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lIns="93543" tIns="46772" rIns="93543" bIns="46772" rtlCol="0" anchor="t"/>
          <a:lstStyle/>
          <a:p>
            <a:pPr marL="182563" marR="0" lvl="0" indent="-182563" defTabSz="1036988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3D7199"/>
              </a:buClr>
              <a:buSzPct val="100000"/>
              <a:buFont typeface="Wingdings" panose="05000000000000000000" pitchFamily="2" charset="2"/>
              <a:buChar char=""/>
              <a:tabLst/>
              <a:defRPr/>
            </a:pPr>
            <a:r>
              <a:rPr kumimoji="1" lang="ko-KR" altLang="en-US" sz="110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기존 살생물물질</a:t>
            </a:r>
            <a:endParaRPr kumimoji="1" lang="en-US" altLang="ko-KR" sz="1100" b="1" kern="0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180975" lvl="0" indent="-95250" fontAlgn="base">
              <a:spcBef>
                <a:spcPts val="200"/>
              </a:spcBef>
              <a:spcAft>
                <a:spcPts val="200"/>
              </a:spcAft>
              <a:buClr>
                <a:prstClr val="white">
                  <a:lumMod val="65000"/>
                </a:prstClr>
              </a:buClr>
              <a:buSzPct val="110000"/>
              <a:buFont typeface="Arial" panose="020B0604020202020204" pitchFamily="34" charset="0"/>
              <a:buChar char="•"/>
              <a:tabLst>
                <a:tab pos="525463" algn="l"/>
              </a:tabLst>
              <a:defRPr/>
            </a:pPr>
            <a:r>
              <a:rPr kumimoji="1" lang="ko-KR" altLang="en-US" sz="1050" b="1" kern="0" spc="-30" dirty="0" err="1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기존살생물물질</a:t>
            </a:r>
            <a:r>
              <a:rPr kumimoji="1" lang="ko-KR" altLang="en-US" sz="105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 신고</a:t>
            </a:r>
            <a:endParaRPr kumimoji="1" lang="en-US" altLang="ko-KR" sz="1050" b="1" kern="0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itchFamily="18" charset="-127"/>
              <a:ea typeface="KoPub돋움체 Medium" pitchFamily="18" charset="-127"/>
            </a:endParaRPr>
          </a:p>
          <a:p>
            <a:pPr marL="180975" lvl="0" indent="-95250" fontAlgn="base">
              <a:spcBef>
                <a:spcPts val="200"/>
              </a:spcBef>
              <a:spcAft>
                <a:spcPts val="200"/>
              </a:spcAft>
              <a:buClr>
                <a:prstClr val="white">
                  <a:lumMod val="65000"/>
                </a:prstClr>
              </a:buClr>
              <a:buSzPct val="110000"/>
              <a:buFont typeface="Arial" panose="020B0604020202020204" pitchFamily="34" charset="0"/>
              <a:buChar char="•"/>
              <a:tabLst>
                <a:tab pos="525463" algn="l"/>
              </a:tabLst>
              <a:defRPr/>
            </a:pPr>
            <a:r>
              <a:rPr kumimoji="1" lang="ko-KR" altLang="en-US" sz="105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물질승인신청계획서 제출</a:t>
            </a:r>
            <a:endParaRPr kumimoji="1" lang="en-US" altLang="ko-KR" sz="1050" b="1" kern="0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itchFamily="18" charset="-127"/>
              <a:ea typeface="KoPub돋움체 Medium" pitchFamily="18" charset="-127"/>
            </a:endParaRPr>
          </a:p>
          <a:p>
            <a:pPr marL="180975" lvl="0" indent="-95250" fontAlgn="base">
              <a:spcBef>
                <a:spcPts val="200"/>
              </a:spcBef>
              <a:spcAft>
                <a:spcPts val="200"/>
              </a:spcAft>
              <a:buClr>
                <a:prstClr val="white">
                  <a:lumMod val="65000"/>
                </a:prstClr>
              </a:buClr>
              <a:buSzPct val="110000"/>
              <a:buFont typeface="Arial" panose="020B0604020202020204" pitchFamily="34" charset="0"/>
              <a:buChar char="•"/>
              <a:tabLst>
                <a:tab pos="525463" algn="l"/>
              </a:tabLst>
              <a:defRPr/>
            </a:pPr>
            <a:r>
              <a:rPr kumimoji="1" lang="ko-KR" altLang="en-US" sz="105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선임해임 신청</a:t>
            </a:r>
            <a:endParaRPr kumimoji="1" lang="en-US" altLang="ko-KR" sz="1050" b="1" kern="0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itchFamily="18" charset="-127"/>
              <a:ea typeface="KoPub돋움체 Medium" pitchFamily="18" charset="-127"/>
            </a:endParaRPr>
          </a:p>
          <a:p>
            <a:pPr marL="180975" lvl="0" indent="-95250" fontAlgn="base">
              <a:spcBef>
                <a:spcPts val="200"/>
              </a:spcBef>
              <a:spcAft>
                <a:spcPts val="200"/>
              </a:spcAft>
              <a:buClr>
                <a:prstClr val="white">
                  <a:lumMod val="65000"/>
                </a:prstClr>
              </a:buClr>
              <a:buSzPct val="110000"/>
              <a:buFont typeface="Arial" panose="020B0604020202020204" pitchFamily="34" charset="0"/>
              <a:buChar char="•"/>
              <a:tabLst>
                <a:tab pos="525463" algn="l"/>
              </a:tabLst>
              <a:defRPr/>
            </a:pPr>
            <a:endParaRPr kumimoji="1" lang="en-US" altLang="ko-KR" sz="500" b="1" kern="0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itchFamily="18" charset="-127"/>
              <a:ea typeface="KoPub돋움체 Medium" pitchFamily="18" charset="-127"/>
            </a:endParaRPr>
          </a:p>
          <a:p>
            <a:pPr marL="182563" indent="-182563" defTabSz="1036988" fontAlgn="base">
              <a:spcBef>
                <a:spcPts val="200"/>
              </a:spcBef>
              <a:spcAft>
                <a:spcPts val="200"/>
              </a:spcAft>
              <a:buClr>
                <a:srgbClr val="3D7199"/>
              </a:buClr>
              <a:buSzPct val="100000"/>
              <a:buFont typeface="Wingdings" panose="05000000000000000000" pitchFamily="2" charset="2"/>
              <a:buChar char=""/>
              <a:defRPr/>
            </a:pPr>
            <a:r>
              <a:rPr kumimoji="1" lang="ko-KR" altLang="en-US" sz="1100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살생물물질</a:t>
            </a:r>
            <a:endParaRPr kumimoji="1" lang="en-US" altLang="ko-KR" sz="1100" kern="0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180975" marR="0" lvl="0" indent="-9525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prstClr val="white">
                  <a:lumMod val="65000"/>
                </a:prstClr>
              </a:buClr>
              <a:buSzPct val="110000"/>
              <a:buFont typeface="Arial" panose="020B0604020202020204" pitchFamily="34" charset="0"/>
              <a:buChar char="•"/>
              <a:tabLst>
                <a:tab pos="525463" algn="l"/>
              </a:tabLst>
              <a:defRPr/>
            </a:pPr>
            <a:r>
              <a:rPr kumimoji="1" lang="ko-KR" altLang="en-US" sz="105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살생물물질 승인신청</a:t>
            </a:r>
            <a:endParaRPr kumimoji="1" lang="en-US" altLang="ko-KR" sz="1050" b="1" kern="0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itchFamily="18" charset="-127"/>
              <a:ea typeface="KoPub돋움체 Medium" pitchFamily="18" charset="-127"/>
            </a:endParaRPr>
          </a:p>
          <a:p>
            <a:pPr marL="180975" marR="0" lvl="0" indent="-9525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prstClr val="white">
                  <a:lumMod val="65000"/>
                </a:prstClr>
              </a:buClr>
              <a:buSzPct val="110000"/>
              <a:buFont typeface="Arial" panose="020B0604020202020204" pitchFamily="34" charset="0"/>
              <a:buChar char="•"/>
              <a:tabLst>
                <a:tab pos="525463" algn="l"/>
              </a:tabLst>
              <a:defRPr/>
            </a:pPr>
            <a:r>
              <a:rPr kumimoji="1" lang="ko-KR" altLang="en-US" sz="1050" b="1" kern="0" spc="-30" dirty="0" err="1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물질동등성</a:t>
            </a:r>
            <a:r>
              <a:rPr kumimoji="1" lang="ko-KR" altLang="en-US" sz="105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 인정신청</a:t>
            </a:r>
            <a:endParaRPr kumimoji="1" lang="en-US" altLang="ko-KR" sz="1050" b="1" kern="0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itchFamily="18" charset="-127"/>
              <a:ea typeface="KoPub돋움체 Medium" pitchFamily="18" charset="-127"/>
            </a:endParaRPr>
          </a:p>
          <a:p>
            <a:pPr marL="180975" marR="0" lvl="0" indent="-9525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prstClr val="white">
                  <a:lumMod val="65000"/>
                </a:prstClr>
              </a:buClr>
              <a:buSzPct val="110000"/>
              <a:buFont typeface="Arial" panose="020B0604020202020204" pitchFamily="34" charset="0"/>
              <a:buChar char="•"/>
              <a:tabLst>
                <a:tab pos="525463" algn="l"/>
              </a:tabLst>
              <a:defRPr/>
            </a:pPr>
            <a:r>
              <a:rPr kumimoji="1" lang="ko-KR" altLang="en-US" sz="105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척추동물사용부동의</a:t>
            </a:r>
            <a:endParaRPr kumimoji="1" lang="en-US" altLang="ko-KR" sz="1050" b="1" kern="0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itchFamily="18" charset="-127"/>
              <a:ea typeface="KoPub돋움체 Medium" pitchFamily="18" charset="-127"/>
            </a:endParaRPr>
          </a:p>
          <a:p>
            <a:pPr marL="180975" marR="0" lvl="0" indent="-9525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prstClr val="white">
                  <a:lumMod val="65000"/>
                </a:prstClr>
              </a:buClr>
              <a:buSzPct val="110000"/>
              <a:buFont typeface="Arial" panose="020B0604020202020204" pitchFamily="34" charset="0"/>
              <a:buChar char="•"/>
              <a:tabLst>
                <a:tab pos="525463" algn="l"/>
              </a:tabLst>
              <a:defRPr/>
            </a:pPr>
            <a:endParaRPr kumimoji="1" lang="en-US" altLang="ko-KR" sz="800" b="1" kern="0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itchFamily="18" charset="-127"/>
              <a:ea typeface="KoPub돋움체 Medium" pitchFamily="18" charset="-127"/>
            </a:endParaRPr>
          </a:p>
          <a:p>
            <a:pPr marL="182563" indent="-182563" defTabSz="1036988" fontAlgn="base">
              <a:spcBef>
                <a:spcPts val="200"/>
              </a:spcBef>
              <a:spcAft>
                <a:spcPts val="200"/>
              </a:spcAft>
              <a:buClr>
                <a:srgbClr val="3D7199"/>
              </a:buClr>
              <a:buSzPct val="100000"/>
              <a:buFont typeface="Wingdings" panose="05000000000000000000" pitchFamily="2" charset="2"/>
              <a:buChar char=""/>
              <a:defRPr/>
            </a:pPr>
            <a:r>
              <a:rPr kumimoji="1" lang="ko-KR" altLang="en-US" sz="1100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살생물제품</a:t>
            </a:r>
            <a:endParaRPr kumimoji="1" lang="en-US" altLang="ko-KR" sz="1100" kern="0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180975" marR="0" lvl="0" indent="-9525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prstClr val="white">
                  <a:lumMod val="65000"/>
                </a:prstClr>
              </a:buClr>
              <a:buSzPct val="110000"/>
              <a:buFont typeface="Arial" panose="020B0604020202020204" pitchFamily="34" charset="0"/>
              <a:buChar char="•"/>
              <a:tabLst>
                <a:tab pos="525463" algn="l"/>
              </a:tabLst>
              <a:defRPr/>
            </a:pPr>
            <a:r>
              <a:rPr kumimoji="1" lang="ko-KR" altLang="en-US" sz="105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살생물제품 승인신청</a:t>
            </a:r>
            <a:endParaRPr kumimoji="1" lang="en-US" altLang="ko-KR" sz="1050" b="1" kern="0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itchFamily="18" charset="-127"/>
              <a:ea typeface="KoPub돋움체 Medium" pitchFamily="18" charset="-127"/>
            </a:endParaRPr>
          </a:p>
          <a:p>
            <a:pPr marL="180975" marR="0" lvl="0" indent="-9525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prstClr val="white">
                  <a:lumMod val="65000"/>
                </a:prstClr>
              </a:buClr>
              <a:buSzPct val="110000"/>
              <a:buFont typeface="Arial" panose="020B0604020202020204" pitchFamily="34" charset="0"/>
              <a:buChar char="•"/>
              <a:tabLst>
                <a:tab pos="525463" algn="l"/>
              </a:tabLst>
              <a:defRPr/>
            </a:pPr>
            <a:r>
              <a:rPr kumimoji="1" lang="ko-KR" altLang="en-US" sz="1050" b="1" kern="0" spc="-30" dirty="0" err="1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제품유사성</a:t>
            </a:r>
            <a:r>
              <a:rPr kumimoji="1" lang="ko-KR" altLang="en-US" sz="105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 인정신청</a:t>
            </a:r>
            <a:endParaRPr kumimoji="1" lang="en-US" altLang="ko-KR" sz="1050" b="1" kern="0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itchFamily="18" charset="-127"/>
              <a:ea typeface="KoPub돋움체 Medium" pitchFamily="18" charset="-127"/>
            </a:endParaRPr>
          </a:p>
          <a:p>
            <a:pPr marL="180975" marR="0" lvl="0" indent="-9525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prstClr val="white">
                  <a:lumMod val="65000"/>
                </a:prstClr>
              </a:buClr>
              <a:buSzPct val="110000"/>
              <a:buFont typeface="Arial" panose="020B0604020202020204" pitchFamily="34" charset="0"/>
              <a:buChar char="•"/>
              <a:tabLst>
                <a:tab pos="525463" algn="l"/>
              </a:tabLst>
              <a:defRPr/>
            </a:pPr>
            <a:r>
              <a:rPr kumimoji="1" lang="ko-KR" altLang="en-US" sz="105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제품승인 특례신청</a:t>
            </a:r>
            <a:endParaRPr kumimoji="1" lang="en-US" altLang="ko-KR" sz="1050" b="1" kern="0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itchFamily="18" charset="-127"/>
              <a:ea typeface="KoPub돋움체 Medium" pitchFamily="18" charset="-127"/>
            </a:endParaRPr>
          </a:p>
          <a:p>
            <a:pPr marL="180975" marR="0" lvl="0" indent="-95250" fontAlgn="base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prstClr val="white">
                  <a:lumMod val="65000"/>
                </a:prstClr>
              </a:buClr>
              <a:buSzPct val="110000"/>
              <a:buFont typeface="Arial" panose="020B0604020202020204" pitchFamily="34" charset="0"/>
              <a:buChar char="•"/>
              <a:tabLst>
                <a:tab pos="525463" algn="l"/>
              </a:tabLst>
              <a:defRPr/>
            </a:pPr>
            <a:endParaRPr kumimoji="1" lang="en-US" altLang="ko-KR" sz="1050" b="1" kern="0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itchFamily="18" charset="-127"/>
              <a:ea typeface="KoPub돋움체 Medium" pitchFamily="18" charset="-127"/>
            </a:endParaRPr>
          </a:p>
        </p:txBody>
      </p:sp>
      <p:sp>
        <p:nvSpPr>
          <p:cNvPr id="170" name="AutoShape 34" descr="object-02">
            <a:extLst>
              <a:ext uri="{FF2B5EF4-FFF2-40B4-BE49-F238E27FC236}">
                <a16:creationId xmlns:a16="http://schemas.microsoft.com/office/drawing/2014/main" id="{3FA7A984-7154-4B94-9A31-1CBCA8528DC4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544443" y="2322018"/>
            <a:ext cx="1670655" cy="256884"/>
          </a:xfrm>
          <a:prstGeom prst="round2SameRect">
            <a:avLst/>
          </a:prstGeom>
          <a:gradFill flip="none" rotWithShape="1">
            <a:gsLst>
              <a:gs pos="20000">
                <a:srgbClr val="528DBA"/>
              </a:gs>
              <a:gs pos="20000">
                <a:srgbClr val="3D7199"/>
              </a:gs>
            </a:gsLst>
            <a:lin ang="2700000" scaled="1"/>
            <a:tileRect/>
          </a:gradFill>
          <a:ln w="3175">
            <a:noFill/>
            <a:round/>
            <a:headEnd/>
            <a:tailEnd type="triangle" w="med" len="med"/>
          </a:ln>
        </p:spPr>
        <p:txBody>
          <a:bodyPr rot="0" spcFirstLastPara="0" vertOverflow="overflow" horzOverflow="overflow" vert="horz" wrap="square" lIns="85853" tIns="42927" rIns="85853" bIns="4292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067640" fontAlgn="base">
              <a:spcBef>
                <a:spcPct val="0"/>
              </a:spcBef>
              <a:spcAft>
                <a:spcPct val="0"/>
              </a:spcAft>
              <a:buSzPct val="100000"/>
            </a:pPr>
            <a:r>
              <a:rPr kumimoji="1" lang="ko-KR" altLang="en-US" sz="1200" spc="-30" dirty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rgbClr val="FFFFF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Times New Roman" pitchFamily="18" charset="0"/>
              </a:rPr>
              <a:t>살생물제</a:t>
            </a:r>
          </a:p>
        </p:txBody>
      </p:sp>
      <p:sp>
        <p:nvSpPr>
          <p:cNvPr id="171" name="모서리가 둥근 직사각형 159">
            <a:extLst>
              <a:ext uri="{FF2B5EF4-FFF2-40B4-BE49-F238E27FC236}">
                <a16:creationId xmlns:a16="http://schemas.microsoft.com/office/drawing/2014/main" id="{EABA8117-50F2-43C8-B0AB-2071C4520285}"/>
              </a:ext>
            </a:extLst>
          </p:cNvPr>
          <p:cNvSpPr/>
          <p:nvPr/>
        </p:nvSpPr>
        <p:spPr>
          <a:xfrm>
            <a:off x="4485343" y="2296976"/>
            <a:ext cx="1769553" cy="3262290"/>
          </a:xfrm>
          <a:prstGeom prst="roundRect">
            <a:avLst>
              <a:gd name="adj" fmla="val 4099"/>
            </a:avLst>
          </a:prstGeom>
          <a:noFill/>
          <a:ln w="19050" cap="flat" cmpd="sng" algn="ctr">
            <a:solidFill>
              <a:srgbClr val="3D7199"/>
            </a:solidFill>
            <a:prstDash val="soli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lIns="0" tIns="64800" rIns="0" rtlCol="0" anchor="t" anchorCtr="0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600" b="0" i="0" u="none" strike="noStrike" kern="0" cap="none" spc="0" normalizeH="0" baseline="0" noProof="0" dirty="0">
              <a:ln>
                <a:noFill/>
              </a:ln>
              <a:solidFill>
                <a:srgbClr val="3D7199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72" name="모서리가 둥근 직사각형 159">
            <a:extLst>
              <a:ext uri="{FF2B5EF4-FFF2-40B4-BE49-F238E27FC236}">
                <a16:creationId xmlns:a16="http://schemas.microsoft.com/office/drawing/2014/main" id="{B14B2992-4BE3-4791-9A7F-F694BF35C6FB}"/>
              </a:ext>
            </a:extLst>
          </p:cNvPr>
          <p:cNvSpPr/>
          <p:nvPr/>
        </p:nvSpPr>
        <p:spPr>
          <a:xfrm>
            <a:off x="2573364" y="2298064"/>
            <a:ext cx="1769553" cy="3262290"/>
          </a:xfrm>
          <a:prstGeom prst="roundRect">
            <a:avLst>
              <a:gd name="adj" fmla="val 4099"/>
            </a:avLst>
          </a:prstGeom>
          <a:noFill/>
          <a:ln w="19050" cap="flat" cmpd="sng" algn="ctr">
            <a:solidFill>
              <a:srgbClr val="3D7199"/>
            </a:solidFill>
            <a:prstDash val="soli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lIns="0" tIns="64800" rIns="0" rtlCol="0" anchor="t" anchorCtr="0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600" b="0" i="0" u="none" strike="noStrike" kern="0" cap="none" spc="0" normalizeH="0" baseline="0" noProof="0" dirty="0">
              <a:ln>
                <a:noFill/>
              </a:ln>
              <a:solidFill>
                <a:srgbClr val="3D7199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77" name="모서리가 둥근 직사각형 208">
            <a:extLst>
              <a:ext uri="{FF2B5EF4-FFF2-40B4-BE49-F238E27FC236}">
                <a16:creationId xmlns:a16="http://schemas.microsoft.com/office/drawing/2014/main" id="{394B7D31-A878-4097-AC3E-E6769AE9D026}"/>
              </a:ext>
            </a:extLst>
          </p:cNvPr>
          <p:cNvSpPr/>
          <p:nvPr/>
        </p:nvSpPr>
        <p:spPr>
          <a:xfrm>
            <a:off x="1814373" y="5821183"/>
            <a:ext cx="3000093" cy="948713"/>
          </a:xfrm>
          <a:prstGeom prst="roundRect">
            <a:avLst>
              <a:gd name="adj" fmla="val 0"/>
            </a:avLst>
          </a:prstGeom>
          <a:pattFill prst="narHorz">
            <a:fgClr>
              <a:srgbClr val="FFFFFF">
                <a:lumMod val="95000"/>
              </a:srgbClr>
            </a:fgClr>
            <a:bgClr>
              <a:srgbClr val="FFFFFF"/>
            </a:bgClr>
          </a:pattFill>
          <a:ln w="12700" cap="sq" cmpd="sng" algn="ctr">
            <a:solidFill>
              <a:srgbClr val="FFFFFF">
                <a:lumMod val="75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lIns="93543" tIns="46772" rIns="93543" bIns="46772" rtlCol="0" anchor="ctr"/>
          <a:lstStyle/>
          <a:p>
            <a:pPr marL="182563" marR="0" lvl="0" indent="-182563" defTabSz="1036988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3D7199"/>
              </a:buClr>
              <a:buSzPct val="100000"/>
              <a:buFont typeface="Wingdings" panose="05000000000000000000" pitchFamily="2" charset="2"/>
              <a:buChar char=""/>
              <a:tabLst/>
              <a:defRPr/>
            </a:pPr>
            <a:r>
              <a:rPr kumimoji="1" lang="ko-KR" altLang="en-US" sz="110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초록누리시스템</a:t>
            </a:r>
            <a:r>
              <a:rPr kumimoji="1" lang="ko-KR" altLang="en-US" sz="1100" b="1" i="0" u="none" strike="noStrike" kern="0" cap="none" spc="-30" normalizeH="0" baseline="0" noProof="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KoPub돋움체 Medium" pitchFamily="18" charset="-127"/>
                <a:ea typeface="KoPub돋움체 Medium" pitchFamily="18" charset="-127"/>
              </a:rPr>
              <a:t> </a:t>
            </a:r>
            <a:endParaRPr kumimoji="1" lang="en-US" altLang="ko-KR" sz="1100" b="1" i="0" u="none" strike="noStrike" kern="0" cap="none" spc="-30" normalizeH="0" baseline="0" noProof="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KoPub돋움체 Medium" pitchFamily="18" charset="-127"/>
              <a:ea typeface="KoPub돋움체 Medium" pitchFamily="18" charset="-127"/>
            </a:endParaRPr>
          </a:p>
          <a:p>
            <a:pPr marL="182563" marR="0" lvl="0" indent="-182563" defTabSz="1036988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3D7199"/>
              </a:buClr>
              <a:buSzPct val="100000"/>
              <a:buFont typeface="Wingdings" panose="05000000000000000000" pitchFamily="2" charset="2"/>
              <a:buChar char=""/>
              <a:tabLst/>
              <a:defRPr/>
            </a:pPr>
            <a:r>
              <a:rPr kumimoji="1" lang="ko-KR" altLang="en-US" sz="110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환경부 </a:t>
            </a:r>
            <a:r>
              <a:rPr kumimoji="1" lang="ko-KR" altLang="en-US" sz="1100" b="1" kern="0" spc="-30" dirty="0" err="1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민원포털</a:t>
            </a:r>
            <a:endParaRPr kumimoji="1" lang="en-US" altLang="ko-KR" sz="1100" b="1" kern="0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itchFamily="18" charset="-127"/>
              <a:ea typeface="KoPub돋움체 Medium" pitchFamily="18" charset="-127"/>
            </a:endParaRPr>
          </a:p>
          <a:p>
            <a:pPr marL="182563" marR="0" lvl="0" indent="-182563" defTabSz="1036988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3D7199"/>
              </a:buClr>
              <a:buSzPct val="100000"/>
              <a:buFont typeface="Wingdings" panose="05000000000000000000" pitchFamily="2" charset="2"/>
              <a:buChar char=""/>
              <a:tabLst/>
              <a:defRPr/>
            </a:pPr>
            <a:r>
              <a:rPr kumimoji="1" lang="ko-KR" altLang="en-US" sz="110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관세청 </a:t>
            </a:r>
            <a:r>
              <a:rPr kumimoji="1" lang="ko-KR" altLang="en-US" sz="1100" b="1" kern="0" spc="-30" dirty="0" err="1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유니패스</a:t>
            </a:r>
            <a:endParaRPr kumimoji="1" lang="ko-KR" altLang="en-US" sz="1100" b="1" i="0" u="none" strike="noStrike" kern="0" cap="none" spc="-30" normalizeH="0" baseline="0" noProof="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KoPub돋움체 Medium" pitchFamily="18" charset="-127"/>
              <a:ea typeface="KoPub돋움체 Medium" pitchFamily="18" charset="-127"/>
            </a:endParaRPr>
          </a:p>
        </p:txBody>
      </p:sp>
      <p:sp>
        <p:nvSpPr>
          <p:cNvPr id="178" name="모서리가 둥근 직사각형 208">
            <a:extLst>
              <a:ext uri="{FF2B5EF4-FFF2-40B4-BE49-F238E27FC236}">
                <a16:creationId xmlns:a16="http://schemas.microsoft.com/office/drawing/2014/main" id="{E80A4321-8641-4373-B7A1-A49B9FDA5F05}"/>
              </a:ext>
            </a:extLst>
          </p:cNvPr>
          <p:cNvSpPr/>
          <p:nvPr/>
        </p:nvSpPr>
        <p:spPr>
          <a:xfrm>
            <a:off x="831234" y="5821183"/>
            <a:ext cx="946701" cy="948713"/>
          </a:xfrm>
          <a:prstGeom prst="roundRect">
            <a:avLst>
              <a:gd name="adj" fmla="val 0"/>
            </a:avLst>
          </a:prstGeom>
          <a:gradFill flip="none" rotWithShape="1">
            <a:gsLst>
              <a:gs pos="50000">
                <a:srgbClr val="4E9BBC"/>
              </a:gs>
              <a:gs pos="50000">
                <a:srgbClr val="3A90B4"/>
              </a:gs>
            </a:gsLst>
            <a:lin ang="1890000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kern="0" spc="-30" dirty="0">
                <a:ln>
                  <a:solidFill>
                    <a:srgbClr val="706F6D">
                      <a:alpha val="0"/>
                    </a:srgbClr>
                  </a:solidFill>
                </a:ln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연계</a:t>
            </a:r>
            <a:endParaRPr lang="en-US" altLang="ko-KR" sz="1400" kern="0" spc="-30" dirty="0">
              <a:ln>
                <a:solidFill>
                  <a:srgbClr val="706F6D">
                    <a:alpha val="0"/>
                  </a:srgb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0" marR="0" lvl="0" indent="0" algn="ctr" defTabSz="91440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kern="0" spc="-30" dirty="0">
                <a:ln>
                  <a:solidFill>
                    <a:srgbClr val="706F6D">
                      <a:alpha val="0"/>
                    </a:srgbClr>
                  </a:solidFill>
                </a:ln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시스템</a:t>
            </a:r>
            <a:endParaRPr kumimoji="0" lang="ko-KR" altLang="en-US" sz="1400" b="0" i="0" u="none" strike="noStrike" kern="0" cap="none" spc="-30" normalizeH="0" baseline="0" noProof="0" dirty="0">
              <a:ln>
                <a:solidFill>
                  <a:srgbClr val="706F6D">
                    <a:alpha val="0"/>
                  </a:srgbClr>
                </a:solidFill>
              </a:ln>
              <a:solidFill>
                <a:srgbClr val="FFFF00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79" name="모서리가 둥근 직사각형 208">
            <a:extLst>
              <a:ext uri="{FF2B5EF4-FFF2-40B4-BE49-F238E27FC236}">
                <a16:creationId xmlns:a16="http://schemas.microsoft.com/office/drawing/2014/main" id="{0A63C0C6-2EA8-4EC0-86A4-28FFC2A4CEEE}"/>
              </a:ext>
            </a:extLst>
          </p:cNvPr>
          <p:cNvSpPr/>
          <p:nvPr/>
        </p:nvSpPr>
        <p:spPr>
          <a:xfrm>
            <a:off x="5011112" y="5821183"/>
            <a:ext cx="946701" cy="948713"/>
          </a:xfrm>
          <a:prstGeom prst="roundRect">
            <a:avLst>
              <a:gd name="adj" fmla="val 0"/>
            </a:avLst>
          </a:prstGeom>
          <a:gradFill flip="none" rotWithShape="1">
            <a:gsLst>
              <a:gs pos="50000">
                <a:srgbClr val="4E9BBC"/>
              </a:gs>
              <a:gs pos="50000">
                <a:srgbClr val="3A90B4"/>
              </a:gs>
            </a:gsLst>
            <a:lin ang="1890000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kern="0" spc="-30" dirty="0">
                <a:ln>
                  <a:solidFill>
                    <a:srgbClr val="706F6D">
                      <a:alpha val="0"/>
                    </a:srgbClr>
                  </a:solidFill>
                </a:ln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시험</a:t>
            </a:r>
            <a:endParaRPr lang="en-US" altLang="ko-KR" sz="1400" kern="0" spc="-30" dirty="0">
              <a:ln>
                <a:solidFill>
                  <a:srgbClr val="706F6D">
                    <a:alpha val="0"/>
                  </a:srgb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0" marR="0" lvl="0" indent="0" algn="ctr" defTabSz="91440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kern="0" spc="-30" dirty="0">
                <a:ln>
                  <a:solidFill>
                    <a:srgbClr val="706F6D">
                      <a:alpha val="0"/>
                    </a:srgbClr>
                  </a:solidFill>
                </a:ln>
                <a:solidFill>
                  <a:srgbClr val="FFFF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연계 기관</a:t>
            </a:r>
            <a:endParaRPr lang="en-US" altLang="ko-KR" sz="1400" kern="0" spc="-30" dirty="0">
              <a:ln>
                <a:solidFill>
                  <a:srgbClr val="706F6D">
                    <a:alpha val="0"/>
                  </a:srgbClr>
                </a:solidFill>
              </a:ln>
              <a:solidFill>
                <a:srgbClr val="FFFF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80" name="모서리가 둥근 직사각형 208">
            <a:extLst>
              <a:ext uri="{FF2B5EF4-FFF2-40B4-BE49-F238E27FC236}">
                <a16:creationId xmlns:a16="http://schemas.microsoft.com/office/drawing/2014/main" id="{7C0A7238-EE88-4AB1-8CFE-0C0A6F45B846}"/>
              </a:ext>
            </a:extLst>
          </p:cNvPr>
          <p:cNvSpPr/>
          <p:nvPr/>
        </p:nvSpPr>
        <p:spPr>
          <a:xfrm>
            <a:off x="6017111" y="5821183"/>
            <a:ext cx="3819733" cy="948713"/>
          </a:xfrm>
          <a:prstGeom prst="roundRect">
            <a:avLst>
              <a:gd name="adj" fmla="val 0"/>
            </a:avLst>
          </a:prstGeom>
          <a:pattFill prst="narHorz">
            <a:fgClr>
              <a:srgbClr val="FFFFFF">
                <a:lumMod val="95000"/>
              </a:srgbClr>
            </a:fgClr>
            <a:bgClr>
              <a:srgbClr val="FFFFFF"/>
            </a:bgClr>
          </a:pattFill>
          <a:ln w="12700" cap="sq" cmpd="sng" algn="ctr">
            <a:solidFill>
              <a:srgbClr val="FFFFFF">
                <a:lumMod val="75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lIns="93543" tIns="46772" rIns="93543" bIns="46772" rtlCol="0" anchor="ctr"/>
          <a:lstStyle/>
          <a:p>
            <a:pPr marL="182563" marR="0" lvl="0" indent="-182563" defTabSz="1036988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3D7199"/>
              </a:buClr>
              <a:buSzPct val="100000"/>
              <a:buFont typeface="Wingdings" panose="05000000000000000000" pitchFamily="2" charset="2"/>
              <a:buChar char=""/>
              <a:tabLst/>
              <a:defRPr/>
            </a:pPr>
            <a:endParaRPr kumimoji="1" lang="ko-KR" altLang="en-US" sz="1100" b="1" i="0" u="none" strike="noStrike" kern="0" cap="none" spc="-30" normalizeH="0" baseline="0" noProof="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KoPub돋움체 Medium" pitchFamily="18" charset="-127"/>
              <a:ea typeface="KoPub돋움체 Medium" pitchFamily="18" charset="-127"/>
            </a:endParaRPr>
          </a:p>
        </p:txBody>
      </p:sp>
      <p:sp>
        <p:nvSpPr>
          <p:cNvPr id="181" name="모서리가 둥근 직사각형 208">
            <a:extLst>
              <a:ext uri="{FF2B5EF4-FFF2-40B4-BE49-F238E27FC236}">
                <a16:creationId xmlns:a16="http://schemas.microsoft.com/office/drawing/2014/main" id="{F73790F5-65D2-4481-9172-4B46EBA7ED55}"/>
              </a:ext>
            </a:extLst>
          </p:cNvPr>
          <p:cNvSpPr/>
          <p:nvPr/>
        </p:nvSpPr>
        <p:spPr>
          <a:xfrm>
            <a:off x="6035310" y="6064591"/>
            <a:ext cx="1913787" cy="469523"/>
          </a:xfrm>
          <a:prstGeom prst="roundRect">
            <a:avLst>
              <a:gd name="adj" fmla="val 0"/>
            </a:avLst>
          </a:prstGeom>
          <a:pattFill prst="narHorz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12700" cap="sq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lIns="93543" tIns="46772" rIns="93543" bIns="46772" rtlCol="0" anchor="ctr"/>
          <a:lstStyle/>
          <a:p>
            <a:pPr marL="182563" indent="-182563" defTabSz="1036988" latinLnBrk="0">
              <a:spcBef>
                <a:spcPts val="200"/>
              </a:spcBef>
              <a:spcAft>
                <a:spcPts val="200"/>
              </a:spcAft>
              <a:buClr>
                <a:srgbClr val="3D7199"/>
              </a:buClr>
              <a:buSzPct val="100000"/>
              <a:buFont typeface="Wingdings" panose="05000000000000000000" pitchFamily="2" charset="2"/>
              <a:buChar char=""/>
            </a:pPr>
            <a:r>
              <a:rPr lang="ko-KR" altLang="en-US" sz="1100" b="1" spc="-30" dirty="0" err="1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itchFamily="18" charset="-127"/>
                <a:ea typeface="KoPub돋움체 Medium" pitchFamily="18" charset="-127"/>
              </a:rPr>
              <a:t>한국건설생활환경시험연구원</a:t>
            </a:r>
            <a:endParaRPr lang="en-US" altLang="ko-KR" sz="1100" b="1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Medium" pitchFamily="18" charset="-127"/>
              <a:ea typeface="KoPub돋움체 Medium" pitchFamily="18" charset="-127"/>
            </a:endParaRPr>
          </a:p>
          <a:p>
            <a:pPr marL="182563" indent="-182563" defTabSz="1036988" latinLnBrk="0">
              <a:spcBef>
                <a:spcPts val="200"/>
              </a:spcBef>
              <a:spcAft>
                <a:spcPts val="200"/>
              </a:spcAft>
              <a:buClr>
                <a:srgbClr val="3D7199"/>
              </a:buClr>
              <a:buSzPct val="100000"/>
              <a:buFont typeface="Wingdings" panose="05000000000000000000" pitchFamily="2" charset="2"/>
              <a:buChar char=""/>
            </a:pPr>
            <a:r>
              <a:rPr lang="ko-KR" altLang="en-US" sz="1100" b="1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itchFamily="18" charset="-127"/>
                <a:ea typeface="KoPub돋움체 Medium" pitchFamily="18" charset="-127"/>
              </a:rPr>
              <a:t>한국의류시험연구원</a:t>
            </a:r>
            <a:endParaRPr lang="en-US" altLang="ko-KR" sz="1100" b="1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Medium" pitchFamily="18" charset="-127"/>
              <a:ea typeface="KoPub돋움체 Medium" pitchFamily="18" charset="-127"/>
            </a:endParaRPr>
          </a:p>
          <a:p>
            <a:pPr marL="182563" indent="-182563" defTabSz="1036988" latinLnBrk="0">
              <a:spcBef>
                <a:spcPts val="200"/>
              </a:spcBef>
              <a:spcAft>
                <a:spcPts val="200"/>
              </a:spcAft>
              <a:buClr>
                <a:srgbClr val="3D7199"/>
              </a:buClr>
              <a:buSzPct val="100000"/>
              <a:buFont typeface="Wingdings" panose="05000000000000000000" pitchFamily="2" charset="2"/>
              <a:buChar char=""/>
            </a:pPr>
            <a:r>
              <a:rPr lang="en-US" altLang="ko-KR" sz="1100" b="1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itchFamily="18" charset="-127"/>
                <a:ea typeface="KoPub돋움체 Medium" pitchFamily="18" charset="-127"/>
              </a:rPr>
              <a:t>FITI</a:t>
            </a:r>
            <a:r>
              <a:rPr lang="ko-KR" altLang="en-US" sz="1100" b="1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itchFamily="18" charset="-127"/>
                <a:ea typeface="KoPub돋움체 Medium" pitchFamily="18" charset="-127"/>
              </a:rPr>
              <a:t>시험연구원</a:t>
            </a:r>
            <a:endParaRPr lang="en-US" altLang="ko-KR" sz="1100" b="1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Medium" pitchFamily="18" charset="-127"/>
              <a:ea typeface="KoPub돋움체 Medium" pitchFamily="18" charset="-127"/>
            </a:endParaRPr>
          </a:p>
          <a:p>
            <a:pPr marL="182563" indent="-182563" defTabSz="1036988" latinLnBrk="0">
              <a:spcBef>
                <a:spcPts val="200"/>
              </a:spcBef>
              <a:spcAft>
                <a:spcPts val="200"/>
              </a:spcAft>
              <a:buClr>
                <a:srgbClr val="3D7199"/>
              </a:buClr>
              <a:buSzPct val="100000"/>
              <a:buFont typeface="Wingdings" panose="05000000000000000000" pitchFamily="2" charset="2"/>
              <a:buChar char=""/>
            </a:pPr>
            <a:r>
              <a:rPr lang="en-US" altLang="ko-KR" sz="1100" b="1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itchFamily="18" charset="-127"/>
                <a:ea typeface="KoPub돋움체 Medium" pitchFamily="18" charset="-127"/>
              </a:rPr>
              <a:t>KOTIT </a:t>
            </a:r>
            <a:r>
              <a:rPr lang="ko-KR" altLang="en-US" sz="1100" b="1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itchFamily="18" charset="-127"/>
                <a:ea typeface="KoPub돋움체 Medium" pitchFamily="18" charset="-127"/>
              </a:rPr>
              <a:t>시험연구원</a:t>
            </a:r>
            <a:endParaRPr lang="en-US" altLang="ko-KR" sz="1100" b="1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Medium" pitchFamily="18" charset="-127"/>
              <a:ea typeface="KoPub돋움체 Medium" pitchFamily="18" charset="-127"/>
            </a:endParaRPr>
          </a:p>
        </p:txBody>
      </p:sp>
      <p:sp>
        <p:nvSpPr>
          <p:cNvPr id="182" name="모서리가 둥근 직사각형 208">
            <a:extLst>
              <a:ext uri="{FF2B5EF4-FFF2-40B4-BE49-F238E27FC236}">
                <a16:creationId xmlns:a16="http://schemas.microsoft.com/office/drawing/2014/main" id="{D48341B0-1F2A-494C-90EB-3C5ED093BFAB}"/>
              </a:ext>
            </a:extLst>
          </p:cNvPr>
          <p:cNvSpPr/>
          <p:nvPr/>
        </p:nvSpPr>
        <p:spPr>
          <a:xfrm>
            <a:off x="7752452" y="6064591"/>
            <a:ext cx="1887746" cy="469523"/>
          </a:xfrm>
          <a:prstGeom prst="roundRect">
            <a:avLst>
              <a:gd name="adj" fmla="val 0"/>
            </a:avLst>
          </a:prstGeom>
          <a:pattFill prst="narHorz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12700" cap="sq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lIns="93543" tIns="46772" rIns="93543" bIns="46772" rtlCol="0" anchor="ctr"/>
          <a:lstStyle/>
          <a:p>
            <a:pPr marL="182563" indent="-182563" defTabSz="1036988" latinLnBrk="0">
              <a:spcBef>
                <a:spcPts val="200"/>
              </a:spcBef>
              <a:spcAft>
                <a:spcPts val="200"/>
              </a:spcAft>
              <a:buClr>
                <a:srgbClr val="3D7199"/>
              </a:buClr>
              <a:buSzPct val="100000"/>
              <a:buFont typeface="Wingdings" panose="05000000000000000000" pitchFamily="2" charset="2"/>
              <a:buChar char=""/>
            </a:pPr>
            <a:r>
              <a:rPr lang="ko-KR" altLang="en-US" sz="1100" b="1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itchFamily="18" charset="-127"/>
                <a:ea typeface="KoPub돋움체 Medium" pitchFamily="18" charset="-127"/>
              </a:rPr>
              <a:t>한국기계전기전자시험연구원</a:t>
            </a:r>
            <a:endParaRPr lang="en-US" altLang="ko-KR" sz="1100" b="1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Medium" pitchFamily="18" charset="-127"/>
              <a:ea typeface="KoPub돋움체 Medium" pitchFamily="18" charset="-127"/>
            </a:endParaRPr>
          </a:p>
          <a:p>
            <a:pPr marL="182563" indent="-182563" defTabSz="1036988" latinLnBrk="0">
              <a:spcBef>
                <a:spcPts val="200"/>
              </a:spcBef>
              <a:spcAft>
                <a:spcPts val="200"/>
              </a:spcAft>
              <a:buClr>
                <a:srgbClr val="3D7199"/>
              </a:buClr>
              <a:buSzPct val="100000"/>
              <a:buFont typeface="Wingdings" panose="05000000000000000000" pitchFamily="2" charset="2"/>
              <a:buChar char=""/>
            </a:pPr>
            <a:r>
              <a:rPr lang="ko-KR" altLang="en-US" sz="1100" b="1" spc="-30" dirty="0" err="1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itchFamily="18" charset="-127"/>
                <a:ea typeface="KoPub돋움체 Medium" pitchFamily="18" charset="-127"/>
              </a:rPr>
              <a:t>한국화학융합시험연구원</a:t>
            </a:r>
            <a:endParaRPr lang="en-US" altLang="ko-KR" sz="1100" b="1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Medium" pitchFamily="18" charset="-127"/>
              <a:ea typeface="KoPub돋움체 Medium" pitchFamily="18" charset="-127"/>
            </a:endParaRPr>
          </a:p>
          <a:p>
            <a:pPr marL="182563" indent="-182563" defTabSz="1036988" latinLnBrk="0">
              <a:spcBef>
                <a:spcPts val="200"/>
              </a:spcBef>
              <a:spcAft>
                <a:spcPts val="200"/>
              </a:spcAft>
              <a:buClr>
                <a:srgbClr val="3D7199"/>
              </a:buClr>
              <a:buSzPct val="100000"/>
              <a:buFont typeface="Wingdings" panose="05000000000000000000" pitchFamily="2" charset="2"/>
              <a:buChar char=""/>
            </a:pPr>
            <a:r>
              <a:rPr lang="ko-KR" altLang="en-US" sz="1100" b="1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itchFamily="18" charset="-127"/>
                <a:ea typeface="KoPub돋움체 Medium" pitchFamily="18" charset="-127"/>
              </a:rPr>
              <a:t>한국환경산업기술원</a:t>
            </a:r>
            <a:endParaRPr lang="en-US" altLang="ko-KR" sz="1100" b="1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Medium" pitchFamily="18" charset="-127"/>
              <a:ea typeface="KoPub돋움체 Medium" pitchFamily="18" charset="-127"/>
            </a:endParaRPr>
          </a:p>
        </p:txBody>
      </p:sp>
      <p:sp>
        <p:nvSpPr>
          <p:cNvPr id="183" name="모서리가 둥근 직사각형 208">
            <a:extLst>
              <a:ext uri="{FF2B5EF4-FFF2-40B4-BE49-F238E27FC236}">
                <a16:creationId xmlns:a16="http://schemas.microsoft.com/office/drawing/2014/main" id="{0FA8597D-E065-4EC6-A7AD-78AE5DAA6610}"/>
              </a:ext>
            </a:extLst>
          </p:cNvPr>
          <p:cNvSpPr/>
          <p:nvPr/>
        </p:nvSpPr>
        <p:spPr>
          <a:xfrm>
            <a:off x="3016155" y="6048428"/>
            <a:ext cx="1587286" cy="469523"/>
          </a:xfrm>
          <a:prstGeom prst="roundRect">
            <a:avLst>
              <a:gd name="adj" fmla="val 0"/>
            </a:avLst>
          </a:prstGeom>
          <a:pattFill prst="narHorz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12700" cap="sq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lIns="93543" tIns="46772" rIns="93543" bIns="46772" rtlCol="0" anchor="ctr"/>
          <a:lstStyle/>
          <a:p>
            <a:pPr marL="182563" indent="-182563" defTabSz="1036988" latinLnBrk="0">
              <a:spcBef>
                <a:spcPts val="200"/>
              </a:spcBef>
              <a:spcAft>
                <a:spcPts val="200"/>
              </a:spcAft>
              <a:buClr>
                <a:srgbClr val="3D7199"/>
              </a:buClr>
              <a:buSzPct val="100000"/>
              <a:buFont typeface="Wingdings" panose="05000000000000000000" pitchFamily="2" charset="2"/>
              <a:buChar char=""/>
            </a:pPr>
            <a:r>
              <a:rPr lang="ko-KR" altLang="en-US" sz="1100" b="1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itchFamily="18" charset="-127"/>
                <a:ea typeface="KoPub돋움체 Medium" pitchFamily="18" charset="-127"/>
              </a:rPr>
              <a:t>기업지원플러스</a:t>
            </a:r>
            <a:r>
              <a:rPr lang="en-US" altLang="ko-KR" sz="1100" b="1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itchFamily="18" charset="-127"/>
                <a:ea typeface="KoPub돋움체 Medium" pitchFamily="18" charset="-127"/>
              </a:rPr>
              <a:t>(G4B)</a:t>
            </a:r>
          </a:p>
          <a:p>
            <a:pPr marL="182563" indent="-182563" defTabSz="1036988" latinLnBrk="0">
              <a:spcBef>
                <a:spcPts val="200"/>
              </a:spcBef>
              <a:spcAft>
                <a:spcPts val="200"/>
              </a:spcAft>
              <a:buClr>
                <a:srgbClr val="3D7199"/>
              </a:buClr>
              <a:buSzPct val="100000"/>
              <a:buFont typeface="Wingdings" panose="05000000000000000000" pitchFamily="2" charset="2"/>
              <a:buChar char=""/>
            </a:pPr>
            <a:r>
              <a:rPr lang="ko-KR" altLang="en-US" sz="1100" b="1" spc="-30" dirty="0" err="1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itchFamily="18" charset="-127"/>
                <a:ea typeface="KoPub돋움체 Medium" pitchFamily="18" charset="-127"/>
              </a:rPr>
              <a:t>행정정보공동이용센터</a:t>
            </a:r>
            <a:endParaRPr lang="en-US" altLang="ko-KR" sz="1100" b="1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Medium" pitchFamily="18" charset="-127"/>
              <a:ea typeface="KoPub돋움체 Medium" pitchFamily="18" charset="-127"/>
            </a:endParaRPr>
          </a:p>
          <a:p>
            <a:pPr marL="182563" indent="-182563" defTabSz="1036988" latinLnBrk="0">
              <a:spcBef>
                <a:spcPts val="200"/>
              </a:spcBef>
              <a:spcAft>
                <a:spcPts val="200"/>
              </a:spcAft>
              <a:buClr>
                <a:srgbClr val="3D7199"/>
              </a:buClr>
              <a:buSzPct val="100000"/>
              <a:buFont typeface="Wingdings" panose="05000000000000000000" pitchFamily="2" charset="2"/>
              <a:buChar char=""/>
            </a:pPr>
            <a:r>
              <a:rPr lang="ko-KR" altLang="en-US" sz="1100" b="1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itchFamily="18" charset="-127"/>
                <a:ea typeface="KoPub돋움체 Medium" pitchFamily="18" charset="-127"/>
              </a:rPr>
              <a:t>공공데이터 포털</a:t>
            </a:r>
            <a:endParaRPr lang="en-US" altLang="ko-KR" sz="1100" b="1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Medium" pitchFamily="18" charset="-127"/>
              <a:ea typeface="KoPub돋움체 Medium" pitchFamily="18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63F492D6-3911-44BF-B73C-1E9E3C78597B}"/>
              </a:ext>
            </a:extLst>
          </p:cNvPr>
          <p:cNvGrpSpPr/>
          <p:nvPr/>
        </p:nvGrpSpPr>
        <p:grpSpPr>
          <a:xfrm>
            <a:off x="8245395" y="2041952"/>
            <a:ext cx="615262" cy="737497"/>
            <a:chOff x="8106480" y="2041952"/>
            <a:chExt cx="676788" cy="737497"/>
          </a:xfrm>
        </p:grpSpPr>
        <p:grpSp>
          <p:nvGrpSpPr>
            <p:cNvPr id="150" name="그룹 149">
              <a:extLst>
                <a:ext uri="{FF2B5EF4-FFF2-40B4-BE49-F238E27FC236}">
                  <a16:creationId xmlns:a16="http://schemas.microsoft.com/office/drawing/2014/main" id="{59EFB46B-B53A-438C-AB89-F34CC590687E}"/>
                </a:ext>
              </a:extLst>
            </p:cNvPr>
            <p:cNvGrpSpPr/>
            <p:nvPr/>
          </p:nvGrpSpPr>
          <p:grpSpPr>
            <a:xfrm>
              <a:off x="8106480" y="2041952"/>
              <a:ext cx="653801" cy="737497"/>
              <a:chOff x="1582116" y="1886764"/>
              <a:chExt cx="870209" cy="981609"/>
            </a:xfrm>
          </p:grpSpPr>
          <p:grpSp>
            <p:nvGrpSpPr>
              <p:cNvPr id="152" name="그룹 151">
                <a:extLst>
                  <a:ext uri="{FF2B5EF4-FFF2-40B4-BE49-F238E27FC236}">
                    <a16:creationId xmlns:a16="http://schemas.microsoft.com/office/drawing/2014/main" id="{FF288CE4-B10C-441D-868F-4766BE73D7A6}"/>
                  </a:ext>
                </a:extLst>
              </p:cNvPr>
              <p:cNvGrpSpPr/>
              <p:nvPr/>
            </p:nvGrpSpPr>
            <p:grpSpPr>
              <a:xfrm>
                <a:off x="1584765" y="1886764"/>
                <a:ext cx="867560" cy="981609"/>
                <a:chOff x="5630985" y="-315416"/>
                <a:chExt cx="867560" cy="981609"/>
              </a:xfrm>
            </p:grpSpPr>
            <p:sp>
              <p:nvSpPr>
                <p:cNvPr id="161" name="육각형 160">
                  <a:extLst>
                    <a:ext uri="{FF2B5EF4-FFF2-40B4-BE49-F238E27FC236}">
                      <a16:creationId xmlns:a16="http://schemas.microsoft.com/office/drawing/2014/main" id="{A72ED9F3-11C9-4236-9687-68309EF4CFA6}"/>
                    </a:ext>
                  </a:extLst>
                </p:cNvPr>
                <p:cNvSpPr/>
                <p:nvPr/>
              </p:nvSpPr>
              <p:spPr>
                <a:xfrm rot="5400000">
                  <a:off x="5573960" y="-258391"/>
                  <a:ext cx="981609" cy="867560"/>
                </a:xfrm>
                <a:prstGeom prst="hexagon">
                  <a:avLst/>
                </a:prstGeom>
                <a:noFill/>
                <a:ln w="9525">
                  <a:solidFill>
                    <a:srgbClr val="9CC8E4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/>
                </a:p>
              </p:txBody>
            </p:sp>
            <p:sp>
              <p:nvSpPr>
                <p:cNvPr id="162" name="자유형 233">
                  <a:extLst>
                    <a:ext uri="{FF2B5EF4-FFF2-40B4-BE49-F238E27FC236}">
                      <a16:creationId xmlns:a16="http://schemas.microsoft.com/office/drawing/2014/main" id="{176A9B88-DF90-4535-8968-CEEAC212B890}"/>
                    </a:ext>
                  </a:extLst>
                </p:cNvPr>
                <p:cNvSpPr/>
                <p:nvPr/>
              </p:nvSpPr>
              <p:spPr>
                <a:xfrm>
                  <a:off x="5653318" y="-290142"/>
                  <a:ext cx="822893" cy="931066"/>
                </a:xfrm>
                <a:custGeom>
                  <a:avLst/>
                  <a:gdLst>
                    <a:gd name="connsiteX0" fmla="*/ 411446 w 822892"/>
                    <a:gd name="connsiteY0" fmla="*/ 0 h 931066"/>
                    <a:gd name="connsiteX1" fmla="*/ 822892 w 822892"/>
                    <a:gd name="connsiteY1" fmla="*/ 205723 h 931066"/>
                    <a:gd name="connsiteX2" fmla="*/ 822892 w 822892"/>
                    <a:gd name="connsiteY2" fmla="*/ 725343 h 931066"/>
                    <a:gd name="connsiteX3" fmla="*/ 411446 w 822892"/>
                    <a:gd name="connsiteY3" fmla="*/ 931066 h 931066"/>
                    <a:gd name="connsiteX4" fmla="*/ 0 w 822892"/>
                    <a:gd name="connsiteY4" fmla="*/ 725343 h 931066"/>
                    <a:gd name="connsiteX5" fmla="*/ 0 w 822892"/>
                    <a:gd name="connsiteY5" fmla="*/ 205723 h 931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22892" h="931066">
                      <a:moveTo>
                        <a:pt x="411446" y="0"/>
                      </a:moveTo>
                      <a:lnTo>
                        <a:pt x="822892" y="205723"/>
                      </a:lnTo>
                      <a:lnTo>
                        <a:pt x="822892" y="725343"/>
                      </a:lnTo>
                      <a:lnTo>
                        <a:pt x="411446" y="931066"/>
                      </a:lnTo>
                      <a:lnTo>
                        <a:pt x="0" y="725343"/>
                      </a:lnTo>
                      <a:lnTo>
                        <a:pt x="0" y="205723"/>
                      </a:lnTo>
                      <a:close/>
                    </a:path>
                  </a:pathLst>
                </a:custGeom>
                <a:gradFill flip="none" rotWithShape="1">
                  <a:gsLst>
                    <a:gs pos="50000">
                      <a:srgbClr val="F3F3F4"/>
                    </a:gs>
                    <a:gs pos="50000">
                      <a:srgbClr val="DCDDDE"/>
                    </a:gs>
                  </a:gsLst>
                  <a:lin ang="5400000" scaled="1"/>
                  <a:tileRect/>
                </a:gradFill>
                <a:ln w="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576000" rtlCol="0" anchor="t" anchorCtr="0"/>
                <a:lstStyle/>
                <a:p>
                  <a:pPr algn="ctr" defTabSz="1517502" eaLnBrk="0" hangingPunct="0"/>
                  <a:endParaRPr lang="en-US" altLang="ko-KR" sz="800" b="1" kern="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</p:txBody>
            </p:sp>
          </p:grpSp>
          <p:pic>
            <p:nvPicPr>
              <p:cNvPr id="154" name="그림 153">
                <a:extLst>
                  <a:ext uri="{FF2B5EF4-FFF2-40B4-BE49-F238E27FC236}">
                    <a16:creationId xmlns:a16="http://schemas.microsoft.com/office/drawing/2014/main" id="{FD506609-7A24-4575-90C9-ABA40A715EA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1810" b="22605"/>
              <a:stretch/>
            </p:blipFill>
            <p:spPr>
              <a:xfrm>
                <a:off x="1697230" y="1984892"/>
                <a:ext cx="649730" cy="361144"/>
              </a:xfrm>
              <a:prstGeom prst="rect">
                <a:avLst/>
              </a:prstGeom>
            </p:spPr>
          </p:pic>
          <p:pic>
            <p:nvPicPr>
              <p:cNvPr id="156" name="그림 155">
                <a:extLst>
                  <a:ext uri="{FF2B5EF4-FFF2-40B4-BE49-F238E27FC236}">
                    <a16:creationId xmlns:a16="http://schemas.microsoft.com/office/drawing/2014/main" id="{87519417-CC03-4E69-AD66-791A3938CD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82116" y="2254922"/>
                <a:ext cx="246684" cy="246684"/>
              </a:xfrm>
              <a:prstGeom prst="rect">
                <a:avLst/>
              </a:prstGeom>
            </p:spPr>
          </p:pic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F87D5AE-7B26-4AE0-97A8-637E730D7D8E}"/>
                </a:ext>
              </a:extLst>
            </p:cNvPr>
            <p:cNvSpPr txBox="1"/>
            <p:nvPr/>
          </p:nvSpPr>
          <p:spPr>
            <a:xfrm>
              <a:off x="8106480" y="2451682"/>
              <a:ext cx="6767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1"/>
                <a:t>ID/PASS</a:t>
              </a:r>
              <a:endParaRPr lang="ko-KR" altLang="en-US" sz="1000" b="1"/>
            </a:p>
          </p:txBody>
        </p:sp>
      </p:grpSp>
      <p:grpSp>
        <p:nvGrpSpPr>
          <p:cNvPr id="189" name="그룹 188">
            <a:extLst>
              <a:ext uri="{FF2B5EF4-FFF2-40B4-BE49-F238E27FC236}">
                <a16:creationId xmlns:a16="http://schemas.microsoft.com/office/drawing/2014/main" id="{0B04399D-8213-466E-A5F8-A42988279020}"/>
              </a:ext>
            </a:extLst>
          </p:cNvPr>
          <p:cNvGrpSpPr/>
          <p:nvPr/>
        </p:nvGrpSpPr>
        <p:grpSpPr>
          <a:xfrm>
            <a:off x="1802978" y="2041952"/>
            <a:ext cx="615262" cy="737497"/>
            <a:chOff x="8106480" y="2041952"/>
            <a:chExt cx="676788" cy="737497"/>
          </a:xfrm>
        </p:grpSpPr>
        <p:grpSp>
          <p:nvGrpSpPr>
            <p:cNvPr id="190" name="그룹 189">
              <a:extLst>
                <a:ext uri="{FF2B5EF4-FFF2-40B4-BE49-F238E27FC236}">
                  <a16:creationId xmlns:a16="http://schemas.microsoft.com/office/drawing/2014/main" id="{1BB7912A-1A55-40D9-922C-8EF3558BE38A}"/>
                </a:ext>
              </a:extLst>
            </p:cNvPr>
            <p:cNvGrpSpPr/>
            <p:nvPr/>
          </p:nvGrpSpPr>
          <p:grpSpPr>
            <a:xfrm>
              <a:off x="8106480" y="2041952"/>
              <a:ext cx="653801" cy="737497"/>
              <a:chOff x="1582116" y="1886764"/>
              <a:chExt cx="870209" cy="981609"/>
            </a:xfrm>
          </p:grpSpPr>
          <p:grpSp>
            <p:nvGrpSpPr>
              <p:cNvPr id="192" name="그룹 191">
                <a:extLst>
                  <a:ext uri="{FF2B5EF4-FFF2-40B4-BE49-F238E27FC236}">
                    <a16:creationId xmlns:a16="http://schemas.microsoft.com/office/drawing/2014/main" id="{F7900DD2-EA87-4A96-87D5-4FB819C8536D}"/>
                  </a:ext>
                </a:extLst>
              </p:cNvPr>
              <p:cNvGrpSpPr/>
              <p:nvPr/>
            </p:nvGrpSpPr>
            <p:grpSpPr>
              <a:xfrm>
                <a:off x="1584765" y="1886764"/>
                <a:ext cx="867560" cy="981609"/>
                <a:chOff x="5630985" y="-315416"/>
                <a:chExt cx="867560" cy="981609"/>
              </a:xfrm>
            </p:grpSpPr>
            <p:sp>
              <p:nvSpPr>
                <p:cNvPr id="200" name="육각형 199">
                  <a:extLst>
                    <a:ext uri="{FF2B5EF4-FFF2-40B4-BE49-F238E27FC236}">
                      <a16:creationId xmlns:a16="http://schemas.microsoft.com/office/drawing/2014/main" id="{8F2F5CD1-141B-425F-9BCF-1FCC252D7BD3}"/>
                    </a:ext>
                  </a:extLst>
                </p:cNvPr>
                <p:cNvSpPr/>
                <p:nvPr/>
              </p:nvSpPr>
              <p:spPr>
                <a:xfrm rot="5400000">
                  <a:off x="5573960" y="-258391"/>
                  <a:ext cx="981609" cy="867560"/>
                </a:xfrm>
                <a:prstGeom prst="hexagon">
                  <a:avLst/>
                </a:prstGeom>
                <a:noFill/>
                <a:ln w="9525">
                  <a:solidFill>
                    <a:srgbClr val="9CC8E4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/>
                </a:p>
              </p:txBody>
            </p:sp>
            <p:sp>
              <p:nvSpPr>
                <p:cNvPr id="201" name="자유형 233">
                  <a:extLst>
                    <a:ext uri="{FF2B5EF4-FFF2-40B4-BE49-F238E27FC236}">
                      <a16:creationId xmlns:a16="http://schemas.microsoft.com/office/drawing/2014/main" id="{1C2C9CA9-32A1-4992-9F9F-9AE20ABF3AA0}"/>
                    </a:ext>
                  </a:extLst>
                </p:cNvPr>
                <p:cNvSpPr/>
                <p:nvPr/>
              </p:nvSpPr>
              <p:spPr>
                <a:xfrm>
                  <a:off x="5653318" y="-290142"/>
                  <a:ext cx="822893" cy="931066"/>
                </a:xfrm>
                <a:custGeom>
                  <a:avLst/>
                  <a:gdLst>
                    <a:gd name="connsiteX0" fmla="*/ 411446 w 822892"/>
                    <a:gd name="connsiteY0" fmla="*/ 0 h 931066"/>
                    <a:gd name="connsiteX1" fmla="*/ 822892 w 822892"/>
                    <a:gd name="connsiteY1" fmla="*/ 205723 h 931066"/>
                    <a:gd name="connsiteX2" fmla="*/ 822892 w 822892"/>
                    <a:gd name="connsiteY2" fmla="*/ 725343 h 931066"/>
                    <a:gd name="connsiteX3" fmla="*/ 411446 w 822892"/>
                    <a:gd name="connsiteY3" fmla="*/ 931066 h 931066"/>
                    <a:gd name="connsiteX4" fmla="*/ 0 w 822892"/>
                    <a:gd name="connsiteY4" fmla="*/ 725343 h 931066"/>
                    <a:gd name="connsiteX5" fmla="*/ 0 w 822892"/>
                    <a:gd name="connsiteY5" fmla="*/ 205723 h 931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22892" h="931066">
                      <a:moveTo>
                        <a:pt x="411446" y="0"/>
                      </a:moveTo>
                      <a:lnTo>
                        <a:pt x="822892" y="205723"/>
                      </a:lnTo>
                      <a:lnTo>
                        <a:pt x="822892" y="725343"/>
                      </a:lnTo>
                      <a:lnTo>
                        <a:pt x="411446" y="931066"/>
                      </a:lnTo>
                      <a:lnTo>
                        <a:pt x="0" y="725343"/>
                      </a:lnTo>
                      <a:lnTo>
                        <a:pt x="0" y="205723"/>
                      </a:lnTo>
                      <a:close/>
                    </a:path>
                  </a:pathLst>
                </a:custGeom>
                <a:gradFill flip="none" rotWithShape="1">
                  <a:gsLst>
                    <a:gs pos="50000">
                      <a:srgbClr val="F3F3F4"/>
                    </a:gs>
                    <a:gs pos="50000">
                      <a:srgbClr val="DCDDDE"/>
                    </a:gs>
                  </a:gsLst>
                  <a:lin ang="5400000" scaled="1"/>
                  <a:tileRect/>
                </a:gradFill>
                <a:ln w="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576000" rtlCol="0" anchor="t" anchorCtr="0"/>
                <a:lstStyle/>
                <a:p>
                  <a:pPr algn="ctr" defTabSz="1517502" eaLnBrk="0" hangingPunct="0"/>
                  <a:endParaRPr lang="en-US" altLang="ko-KR" sz="800" b="1" kern="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</p:txBody>
            </p:sp>
          </p:grpSp>
          <p:pic>
            <p:nvPicPr>
              <p:cNvPr id="193" name="그림 192">
                <a:extLst>
                  <a:ext uri="{FF2B5EF4-FFF2-40B4-BE49-F238E27FC236}">
                    <a16:creationId xmlns:a16="http://schemas.microsoft.com/office/drawing/2014/main" id="{B14E0D8D-E32E-4D59-859D-01D39EC782B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1810" b="22605"/>
              <a:stretch/>
            </p:blipFill>
            <p:spPr>
              <a:xfrm>
                <a:off x="1697230" y="1984892"/>
                <a:ext cx="649730" cy="361144"/>
              </a:xfrm>
              <a:prstGeom prst="rect">
                <a:avLst/>
              </a:prstGeom>
            </p:spPr>
          </p:pic>
          <p:pic>
            <p:nvPicPr>
              <p:cNvPr id="199" name="그림 198">
                <a:extLst>
                  <a:ext uri="{FF2B5EF4-FFF2-40B4-BE49-F238E27FC236}">
                    <a16:creationId xmlns:a16="http://schemas.microsoft.com/office/drawing/2014/main" id="{F957A0D3-3643-49E3-A6B9-A11D58B288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82116" y="2254922"/>
                <a:ext cx="246684" cy="246684"/>
              </a:xfrm>
              <a:prstGeom prst="rect">
                <a:avLst/>
              </a:prstGeom>
            </p:spPr>
          </p:pic>
        </p:grp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08839ACB-09DF-4756-9C59-38ADC15B25D5}"/>
                </a:ext>
              </a:extLst>
            </p:cNvPr>
            <p:cNvSpPr txBox="1"/>
            <p:nvPr/>
          </p:nvSpPr>
          <p:spPr>
            <a:xfrm>
              <a:off x="8106480" y="2451682"/>
              <a:ext cx="6767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b="1"/>
                <a:t>ID/PASS</a:t>
              </a:r>
              <a:endParaRPr lang="ko-KR" altLang="en-US" sz="1000" b="1"/>
            </a:p>
          </p:txBody>
        </p:sp>
      </p:grpSp>
    </p:spTree>
    <p:extLst>
      <p:ext uri="{BB962C8B-B14F-4D97-AF65-F5344CB8AC3E}">
        <p14:creationId xmlns:p14="http://schemas.microsoft.com/office/powerpoint/2010/main" val="2428744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8F826EDA-1A6E-4AE5-8B97-CE998B04788B}"/>
              </a:ext>
            </a:extLst>
          </p:cNvPr>
          <p:cNvGrpSpPr/>
          <p:nvPr/>
        </p:nvGrpSpPr>
        <p:grpSpPr>
          <a:xfrm>
            <a:off x="8934005" y="699034"/>
            <a:ext cx="881958" cy="245691"/>
            <a:chOff x="8458455" y="782973"/>
            <a:chExt cx="881958" cy="245691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6A8CB2AE-12EB-4889-A3F8-1A7DD702230E}"/>
                </a:ext>
              </a:extLst>
            </p:cNvPr>
            <p:cNvGrpSpPr/>
            <p:nvPr/>
          </p:nvGrpSpPr>
          <p:grpSpPr>
            <a:xfrm>
              <a:off x="8697949" y="782973"/>
              <a:ext cx="163476" cy="245691"/>
              <a:chOff x="8658927" y="782973"/>
              <a:chExt cx="163476" cy="245691"/>
            </a:xfrm>
          </p:grpSpPr>
          <p:sp>
            <p:nvSpPr>
              <p:cNvPr id="13" name="사각형: 둥근 위쪽 모서리 12">
                <a:extLst>
                  <a:ext uri="{FF2B5EF4-FFF2-40B4-BE49-F238E27FC236}">
                    <a16:creationId xmlns:a16="http://schemas.microsoft.com/office/drawing/2014/main" id="{69ECBDDD-9DFB-49E5-A8CC-A2332C5B3E08}"/>
                  </a:ext>
                </a:extLst>
              </p:cNvPr>
              <p:cNvSpPr/>
              <p:nvPr/>
            </p:nvSpPr>
            <p:spPr>
              <a:xfrm>
                <a:off x="8658927" y="956664"/>
                <a:ext cx="163476" cy="720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838513AB-F3ED-4E5C-83F2-E6E5C90E827D}"/>
                  </a:ext>
                </a:extLst>
              </p:cNvPr>
              <p:cNvSpPr/>
              <p:nvPr/>
            </p:nvSpPr>
            <p:spPr>
              <a:xfrm>
                <a:off x="8658927" y="782973"/>
                <a:ext cx="163476" cy="1493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rPr>
                  <a:t>Ⅱ</a:t>
                </a:r>
                <a:endParaRPr kumimoji="0" lang="ko-KR" altLang="en-US" sz="800" b="0" i="0" u="none" strike="noStrike" kern="0" cap="none" spc="-30" normalizeH="0" baseline="0" noProof="0" dirty="0">
                  <a:ln w="3175"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KoPub바탕체 Light" panose="00000300000000000000" pitchFamily="2" charset="-127"/>
                  <a:ea typeface="KoPub바탕체 Light" panose="00000300000000000000" pitchFamily="2" charset="-127"/>
                  <a:cs typeface="+mn-cs"/>
                </a:endParaRPr>
              </a:p>
            </p:txBody>
          </p:sp>
        </p:grp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A9DD9C57-E918-4CFB-B998-226D5ECD062E}"/>
                </a:ext>
              </a:extLst>
            </p:cNvPr>
            <p:cNvGrpSpPr/>
            <p:nvPr/>
          </p:nvGrpSpPr>
          <p:grpSpPr>
            <a:xfrm>
              <a:off x="8458455" y="782973"/>
              <a:ext cx="163476" cy="245691"/>
              <a:chOff x="8458455" y="782973"/>
              <a:chExt cx="163476" cy="245691"/>
            </a:xfrm>
          </p:grpSpPr>
          <p:sp>
            <p:nvSpPr>
              <p:cNvPr id="11" name="사각형: 둥근 위쪽 모서리 10">
                <a:extLst>
                  <a:ext uri="{FF2B5EF4-FFF2-40B4-BE49-F238E27FC236}">
                    <a16:creationId xmlns:a16="http://schemas.microsoft.com/office/drawing/2014/main" id="{65C8F565-A682-4427-9C46-013A50F44A9B}"/>
                  </a:ext>
                </a:extLst>
              </p:cNvPr>
              <p:cNvSpPr/>
              <p:nvPr/>
            </p:nvSpPr>
            <p:spPr>
              <a:xfrm>
                <a:off x="8458455" y="956664"/>
                <a:ext cx="163476" cy="720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66B3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42C2DE6D-CEC6-4777-BE44-3A508CA880E9}"/>
                  </a:ext>
                </a:extLst>
              </p:cNvPr>
              <p:cNvSpPr/>
              <p:nvPr/>
            </p:nvSpPr>
            <p:spPr>
              <a:xfrm>
                <a:off x="8458455" y="782973"/>
                <a:ext cx="163476" cy="1493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srgbClr val="4B8E42"/>
                    </a:solidFill>
                    <a:effectLst/>
                    <a:uLnTx/>
                    <a:uFillTx/>
                    <a:latin typeface="KoPub바탕체 Medium" panose="00000600000000000000" pitchFamily="2" charset="-127"/>
                    <a:ea typeface="KoPub바탕체 Medium" panose="00000600000000000000" pitchFamily="2" charset="-127"/>
                    <a:cs typeface="+mn-cs"/>
                  </a:rPr>
                  <a:t>Ⅰ</a:t>
                </a:r>
                <a:endParaRPr kumimoji="0" lang="ko-KR" altLang="en-US" sz="1000" b="0" i="0" u="none" strike="noStrike" kern="0" cap="none" spc="-30" normalizeH="0" baseline="0" noProof="0" dirty="0">
                  <a:ln w="3175"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srgbClr val="4B8E42"/>
                  </a:solidFill>
                  <a:effectLst/>
                  <a:uLnTx/>
                  <a:uFillTx/>
                  <a:latin typeface="KoPub바탕체 Medium" panose="00000600000000000000" pitchFamily="2" charset="-127"/>
                  <a:ea typeface="KoPub바탕체 Medium" panose="00000600000000000000" pitchFamily="2" charset="-127"/>
                  <a:cs typeface="+mn-cs"/>
                </a:endParaRPr>
              </a:p>
            </p:txBody>
          </p:sp>
        </p:grp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467B38EE-F98D-408F-A13B-882724E89E0B}"/>
                </a:ext>
              </a:extLst>
            </p:cNvPr>
            <p:cNvGrpSpPr/>
            <p:nvPr/>
          </p:nvGrpSpPr>
          <p:grpSpPr>
            <a:xfrm>
              <a:off x="9176937" y="782973"/>
              <a:ext cx="163476" cy="245691"/>
              <a:chOff x="9059871" y="782973"/>
              <a:chExt cx="163476" cy="245691"/>
            </a:xfrm>
          </p:grpSpPr>
          <p:sp>
            <p:nvSpPr>
              <p:cNvPr id="9" name="사각형: 둥근 위쪽 모서리 8">
                <a:extLst>
                  <a:ext uri="{FF2B5EF4-FFF2-40B4-BE49-F238E27FC236}">
                    <a16:creationId xmlns:a16="http://schemas.microsoft.com/office/drawing/2014/main" id="{3CC70C9C-586F-4EBD-B1EE-B79673AFDCD3}"/>
                  </a:ext>
                </a:extLst>
              </p:cNvPr>
              <p:cNvSpPr/>
              <p:nvPr/>
            </p:nvSpPr>
            <p:spPr>
              <a:xfrm>
                <a:off x="9059871" y="956664"/>
                <a:ext cx="163476" cy="720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479598AF-645A-4835-AA86-5FF42BD05859}"/>
                  </a:ext>
                </a:extLst>
              </p:cNvPr>
              <p:cNvSpPr/>
              <p:nvPr/>
            </p:nvSpPr>
            <p:spPr>
              <a:xfrm>
                <a:off x="9059871" y="782973"/>
                <a:ext cx="163476" cy="1493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rPr>
                  <a:t>Ⅳ</a:t>
                </a:r>
                <a:endParaRPr kumimoji="0" lang="ko-KR" altLang="en-US" sz="800" b="0" i="0" u="none" strike="noStrike" kern="0" cap="none" spc="-30" normalizeH="0" baseline="0" noProof="0" dirty="0">
                  <a:ln w="3175"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KoPub바탕체 Light" panose="00000300000000000000" pitchFamily="2" charset="-127"/>
                  <a:ea typeface="KoPub바탕체 Light" panose="00000300000000000000" pitchFamily="2" charset="-127"/>
                  <a:cs typeface="+mn-cs"/>
                </a:endParaRPr>
              </a:p>
            </p:txBody>
          </p:sp>
        </p:grp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830EC18B-9765-4F09-A298-279BF39D80DD}"/>
                </a:ext>
              </a:extLst>
            </p:cNvPr>
            <p:cNvGrpSpPr/>
            <p:nvPr/>
          </p:nvGrpSpPr>
          <p:grpSpPr>
            <a:xfrm>
              <a:off x="8937443" y="782973"/>
              <a:ext cx="163476" cy="245691"/>
              <a:chOff x="8859399" y="782973"/>
              <a:chExt cx="163476" cy="245691"/>
            </a:xfrm>
          </p:grpSpPr>
          <p:sp>
            <p:nvSpPr>
              <p:cNvPr id="7" name="사각형: 둥근 위쪽 모서리 6">
                <a:extLst>
                  <a:ext uri="{FF2B5EF4-FFF2-40B4-BE49-F238E27FC236}">
                    <a16:creationId xmlns:a16="http://schemas.microsoft.com/office/drawing/2014/main" id="{256AB4C7-996A-4BA5-B17E-04F2A4C8BCCF}"/>
                  </a:ext>
                </a:extLst>
              </p:cNvPr>
              <p:cNvSpPr/>
              <p:nvPr/>
            </p:nvSpPr>
            <p:spPr>
              <a:xfrm>
                <a:off x="8859399" y="956664"/>
                <a:ext cx="163476" cy="720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9AF0B8D3-CA61-48E5-A3DB-BFD4D69C7B38}"/>
                  </a:ext>
                </a:extLst>
              </p:cNvPr>
              <p:cNvSpPr/>
              <p:nvPr/>
            </p:nvSpPr>
            <p:spPr>
              <a:xfrm>
                <a:off x="8859399" y="782973"/>
                <a:ext cx="163476" cy="1493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rPr>
                  <a:t>Ⅲ</a:t>
                </a:r>
                <a:endParaRPr kumimoji="0" lang="ko-KR" altLang="en-US" sz="800" b="0" i="0" u="none" strike="noStrike" kern="0" cap="none" spc="-30" normalizeH="0" baseline="0" noProof="0" dirty="0">
                  <a:ln w="3175"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KoPub바탕체 Light" panose="00000300000000000000" pitchFamily="2" charset="-127"/>
                  <a:ea typeface="KoPub바탕체 Light" panose="00000300000000000000" pitchFamily="2" charset="-127"/>
                  <a:cs typeface="+mn-cs"/>
                </a:endParaRPr>
              </a:p>
            </p:txBody>
          </p:sp>
        </p:grp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199D1EE-FAF8-4B29-B155-C3E8C90C98FE}"/>
              </a:ext>
            </a:extLst>
          </p:cNvPr>
          <p:cNvGrpSpPr/>
          <p:nvPr/>
        </p:nvGrpSpPr>
        <p:grpSpPr>
          <a:xfrm>
            <a:off x="557213" y="383430"/>
            <a:ext cx="7799107" cy="978887"/>
            <a:chOff x="557213" y="383430"/>
            <a:chExt cx="7799107" cy="978887"/>
          </a:xfrm>
        </p:grpSpPr>
        <p:sp>
          <p:nvSpPr>
            <p:cNvPr id="16" name="Rectangle 6">
              <a:extLst>
                <a:ext uri="{FF2B5EF4-FFF2-40B4-BE49-F238E27FC236}">
                  <a16:creationId xmlns:a16="http://schemas.microsoft.com/office/drawing/2014/main" id="{5C7580CA-F102-4974-A2FE-10CAC45DC3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213" y="383430"/>
              <a:ext cx="531454" cy="5539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rIns="0" bIns="0" anchor="b">
              <a:spAutoFit/>
            </a:bodyPr>
            <a:lstStyle/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ko-KR" sz="3600" b="0" i="0" u="none" strike="noStrike" kern="1200" cap="none" spc="-49" normalizeH="0" baseline="0" noProof="0">
                  <a:ln>
                    <a:solidFill>
                      <a:srgbClr val="D64E75">
                        <a:alpha val="0"/>
                      </a:srgbClr>
                    </a:solidFill>
                  </a:ln>
                  <a:solidFill>
                    <a:srgbClr val="A9CE56"/>
                  </a:solidFill>
                  <a:effectLst/>
                  <a:uLnTx/>
                  <a:uFillTx/>
                  <a:latin typeface="KoPub바탕체 Bold" panose="00000800000000000000" pitchFamily="2" charset="-127"/>
                  <a:ea typeface="KoPub바탕체 Bold" panose="00000800000000000000" pitchFamily="2" charset="-127"/>
                  <a:cs typeface="+mn-cs"/>
                </a:rPr>
                <a:t>0</a:t>
              </a:r>
              <a:r>
                <a:rPr lang="en-US" altLang="ko-KR" sz="3600" spc="-49" dirty="0">
                  <a:ln>
                    <a:solidFill>
                      <a:srgbClr val="D64E75">
                        <a:alpha val="0"/>
                      </a:srgbClr>
                    </a:solidFill>
                  </a:ln>
                  <a:solidFill>
                    <a:srgbClr val="4B8E42"/>
                  </a:solidFill>
                  <a:latin typeface="KoPub바탕체 Bold" panose="00000800000000000000" pitchFamily="2" charset="-127"/>
                  <a:ea typeface="KoPub바탕체 Bold" panose="00000800000000000000" pitchFamily="2" charset="-127"/>
                </a:rPr>
                <a:t>5</a:t>
              </a:r>
              <a:endParaRPr kumimoji="0" lang="ko-KR" altLang="en-US" sz="3600" b="0" i="0" u="none" strike="noStrike" kern="1200" cap="none" spc="-49" normalizeH="0" baseline="0" noProof="0" dirty="0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rgbClr val="4B8E42"/>
                </a:solidFill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  <a:cs typeface="+mn-cs"/>
              </a:endParaRPr>
            </a:p>
          </p:txBody>
        </p:sp>
        <p:sp>
          <p:nvSpPr>
            <p:cNvPr id="17" name="Rectangle 6">
              <a:extLst>
                <a:ext uri="{FF2B5EF4-FFF2-40B4-BE49-F238E27FC236}">
                  <a16:creationId xmlns:a16="http://schemas.microsoft.com/office/drawing/2014/main" id="{F2FAD937-1700-4B47-8942-2804C52FCB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6235" y="598511"/>
              <a:ext cx="2794655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rIns="0" bIns="0" anchor="b">
              <a:spAutoFit/>
            </a:bodyPr>
            <a:lstStyle/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lang="ko-KR" altLang="en-US" sz="2000" spc="-49">
                  <a:ln>
                    <a:solidFill>
                      <a:srgbClr val="D64E75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기능적 요구사항</a:t>
              </a:r>
              <a:endParaRPr kumimoji="0" lang="ko-KR" altLang="en-US" sz="2000" b="0" i="0" u="none" strike="noStrike" kern="1200" cap="none" spc="-49" normalizeH="0" baseline="0" noProof="0" dirty="0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4D32D929-802A-4997-AB18-5056CBE5271D}"/>
                </a:ext>
              </a:extLst>
            </p:cNvPr>
            <p:cNvGrpSpPr/>
            <p:nvPr/>
          </p:nvGrpSpPr>
          <p:grpSpPr>
            <a:xfrm>
              <a:off x="565201" y="1123003"/>
              <a:ext cx="7791119" cy="239314"/>
              <a:chOff x="1283748" y="1193940"/>
              <a:chExt cx="7791119" cy="239314"/>
            </a:xfrm>
          </p:grpSpPr>
          <p:sp>
            <p:nvSpPr>
              <p:cNvPr id="19" name="Freeform 31">
                <a:extLst>
                  <a:ext uri="{FF2B5EF4-FFF2-40B4-BE49-F238E27FC236}">
                    <a16:creationId xmlns:a16="http://schemas.microsoft.com/office/drawing/2014/main" id="{3D2C0956-BBFB-4D04-A140-A038FCC6988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83748" y="1193940"/>
                <a:ext cx="240252" cy="239314"/>
              </a:xfrm>
              <a:custGeom>
                <a:avLst/>
                <a:gdLst>
                  <a:gd name="T0" fmla="*/ 96 w 192"/>
                  <a:gd name="T1" fmla="*/ 0 h 191"/>
                  <a:gd name="T2" fmla="*/ 0 w 192"/>
                  <a:gd name="T3" fmla="*/ 95 h 191"/>
                  <a:gd name="T4" fmla="*/ 96 w 192"/>
                  <a:gd name="T5" fmla="*/ 191 h 191"/>
                  <a:gd name="T6" fmla="*/ 192 w 192"/>
                  <a:gd name="T7" fmla="*/ 95 h 191"/>
                  <a:gd name="T8" fmla="*/ 96 w 192"/>
                  <a:gd name="T9" fmla="*/ 0 h 191"/>
                  <a:gd name="T10" fmla="*/ 156 w 192"/>
                  <a:gd name="T11" fmla="*/ 73 h 191"/>
                  <a:gd name="T12" fmla="*/ 86 w 192"/>
                  <a:gd name="T13" fmla="*/ 142 h 191"/>
                  <a:gd name="T14" fmla="*/ 77 w 192"/>
                  <a:gd name="T15" fmla="*/ 145 h 191"/>
                  <a:gd name="T16" fmla="*/ 68 w 192"/>
                  <a:gd name="T17" fmla="*/ 142 h 191"/>
                  <a:gd name="T18" fmla="*/ 37 w 192"/>
                  <a:gd name="T19" fmla="*/ 110 h 191"/>
                  <a:gd name="T20" fmla="*/ 37 w 192"/>
                  <a:gd name="T21" fmla="*/ 92 h 191"/>
                  <a:gd name="T22" fmla="*/ 55 w 192"/>
                  <a:gd name="T23" fmla="*/ 92 h 191"/>
                  <a:gd name="T24" fmla="*/ 77 w 192"/>
                  <a:gd name="T25" fmla="*/ 115 h 191"/>
                  <a:gd name="T26" fmla="*/ 138 w 192"/>
                  <a:gd name="T27" fmla="*/ 55 h 191"/>
                  <a:gd name="T28" fmla="*/ 156 w 192"/>
                  <a:gd name="T29" fmla="*/ 55 h 191"/>
                  <a:gd name="T30" fmla="*/ 156 w 192"/>
                  <a:gd name="T31" fmla="*/ 73 h 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92" h="191">
                    <a:moveTo>
                      <a:pt x="96" y="0"/>
                    </a:moveTo>
                    <a:cubicBezTo>
                      <a:pt x="43" y="0"/>
                      <a:pt x="0" y="42"/>
                      <a:pt x="0" y="95"/>
                    </a:cubicBezTo>
                    <a:cubicBezTo>
                      <a:pt x="0" y="148"/>
                      <a:pt x="43" y="191"/>
                      <a:pt x="96" y="191"/>
                    </a:cubicBezTo>
                    <a:cubicBezTo>
                      <a:pt x="149" y="191"/>
                      <a:pt x="192" y="148"/>
                      <a:pt x="192" y="95"/>
                    </a:cubicBezTo>
                    <a:cubicBezTo>
                      <a:pt x="192" y="42"/>
                      <a:pt x="149" y="0"/>
                      <a:pt x="96" y="0"/>
                    </a:cubicBezTo>
                    <a:close/>
                    <a:moveTo>
                      <a:pt x="156" y="73"/>
                    </a:moveTo>
                    <a:cubicBezTo>
                      <a:pt x="86" y="142"/>
                      <a:pt x="86" y="142"/>
                      <a:pt x="86" y="142"/>
                    </a:cubicBezTo>
                    <a:cubicBezTo>
                      <a:pt x="84" y="144"/>
                      <a:pt x="81" y="145"/>
                      <a:pt x="77" y="145"/>
                    </a:cubicBezTo>
                    <a:cubicBezTo>
                      <a:pt x="74" y="145"/>
                      <a:pt x="71" y="144"/>
                      <a:pt x="68" y="142"/>
                    </a:cubicBezTo>
                    <a:cubicBezTo>
                      <a:pt x="37" y="110"/>
                      <a:pt x="37" y="110"/>
                      <a:pt x="37" y="110"/>
                    </a:cubicBezTo>
                    <a:cubicBezTo>
                      <a:pt x="32" y="105"/>
                      <a:pt x="32" y="97"/>
                      <a:pt x="37" y="92"/>
                    </a:cubicBezTo>
                    <a:cubicBezTo>
                      <a:pt x="42" y="87"/>
                      <a:pt x="50" y="87"/>
                      <a:pt x="55" y="92"/>
                    </a:cubicBezTo>
                    <a:cubicBezTo>
                      <a:pt x="77" y="115"/>
                      <a:pt x="77" y="115"/>
                      <a:pt x="77" y="115"/>
                    </a:cubicBezTo>
                    <a:cubicBezTo>
                      <a:pt x="138" y="55"/>
                      <a:pt x="138" y="55"/>
                      <a:pt x="138" y="55"/>
                    </a:cubicBezTo>
                    <a:cubicBezTo>
                      <a:pt x="143" y="50"/>
                      <a:pt x="151" y="50"/>
                      <a:pt x="156" y="55"/>
                    </a:cubicBezTo>
                    <a:cubicBezTo>
                      <a:pt x="161" y="60"/>
                      <a:pt x="161" y="68"/>
                      <a:pt x="156" y="7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95807C5-6085-42C3-8CF0-40E265DDA5A3}"/>
                  </a:ext>
                </a:extLst>
              </p:cNvPr>
              <p:cNvSpPr txBox="1"/>
              <p:nvPr/>
            </p:nvSpPr>
            <p:spPr>
              <a:xfrm>
                <a:off x="1627315" y="1205875"/>
                <a:ext cx="744755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lvl="0">
                  <a:defRPr/>
                </a:pPr>
                <a:r>
                  <a:rPr lang="ko-KR" altLang="en-US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j-ea"/>
                    <a:ea typeface="+mj-ea"/>
                  </a:rPr>
                  <a:t>전체 요구사항 </a:t>
                </a:r>
                <a:r>
                  <a:rPr lang="en-US" altLang="ko-KR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j-ea"/>
                    <a:ea typeface="+mj-ea"/>
                  </a:rPr>
                  <a:t>110</a:t>
                </a:r>
                <a:r>
                  <a:rPr lang="ko-KR" altLang="en-US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j-ea"/>
                    <a:ea typeface="+mj-ea"/>
                  </a:rPr>
                  <a:t>개 중 </a:t>
                </a:r>
                <a:r>
                  <a:rPr lang="ko-KR" altLang="en-US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srgbClr val="FFFF00"/>
                    </a:solidFill>
                    <a:latin typeface="+mj-ea"/>
                    <a:ea typeface="+mj-ea"/>
                  </a:rPr>
                  <a:t>기능적 요구사항 </a:t>
                </a:r>
                <a:r>
                  <a:rPr lang="en-US" altLang="ko-KR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srgbClr val="FFFF00"/>
                    </a:solidFill>
                    <a:latin typeface="+mj-ea"/>
                    <a:ea typeface="+mj-ea"/>
                  </a:rPr>
                  <a:t>23</a:t>
                </a:r>
                <a:r>
                  <a:rPr lang="ko-KR" altLang="en-US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srgbClr val="FFFF00"/>
                    </a:solidFill>
                    <a:latin typeface="+mj-ea"/>
                    <a:ea typeface="+mj-ea"/>
                  </a:rPr>
                  <a:t>개</a:t>
                </a:r>
                <a:r>
                  <a:rPr lang="en-US" altLang="ko-KR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srgbClr val="FFFF00"/>
                    </a:solidFill>
                    <a:latin typeface="+mj-ea"/>
                    <a:ea typeface="+mj-ea"/>
                  </a:rPr>
                  <a:t> </a:t>
                </a:r>
                <a:r>
                  <a:rPr lang="ko-KR" altLang="en-US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srgbClr val="FFFF00"/>
                    </a:solidFill>
                    <a:latin typeface="+mj-ea"/>
                    <a:ea typeface="+mj-ea"/>
                  </a:rPr>
                  <a:t>중심으로 과업수행</a:t>
                </a:r>
                <a:r>
                  <a:rPr lang="en-US" altLang="ko-KR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j-ea"/>
                    <a:ea typeface="+mj-ea"/>
                  </a:rPr>
                  <a:t>, QR </a:t>
                </a:r>
                <a:r>
                  <a:rPr lang="ko-KR" altLang="en-US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j-ea"/>
                    <a:ea typeface="+mj-ea"/>
                  </a:rPr>
                  <a:t>코드 등 추가 요청사항 동시 수행</a:t>
                </a:r>
                <a:r>
                  <a:rPr lang="en-US" altLang="ko-KR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j-ea"/>
                    <a:ea typeface="+mj-ea"/>
                  </a:rPr>
                  <a:t> </a:t>
                </a:r>
                <a:endParaRPr lang="en-US" altLang="ko-KR" sz="14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j-ea"/>
                  <a:ea typeface="+mj-ea"/>
                </a:endParaRPr>
              </a:p>
            </p:txBody>
          </p:sp>
        </p:grpSp>
      </p:grpSp>
      <p:graphicFrame>
        <p:nvGraphicFramePr>
          <p:cNvPr id="81" name="Table 73">
            <a:extLst>
              <a:ext uri="{FF2B5EF4-FFF2-40B4-BE49-F238E27FC236}">
                <a16:creationId xmlns:a16="http://schemas.microsoft.com/office/drawing/2014/main" id="{A0EA05D0-946E-481B-907F-D982DCF4BE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4664814"/>
              </p:ext>
            </p:extLst>
          </p:nvPr>
        </p:nvGraphicFramePr>
        <p:xfrm>
          <a:off x="834949" y="1818968"/>
          <a:ext cx="9010507" cy="4969675"/>
        </p:xfrm>
        <a:graphic>
          <a:graphicData uri="http://schemas.openxmlformats.org/drawingml/2006/table">
            <a:tbl>
              <a:tblPr firstCol="1"/>
              <a:tblGrid>
                <a:gridCol w="645949">
                  <a:extLst>
                    <a:ext uri="{9D8B030D-6E8A-4147-A177-3AD203B41FA5}">
                      <a16:colId xmlns:a16="http://schemas.microsoft.com/office/drawing/2014/main" val="1204586597"/>
                    </a:ext>
                  </a:extLst>
                </a:gridCol>
                <a:gridCol w="3710533">
                  <a:extLst>
                    <a:ext uri="{9D8B030D-6E8A-4147-A177-3AD203B41FA5}">
                      <a16:colId xmlns:a16="http://schemas.microsoft.com/office/drawing/2014/main" val="3269138702"/>
                    </a:ext>
                  </a:extLst>
                </a:gridCol>
                <a:gridCol w="757084">
                  <a:extLst>
                    <a:ext uri="{9D8B030D-6E8A-4147-A177-3AD203B41FA5}">
                      <a16:colId xmlns:a16="http://schemas.microsoft.com/office/drawing/2014/main" val="1690742927"/>
                    </a:ext>
                  </a:extLst>
                </a:gridCol>
                <a:gridCol w="3896941">
                  <a:extLst>
                    <a:ext uri="{9D8B030D-6E8A-4147-A177-3AD203B41FA5}">
                      <a16:colId xmlns:a16="http://schemas.microsoft.com/office/drawing/2014/main" val="884628398"/>
                    </a:ext>
                  </a:extLst>
                </a:gridCol>
              </a:tblGrid>
              <a:tr h="380887">
                <a:tc>
                  <a:txBody>
                    <a:bodyPr/>
                    <a:lstStyle/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+mj-ea"/>
                          <a:ea typeface="+mj-ea"/>
                          <a:cs typeface="+mn-cs"/>
                        </a:rPr>
                        <a:t>FUR</a:t>
                      </a:r>
                      <a:endParaRPr lang="ko-KR" altLang="en-US" sz="14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+mj-ea"/>
                          <a:ea typeface="+mj-ea"/>
                          <a:cs typeface="+mn-cs"/>
                        </a:rPr>
                        <a:t>요청사항</a:t>
                      </a:r>
                    </a:p>
                  </a:txBody>
                  <a:tcPr marL="54000" marR="540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+mj-ea"/>
                          <a:ea typeface="+mj-ea"/>
                          <a:cs typeface="+mn-cs"/>
                        </a:rPr>
                        <a:t>FUR</a:t>
                      </a:r>
                      <a:endParaRPr lang="ko-KR" altLang="en-US" sz="14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+mj-ea"/>
                          <a:ea typeface="+mj-ea"/>
                          <a:cs typeface="+mn-cs"/>
                        </a:rPr>
                        <a:t>요청사항</a:t>
                      </a:r>
                      <a:endParaRPr lang="ko-KR" altLang="en-US" sz="14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399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en-US" altLang="ko-KR" sz="105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001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marL="0" marR="0" lvl="0" indent="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b="1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chemeClr val="accent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기업회원 및 일반회원정보 관리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en-US" altLang="ko-KR" sz="105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013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b="1" kern="1200" spc="-70" dirty="0" err="1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chemeClr val="accent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살생물물질</a:t>
                      </a:r>
                      <a:r>
                        <a:rPr lang="ko-KR" altLang="en-US" sz="1400" b="1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chemeClr val="accent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승인신청 기능 개선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39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en-US" altLang="ko-KR" sz="105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002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시스템 인터페이스 개선 및 보안 적용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en-US" altLang="ko-KR" sz="105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014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b="1" kern="1200" spc="-70" dirty="0" err="1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chemeClr val="accent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살생물물질</a:t>
                      </a:r>
                      <a:r>
                        <a:rPr lang="ko-KR" altLang="en-US" sz="1400" b="1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chemeClr val="accent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종합평가자료 작성 및 제출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991677"/>
                  </a:ext>
                </a:extLst>
              </a:tr>
              <a:tr h="38239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en-US" altLang="ko-KR" sz="105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003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b="1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chemeClr val="accent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제품 및 물질 신청 체계 구축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en-US" altLang="ko-KR" sz="105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015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kern="1200" spc="-70" dirty="0" err="1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물질동등성</a:t>
                      </a:r>
                      <a:r>
                        <a:rPr lang="ko-KR" altLang="en-US" sz="140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인정 </a:t>
                      </a:r>
                      <a:r>
                        <a:rPr lang="ko-KR" altLang="en-US" sz="1400" kern="1200" spc="-70" dirty="0" err="1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신청자료</a:t>
                      </a:r>
                      <a:r>
                        <a:rPr lang="ko-KR" altLang="en-US" sz="140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작성 및 제출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378230"/>
                  </a:ext>
                </a:extLst>
              </a:tr>
              <a:tr h="38239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en-US" altLang="ko-KR" sz="105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004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b="1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chemeClr val="accent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안전확인대상 생활화학제품 신고대상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en-US" altLang="ko-KR" sz="105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016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kern="1200" spc="-70" dirty="0" err="1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살생물제품</a:t>
                      </a:r>
                      <a:r>
                        <a:rPr lang="ko-KR" altLang="en-US" sz="140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신청 등 개선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3062019"/>
                  </a:ext>
                </a:extLst>
              </a:tr>
              <a:tr h="38239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en-US" altLang="ko-KR" sz="105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005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안전확인대상 생활화학제품 승인대상 개선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en-US" altLang="ko-KR" sz="105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017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kern="1200" spc="-70" dirty="0" err="1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살생물제품</a:t>
                      </a:r>
                      <a:r>
                        <a:rPr lang="ko-KR" altLang="en-US" sz="140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종합평가자료 작성 및 제출 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7317824"/>
                  </a:ext>
                </a:extLst>
              </a:tr>
              <a:tr h="38239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en-US" altLang="ko-KR" sz="105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006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안전확인대상 생활화학제품 승인대상 </a:t>
                      </a:r>
                      <a:r>
                        <a:rPr lang="en-US" altLang="ko-KR" sz="140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DB</a:t>
                      </a:r>
                      <a:r>
                        <a:rPr lang="ko-KR" altLang="en-US" sz="140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구축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en-US" altLang="ko-KR" sz="105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018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kern="1200" spc="-70" dirty="0" err="1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제품유사성</a:t>
                      </a:r>
                      <a:r>
                        <a:rPr lang="ko-KR" altLang="en-US" sz="140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인정 </a:t>
                      </a:r>
                      <a:r>
                        <a:rPr lang="ko-KR" altLang="en-US" sz="1400" kern="1200" spc="-70" dirty="0" err="1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신청자료</a:t>
                      </a:r>
                      <a:r>
                        <a:rPr lang="ko-KR" altLang="en-US" sz="140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작성 및 제출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094204"/>
                  </a:ext>
                </a:extLst>
              </a:tr>
              <a:tr h="38239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en-US" altLang="ko-KR" sz="105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007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자유판매증명원 </a:t>
                      </a:r>
                      <a:r>
                        <a:rPr lang="en-US" altLang="ko-KR" sz="140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DB </a:t>
                      </a:r>
                      <a:r>
                        <a:rPr lang="ko-KR" altLang="en-US" sz="140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구축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en-US" altLang="ko-KR" sz="105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019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선임 또는 </a:t>
                      </a:r>
                      <a:r>
                        <a:rPr lang="ko-KR" altLang="en-US" sz="1400" kern="1200" spc="-70" dirty="0" err="1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해임신고</a:t>
                      </a:r>
                      <a:r>
                        <a:rPr lang="ko-KR" altLang="en-US" sz="140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기능 개선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728395"/>
                  </a:ext>
                </a:extLst>
              </a:tr>
              <a:tr h="38239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en-US" altLang="ko-KR" sz="105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008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en-US" altLang="ko-KR" sz="140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G4B </a:t>
                      </a:r>
                      <a:r>
                        <a:rPr lang="ko-KR" altLang="en-US" sz="140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연계 기능 강화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en-US" altLang="ko-KR" sz="105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020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kern="1200" spc="-70" dirty="0" err="1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살생물물질</a:t>
                      </a:r>
                      <a:r>
                        <a:rPr lang="ko-KR" altLang="en-US" sz="140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</a:t>
                      </a:r>
                      <a:r>
                        <a:rPr lang="ko-KR" altLang="en-US" sz="1400" kern="1200" spc="-70" dirty="0" err="1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개별신청</a:t>
                      </a:r>
                      <a:r>
                        <a:rPr lang="ko-KR" altLang="en-US" sz="140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및 승인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637637"/>
                  </a:ext>
                </a:extLst>
              </a:tr>
              <a:tr h="38239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en-US" altLang="ko-KR" sz="105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009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수입요건 및 자유판매증명서 기능 구축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en-US" altLang="ko-KR" sz="105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021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권리의무 승계 기능 개선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7467251"/>
                  </a:ext>
                </a:extLst>
              </a:tr>
              <a:tr h="38239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en-US" altLang="ko-KR" sz="105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010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민원 처리 시스템 고도화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en-US" altLang="ko-KR" sz="105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022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안전성 조사 및 사후관리 업무 기능 개선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358692"/>
                  </a:ext>
                </a:extLst>
              </a:tr>
              <a:tr h="38239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en-US" altLang="ko-KR" sz="105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011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기존살생물물질 제조</a:t>
                      </a:r>
                      <a:r>
                        <a:rPr lang="en-US" altLang="ko-KR" sz="140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40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수입 신고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en-US" altLang="ko-KR" sz="105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023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살생물제</a:t>
                      </a:r>
                      <a:r>
                        <a:rPr lang="en-US" altLang="ko-KR" sz="140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40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생활화학제품</a:t>
                      </a:r>
                      <a:r>
                        <a:rPr lang="en-US" altLang="ko-KR" sz="140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</a:t>
                      </a:r>
                      <a:r>
                        <a:rPr lang="ko-KR" altLang="en-US" sz="140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제조수입보고 관련 기능 개선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8830434"/>
                  </a:ext>
                </a:extLst>
              </a:tr>
              <a:tr h="38239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en-US" altLang="ko-KR" sz="105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012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b="1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chemeClr val="accent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승인유예대상 기존살생물물질 통합 관리 </a:t>
                      </a:r>
                      <a:r>
                        <a:rPr lang="en-US" altLang="ko-KR" sz="1400" b="1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chemeClr val="accent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DB </a:t>
                      </a:r>
                      <a:r>
                        <a:rPr lang="ko-KR" altLang="en-US" sz="1400" b="1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chemeClr val="accent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구축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endParaRPr lang="ko-KR" altLang="en-US" sz="14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endParaRPr lang="ko-KR" altLang="en-US" sz="14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2070385"/>
                  </a:ext>
                </a:extLst>
              </a:tr>
            </a:tbl>
          </a:graphicData>
        </a:graphic>
      </p:graphicFrame>
      <p:pic>
        <p:nvPicPr>
          <p:cNvPr id="22" name="Picture 51" descr="V">
            <a:extLst>
              <a:ext uri="{FF2B5EF4-FFF2-40B4-BE49-F238E27FC236}">
                <a16:creationId xmlns:a16="http://schemas.microsoft.com/office/drawing/2014/main" id="{155D0F89-A48D-4F05-87D0-FF1E61270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2306" y="2190579"/>
            <a:ext cx="352425" cy="430212"/>
          </a:xfrm>
          <a:prstGeom prst="rect">
            <a:avLst/>
          </a:prstGeom>
          <a:noFill/>
        </p:spPr>
      </p:pic>
      <p:pic>
        <p:nvPicPr>
          <p:cNvPr id="23" name="Picture 51" descr="V">
            <a:extLst>
              <a:ext uri="{FF2B5EF4-FFF2-40B4-BE49-F238E27FC236}">
                <a16:creationId xmlns:a16="http://schemas.microsoft.com/office/drawing/2014/main" id="{4DC50837-050F-4BFE-B31F-04EAE351B9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57890" y="2620791"/>
            <a:ext cx="352425" cy="4302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19177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8F826EDA-1A6E-4AE5-8B97-CE998B04788B}"/>
              </a:ext>
            </a:extLst>
          </p:cNvPr>
          <p:cNvGrpSpPr/>
          <p:nvPr/>
        </p:nvGrpSpPr>
        <p:grpSpPr>
          <a:xfrm>
            <a:off x="8934005" y="699034"/>
            <a:ext cx="881958" cy="245691"/>
            <a:chOff x="8458455" y="782973"/>
            <a:chExt cx="881958" cy="245691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6A8CB2AE-12EB-4889-A3F8-1A7DD702230E}"/>
                </a:ext>
              </a:extLst>
            </p:cNvPr>
            <p:cNvGrpSpPr/>
            <p:nvPr/>
          </p:nvGrpSpPr>
          <p:grpSpPr>
            <a:xfrm>
              <a:off x="8697949" y="782973"/>
              <a:ext cx="163476" cy="245691"/>
              <a:chOff x="8658927" y="782973"/>
              <a:chExt cx="163476" cy="245691"/>
            </a:xfrm>
          </p:grpSpPr>
          <p:sp>
            <p:nvSpPr>
              <p:cNvPr id="13" name="사각형: 둥근 위쪽 모서리 12">
                <a:extLst>
                  <a:ext uri="{FF2B5EF4-FFF2-40B4-BE49-F238E27FC236}">
                    <a16:creationId xmlns:a16="http://schemas.microsoft.com/office/drawing/2014/main" id="{69ECBDDD-9DFB-49E5-A8CC-A2332C5B3E08}"/>
                  </a:ext>
                </a:extLst>
              </p:cNvPr>
              <p:cNvSpPr/>
              <p:nvPr/>
            </p:nvSpPr>
            <p:spPr>
              <a:xfrm>
                <a:off x="8658927" y="956664"/>
                <a:ext cx="163476" cy="720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838513AB-F3ED-4E5C-83F2-E6E5C90E827D}"/>
                  </a:ext>
                </a:extLst>
              </p:cNvPr>
              <p:cNvSpPr/>
              <p:nvPr/>
            </p:nvSpPr>
            <p:spPr>
              <a:xfrm>
                <a:off x="8658927" y="782973"/>
                <a:ext cx="163476" cy="1493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rPr>
                  <a:t>Ⅱ</a:t>
                </a:r>
                <a:endParaRPr kumimoji="0" lang="ko-KR" altLang="en-US" sz="800" b="0" i="0" u="none" strike="noStrike" kern="0" cap="none" spc="-30" normalizeH="0" baseline="0" noProof="0" dirty="0">
                  <a:ln w="3175"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KoPub바탕체 Light" panose="00000300000000000000" pitchFamily="2" charset="-127"/>
                  <a:ea typeface="KoPub바탕체 Light" panose="00000300000000000000" pitchFamily="2" charset="-127"/>
                  <a:cs typeface="+mn-cs"/>
                </a:endParaRPr>
              </a:p>
            </p:txBody>
          </p:sp>
        </p:grp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A9DD9C57-E918-4CFB-B998-226D5ECD062E}"/>
                </a:ext>
              </a:extLst>
            </p:cNvPr>
            <p:cNvGrpSpPr/>
            <p:nvPr/>
          </p:nvGrpSpPr>
          <p:grpSpPr>
            <a:xfrm>
              <a:off x="8458455" y="782973"/>
              <a:ext cx="163476" cy="245691"/>
              <a:chOff x="8458455" y="782973"/>
              <a:chExt cx="163476" cy="245691"/>
            </a:xfrm>
          </p:grpSpPr>
          <p:sp>
            <p:nvSpPr>
              <p:cNvPr id="11" name="사각형: 둥근 위쪽 모서리 10">
                <a:extLst>
                  <a:ext uri="{FF2B5EF4-FFF2-40B4-BE49-F238E27FC236}">
                    <a16:creationId xmlns:a16="http://schemas.microsoft.com/office/drawing/2014/main" id="{65C8F565-A682-4427-9C46-013A50F44A9B}"/>
                  </a:ext>
                </a:extLst>
              </p:cNvPr>
              <p:cNvSpPr/>
              <p:nvPr/>
            </p:nvSpPr>
            <p:spPr>
              <a:xfrm>
                <a:off x="8458455" y="956664"/>
                <a:ext cx="163476" cy="720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66B3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42C2DE6D-CEC6-4777-BE44-3A508CA880E9}"/>
                  </a:ext>
                </a:extLst>
              </p:cNvPr>
              <p:cNvSpPr/>
              <p:nvPr/>
            </p:nvSpPr>
            <p:spPr>
              <a:xfrm>
                <a:off x="8458455" y="782973"/>
                <a:ext cx="163476" cy="1493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srgbClr val="4B8E42"/>
                    </a:solidFill>
                    <a:effectLst/>
                    <a:uLnTx/>
                    <a:uFillTx/>
                    <a:latin typeface="KoPub바탕체 Medium" panose="00000600000000000000" pitchFamily="2" charset="-127"/>
                    <a:ea typeface="KoPub바탕체 Medium" panose="00000600000000000000" pitchFamily="2" charset="-127"/>
                    <a:cs typeface="+mn-cs"/>
                  </a:rPr>
                  <a:t>Ⅰ</a:t>
                </a:r>
                <a:endParaRPr kumimoji="0" lang="ko-KR" altLang="en-US" sz="1000" b="0" i="0" u="none" strike="noStrike" kern="0" cap="none" spc="-30" normalizeH="0" baseline="0" noProof="0" dirty="0">
                  <a:ln w="3175"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srgbClr val="4B8E42"/>
                  </a:solidFill>
                  <a:effectLst/>
                  <a:uLnTx/>
                  <a:uFillTx/>
                  <a:latin typeface="KoPub바탕체 Medium" panose="00000600000000000000" pitchFamily="2" charset="-127"/>
                  <a:ea typeface="KoPub바탕체 Medium" panose="00000600000000000000" pitchFamily="2" charset="-127"/>
                  <a:cs typeface="+mn-cs"/>
                </a:endParaRPr>
              </a:p>
            </p:txBody>
          </p:sp>
        </p:grp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467B38EE-F98D-408F-A13B-882724E89E0B}"/>
                </a:ext>
              </a:extLst>
            </p:cNvPr>
            <p:cNvGrpSpPr/>
            <p:nvPr/>
          </p:nvGrpSpPr>
          <p:grpSpPr>
            <a:xfrm>
              <a:off x="9176937" y="782973"/>
              <a:ext cx="163476" cy="245691"/>
              <a:chOff x="9059871" y="782973"/>
              <a:chExt cx="163476" cy="245691"/>
            </a:xfrm>
          </p:grpSpPr>
          <p:sp>
            <p:nvSpPr>
              <p:cNvPr id="9" name="사각형: 둥근 위쪽 모서리 8">
                <a:extLst>
                  <a:ext uri="{FF2B5EF4-FFF2-40B4-BE49-F238E27FC236}">
                    <a16:creationId xmlns:a16="http://schemas.microsoft.com/office/drawing/2014/main" id="{3CC70C9C-586F-4EBD-B1EE-B79673AFDCD3}"/>
                  </a:ext>
                </a:extLst>
              </p:cNvPr>
              <p:cNvSpPr/>
              <p:nvPr/>
            </p:nvSpPr>
            <p:spPr>
              <a:xfrm>
                <a:off x="9059871" y="956664"/>
                <a:ext cx="163476" cy="720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479598AF-645A-4835-AA86-5FF42BD05859}"/>
                  </a:ext>
                </a:extLst>
              </p:cNvPr>
              <p:cNvSpPr/>
              <p:nvPr/>
            </p:nvSpPr>
            <p:spPr>
              <a:xfrm>
                <a:off x="9059871" y="782973"/>
                <a:ext cx="163476" cy="1493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rPr>
                  <a:t>Ⅳ</a:t>
                </a:r>
                <a:endParaRPr kumimoji="0" lang="ko-KR" altLang="en-US" sz="800" b="0" i="0" u="none" strike="noStrike" kern="0" cap="none" spc="-30" normalizeH="0" baseline="0" noProof="0" dirty="0">
                  <a:ln w="3175"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KoPub바탕체 Light" panose="00000300000000000000" pitchFamily="2" charset="-127"/>
                  <a:ea typeface="KoPub바탕체 Light" panose="00000300000000000000" pitchFamily="2" charset="-127"/>
                  <a:cs typeface="+mn-cs"/>
                </a:endParaRPr>
              </a:p>
            </p:txBody>
          </p:sp>
        </p:grp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830EC18B-9765-4F09-A298-279BF39D80DD}"/>
                </a:ext>
              </a:extLst>
            </p:cNvPr>
            <p:cNvGrpSpPr/>
            <p:nvPr/>
          </p:nvGrpSpPr>
          <p:grpSpPr>
            <a:xfrm>
              <a:off x="8937443" y="782973"/>
              <a:ext cx="163476" cy="245691"/>
              <a:chOff x="8859399" y="782973"/>
              <a:chExt cx="163476" cy="245691"/>
            </a:xfrm>
          </p:grpSpPr>
          <p:sp>
            <p:nvSpPr>
              <p:cNvPr id="7" name="사각형: 둥근 위쪽 모서리 6">
                <a:extLst>
                  <a:ext uri="{FF2B5EF4-FFF2-40B4-BE49-F238E27FC236}">
                    <a16:creationId xmlns:a16="http://schemas.microsoft.com/office/drawing/2014/main" id="{256AB4C7-996A-4BA5-B17E-04F2A4C8BCCF}"/>
                  </a:ext>
                </a:extLst>
              </p:cNvPr>
              <p:cNvSpPr/>
              <p:nvPr/>
            </p:nvSpPr>
            <p:spPr>
              <a:xfrm>
                <a:off x="8859399" y="956664"/>
                <a:ext cx="163476" cy="720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9AF0B8D3-CA61-48E5-A3DB-BFD4D69C7B38}"/>
                  </a:ext>
                </a:extLst>
              </p:cNvPr>
              <p:cNvSpPr/>
              <p:nvPr/>
            </p:nvSpPr>
            <p:spPr>
              <a:xfrm>
                <a:off x="8859399" y="782973"/>
                <a:ext cx="163476" cy="1493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rPr>
                  <a:t>Ⅲ</a:t>
                </a:r>
                <a:endParaRPr kumimoji="0" lang="ko-KR" altLang="en-US" sz="800" b="0" i="0" u="none" strike="noStrike" kern="0" cap="none" spc="-30" normalizeH="0" baseline="0" noProof="0" dirty="0">
                  <a:ln w="3175"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KoPub바탕체 Light" panose="00000300000000000000" pitchFamily="2" charset="-127"/>
                  <a:ea typeface="KoPub바탕체 Light" panose="00000300000000000000" pitchFamily="2" charset="-127"/>
                  <a:cs typeface="+mn-cs"/>
                </a:endParaRPr>
              </a:p>
            </p:txBody>
          </p:sp>
        </p:grp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199D1EE-FAF8-4B29-B155-C3E8C90C98FE}"/>
              </a:ext>
            </a:extLst>
          </p:cNvPr>
          <p:cNvGrpSpPr/>
          <p:nvPr/>
        </p:nvGrpSpPr>
        <p:grpSpPr>
          <a:xfrm>
            <a:off x="557213" y="383430"/>
            <a:ext cx="9714696" cy="978887"/>
            <a:chOff x="557213" y="383430"/>
            <a:chExt cx="9714696" cy="978887"/>
          </a:xfrm>
        </p:grpSpPr>
        <p:sp>
          <p:nvSpPr>
            <p:cNvPr id="16" name="Rectangle 6">
              <a:extLst>
                <a:ext uri="{FF2B5EF4-FFF2-40B4-BE49-F238E27FC236}">
                  <a16:creationId xmlns:a16="http://schemas.microsoft.com/office/drawing/2014/main" id="{5C7580CA-F102-4974-A2FE-10CAC45DC3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213" y="383430"/>
              <a:ext cx="531454" cy="5539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rIns="0" bIns="0" anchor="b">
              <a:spAutoFit/>
            </a:bodyPr>
            <a:lstStyle/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ko-KR" sz="3600" b="0" i="0" u="none" strike="noStrike" kern="1200" cap="none" spc="-49" normalizeH="0" baseline="0" noProof="0">
                  <a:ln>
                    <a:solidFill>
                      <a:srgbClr val="D64E75">
                        <a:alpha val="0"/>
                      </a:srgbClr>
                    </a:solidFill>
                  </a:ln>
                  <a:solidFill>
                    <a:srgbClr val="A9CE56"/>
                  </a:solidFill>
                  <a:effectLst/>
                  <a:uLnTx/>
                  <a:uFillTx/>
                  <a:latin typeface="KoPub바탕체 Bold" panose="00000800000000000000" pitchFamily="2" charset="-127"/>
                  <a:ea typeface="KoPub바탕체 Bold" panose="00000800000000000000" pitchFamily="2" charset="-127"/>
                  <a:cs typeface="+mn-cs"/>
                </a:rPr>
                <a:t>0</a:t>
              </a:r>
              <a:r>
                <a:rPr kumimoji="0" lang="en-US" altLang="ko-KR" sz="3600" b="0" i="0" u="none" strike="noStrike" kern="1200" cap="none" spc="-49" normalizeH="0" baseline="0" noProof="0" dirty="0">
                  <a:ln>
                    <a:solidFill>
                      <a:srgbClr val="D64E75">
                        <a:alpha val="0"/>
                      </a:srgbClr>
                    </a:solidFill>
                  </a:ln>
                  <a:solidFill>
                    <a:srgbClr val="4B8E42"/>
                  </a:solidFill>
                  <a:effectLst/>
                  <a:uLnTx/>
                  <a:uFillTx/>
                  <a:latin typeface="KoPub바탕체 Bold" panose="00000800000000000000" pitchFamily="2" charset="-127"/>
                  <a:ea typeface="KoPub바탕체 Bold" panose="00000800000000000000" pitchFamily="2" charset="-127"/>
                  <a:cs typeface="+mn-cs"/>
                </a:rPr>
                <a:t>6</a:t>
              </a:r>
              <a:endParaRPr kumimoji="0" lang="ko-KR" altLang="en-US" sz="3600" b="0" i="0" u="none" strike="noStrike" kern="1200" cap="none" spc="-49" normalizeH="0" baseline="0" noProof="0" dirty="0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rgbClr val="4B8E42"/>
                </a:solidFill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  <a:cs typeface="+mn-cs"/>
              </a:endParaRPr>
            </a:p>
          </p:txBody>
        </p:sp>
        <p:sp>
          <p:nvSpPr>
            <p:cNvPr id="17" name="Rectangle 6">
              <a:extLst>
                <a:ext uri="{FF2B5EF4-FFF2-40B4-BE49-F238E27FC236}">
                  <a16:creationId xmlns:a16="http://schemas.microsoft.com/office/drawing/2014/main" id="{F2FAD937-1700-4B47-8942-2804C52FCB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6235" y="598511"/>
              <a:ext cx="2794655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rIns="0" bIns="0" anchor="b">
              <a:spAutoFit/>
            </a:bodyPr>
            <a:lstStyle/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ko-KR" altLang="en-US" sz="2000" b="0" i="0" u="none" strike="noStrike" kern="1200" cap="none" spc="-49" normalizeH="0" baseline="0" noProof="0">
                  <a:ln>
                    <a:solidFill>
                      <a:srgbClr val="D64E75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주요 일정</a:t>
              </a:r>
              <a:endParaRPr kumimoji="0" lang="ko-KR" altLang="en-US" sz="2000" b="0" i="0" u="none" strike="noStrike" kern="1200" cap="none" spc="-49" normalizeH="0" baseline="0" noProof="0" dirty="0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4D32D929-802A-4997-AB18-5056CBE5271D}"/>
                </a:ext>
              </a:extLst>
            </p:cNvPr>
            <p:cNvGrpSpPr/>
            <p:nvPr/>
          </p:nvGrpSpPr>
          <p:grpSpPr>
            <a:xfrm>
              <a:off x="565201" y="1123003"/>
              <a:ext cx="9706708" cy="239314"/>
              <a:chOff x="1283748" y="1193940"/>
              <a:chExt cx="9706708" cy="239314"/>
            </a:xfrm>
          </p:grpSpPr>
          <p:sp>
            <p:nvSpPr>
              <p:cNvPr id="19" name="Freeform 31">
                <a:extLst>
                  <a:ext uri="{FF2B5EF4-FFF2-40B4-BE49-F238E27FC236}">
                    <a16:creationId xmlns:a16="http://schemas.microsoft.com/office/drawing/2014/main" id="{3D2C0956-BBFB-4D04-A140-A038FCC6988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83748" y="1193940"/>
                <a:ext cx="240252" cy="239314"/>
              </a:xfrm>
              <a:custGeom>
                <a:avLst/>
                <a:gdLst>
                  <a:gd name="T0" fmla="*/ 96 w 192"/>
                  <a:gd name="T1" fmla="*/ 0 h 191"/>
                  <a:gd name="T2" fmla="*/ 0 w 192"/>
                  <a:gd name="T3" fmla="*/ 95 h 191"/>
                  <a:gd name="T4" fmla="*/ 96 w 192"/>
                  <a:gd name="T5" fmla="*/ 191 h 191"/>
                  <a:gd name="T6" fmla="*/ 192 w 192"/>
                  <a:gd name="T7" fmla="*/ 95 h 191"/>
                  <a:gd name="T8" fmla="*/ 96 w 192"/>
                  <a:gd name="T9" fmla="*/ 0 h 191"/>
                  <a:gd name="T10" fmla="*/ 156 w 192"/>
                  <a:gd name="T11" fmla="*/ 73 h 191"/>
                  <a:gd name="T12" fmla="*/ 86 w 192"/>
                  <a:gd name="T13" fmla="*/ 142 h 191"/>
                  <a:gd name="T14" fmla="*/ 77 w 192"/>
                  <a:gd name="T15" fmla="*/ 145 h 191"/>
                  <a:gd name="T16" fmla="*/ 68 w 192"/>
                  <a:gd name="T17" fmla="*/ 142 h 191"/>
                  <a:gd name="T18" fmla="*/ 37 w 192"/>
                  <a:gd name="T19" fmla="*/ 110 h 191"/>
                  <a:gd name="T20" fmla="*/ 37 w 192"/>
                  <a:gd name="T21" fmla="*/ 92 h 191"/>
                  <a:gd name="T22" fmla="*/ 55 w 192"/>
                  <a:gd name="T23" fmla="*/ 92 h 191"/>
                  <a:gd name="T24" fmla="*/ 77 w 192"/>
                  <a:gd name="T25" fmla="*/ 115 h 191"/>
                  <a:gd name="T26" fmla="*/ 138 w 192"/>
                  <a:gd name="T27" fmla="*/ 55 h 191"/>
                  <a:gd name="T28" fmla="*/ 156 w 192"/>
                  <a:gd name="T29" fmla="*/ 55 h 191"/>
                  <a:gd name="T30" fmla="*/ 156 w 192"/>
                  <a:gd name="T31" fmla="*/ 73 h 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92" h="191">
                    <a:moveTo>
                      <a:pt x="96" y="0"/>
                    </a:moveTo>
                    <a:cubicBezTo>
                      <a:pt x="43" y="0"/>
                      <a:pt x="0" y="42"/>
                      <a:pt x="0" y="95"/>
                    </a:cubicBezTo>
                    <a:cubicBezTo>
                      <a:pt x="0" y="148"/>
                      <a:pt x="43" y="191"/>
                      <a:pt x="96" y="191"/>
                    </a:cubicBezTo>
                    <a:cubicBezTo>
                      <a:pt x="149" y="191"/>
                      <a:pt x="192" y="148"/>
                      <a:pt x="192" y="95"/>
                    </a:cubicBezTo>
                    <a:cubicBezTo>
                      <a:pt x="192" y="42"/>
                      <a:pt x="149" y="0"/>
                      <a:pt x="96" y="0"/>
                    </a:cubicBezTo>
                    <a:close/>
                    <a:moveTo>
                      <a:pt x="156" y="73"/>
                    </a:moveTo>
                    <a:cubicBezTo>
                      <a:pt x="86" y="142"/>
                      <a:pt x="86" y="142"/>
                      <a:pt x="86" y="142"/>
                    </a:cubicBezTo>
                    <a:cubicBezTo>
                      <a:pt x="84" y="144"/>
                      <a:pt x="81" y="145"/>
                      <a:pt x="77" y="145"/>
                    </a:cubicBezTo>
                    <a:cubicBezTo>
                      <a:pt x="74" y="145"/>
                      <a:pt x="71" y="144"/>
                      <a:pt x="68" y="142"/>
                    </a:cubicBezTo>
                    <a:cubicBezTo>
                      <a:pt x="37" y="110"/>
                      <a:pt x="37" y="110"/>
                      <a:pt x="37" y="110"/>
                    </a:cubicBezTo>
                    <a:cubicBezTo>
                      <a:pt x="32" y="105"/>
                      <a:pt x="32" y="97"/>
                      <a:pt x="37" y="92"/>
                    </a:cubicBezTo>
                    <a:cubicBezTo>
                      <a:pt x="42" y="87"/>
                      <a:pt x="50" y="87"/>
                      <a:pt x="55" y="92"/>
                    </a:cubicBezTo>
                    <a:cubicBezTo>
                      <a:pt x="77" y="115"/>
                      <a:pt x="77" y="115"/>
                      <a:pt x="77" y="115"/>
                    </a:cubicBezTo>
                    <a:cubicBezTo>
                      <a:pt x="138" y="55"/>
                      <a:pt x="138" y="55"/>
                      <a:pt x="138" y="55"/>
                    </a:cubicBezTo>
                    <a:cubicBezTo>
                      <a:pt x="143" y="50"/>
                      <a:pt x="151" y="50"/>
                      <a:pt x="156" y="55"/>
                    </a:cubicBezTo>
                    <a:cubicBezTo>
                      <a:pt x="161" y="60"/>
                      <a:pt x="161" y="68"/>
                      <a:pt x="156" y="7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95807C5-6085-42C3-8CF0-40E265DDA5A3}"/>
                  </a:ext>
                </a:extLst>
              </p:cNvPr>
              <p:cNvSpPr txBox="1"/>
              <p:nvPr/>
            </p:nvSpPr>
            <p:spPr>
              <a:xfrm>
                <a:off x="1627315" y="1205875"/>
                <a:ext cx="936314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lvl="0">
                  <a:defRPr/>
                </a:pPr>
                <a:r>
                  <a:rPr lang="en-US" altLang="ko-KR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srgbClr val="FFFF00"/>
                    </a:solidFill>
                    <a:latin typeface="+mj-ea"/>
                    <a:ea typeface="+mj-ea"/>
                  </a:rPr>
                  <a:t>6</a:t>
                </a:r>
                <a:r>
                  <a:rPr lang="ko-KR" altLang="en-US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srgbClr val="FFFF00"/>
                    </a:solidFill>
                    <a:latin typeface="+mj-ea"/>
                    <a:ea typeface="+mj-ea"/>
                  </a:rPr>
                  <a:t>월말까지 기존 살생물물질 승인신청에 대한 기능 완료</a:t>
                </a:r>
                <a:r>
                  <a:rPr lang="en-US" altLang="ko-KR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j-ea"/>
                    <a:ea typeface="+mj-ea"/>
                  </a:rPr>
                  <a:t>(</a:t>
                </a:r>
                <a:r>
                  <a:rPr lang="ko-KR" altLang="en-US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j-ea"/>
                    <a:ea typeface="+mj-ea"/>
                  </a:rPr>
                  <a:t>유형협의체 대표자 신청</a:t>
                </a:r>
                <a:r>
                  <a:rPr lang="en-US" altLang="ko-KR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j-ea"/>
                    <a:ea typeface="+mj-ea"/>
                  </a:rPr>
                  <a:t>, </a:t>
                </a:r>
                <a:r>
                  <a:rPr lang="ko-KR" altLang="en-US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j-ea"/>
                    <a:ea typeface="+mj-ea"/>
                  </a:rPr>
                  <a:t>단독 등</a:t>
                </a:r>
                <a:r>
                  <a:rPr lang="en-US" altLang="ko-KR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j-ea"/>
                    <a:ea typeface="+mj-ea"/>
                  </a:rPr>
                  <a:t>), </a:t>
                </a:r>
                <a:r>
                  <a:rPr lang="ko-KR" altLang="en-US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j-ea"/>
                    <a:ea typeface="+mj-ea"/>
                  </a:rPr>
                  <a:t>나머지 기능에 대해서는 업무 상세화 필요</a:t>
                </a:r>
                <a:r>
                  <a:rPr lang="en-US" altLang="ko-KR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j-ea"/>
                    <a:ea typeface="+mj-ea"/>
                  </a:rPr>
                  <a:t> </a:t>
                </a:r>
                <a:endParaRPr lang="en-US" altLang="ko-KR" sz="14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j-ea"/>
                  <a:ea typeface="+mj-ea"/>
                </a:endParaRPr>
              </a:p>
            </p:txBody>
          </p:sp>
        </p:grpSp>
      </p:grpSp>
      <p:graphicFrame>
        <p:nvGraphicFramePr>
          <p:cNvPr id="22" name="Table 73">
            <a:extLst>
              <a:ext uri="{FF2B5EF4-FFF2-40B4-BE49-F238E27FC236}">
                <a16:creationId xmlns:a16="http://schemas.microsoft.com/office/drawing/2014/main" id="{1557EBEC-809A-4CC6-ADFF-96A6AFDFDC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1473791"/>
              </p:ext>
            </p:extLst>
          </p:nvPr>
        </p:nvGraphicFramePr>
        <p:xfrm>
          <a:off x="834949" y="1818968"/>
          <a:ext cx="9010509" cy="4981994"/>
        </p:xfrm>
        <a:graphic>
          <a:graphicData uri="http://schemas.openxmlformats.org/drawingml/2006/table">
            <a:tbl>
              <a:tblPr firstCol="1"/>
              <a:tblGrid>
                <a:gridCol w="1623116">
                  <a:extLst>
                    <a:ext uri="{9D8B030D-6E8A-4147-A177-3AD203B41FA5}">
                      <a16:colId xmlns:a16="http://schemas.microsoft.com/office/drawing/2014/main" val="1204586597"/>
                    </a:ext>
                  </a:extLst>
                </a:gridCol>
                <a:gridCol w="3647767">
                  <a:extLst>
                    <a:ext uri="{9D8B030D-6E8A-4147-A177-3AD203B41FA5}">
                      <a16:colId xmlns:a16="http://schemas.microsoft.com/office/drawing/2014/main" val="3269138702"/>
                    </a:ext>
                  </a:extLst>
                </a:gridCol>
                <a:gridCol w="2566220">
                  <a:extLst>
                    <a:ext uri="{9D8B030D-6E8A-4147-A177-3AD203B41FA5}">
                      <a16:colId xmlns:a16="http://schemas.microsoft.com/office/drawing/2014/main" val="884628398"/>
                    </a:ext>
                  </a:extLst>
                </a:gridCol>
                <a:gridCol w="1173406">
                  <a:extLst>
                    <a:ext uri="{9D8B030D-6E8A-4147-A177-3AD203B41FA5}">
                      <a16:colId xmlns:a16="http://schemas.microsoft.com/office/drawing/2014/main" val="950425612"/>
                    </a:ext>
                  </a:extLst>
                </a:gridCol>
              </a:tblGrid>
              <a:tr h="407279">
                <a:tc>
                  <a:txBody>
                    <a:bodyPr/>
                    <a:lstStyle/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+mj-ea"/>
                          <a:ea typeface="+mj-ea"/>
                          <a:cs typeface="+mn-cs"/>
                        </a:rPr>
                        <a:t>업무</a:t>
                      </a:r>
                      <a:endParaRPr lang="ko-KR" altLang="en-US" sz="14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+mj-ea"/>
                          <a:ea typeface="+mj-ea"/>
                          <a:cs typeface="+mn-cs"/>
                        </a:rPr>
                        <a:t>내용</a:t>
                      </a:r>
                      <a:endParaRPr lang="ko-KR" altLang="en-US" sz="14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+mj-ea"/>
                          <a:ea typeface="+mj-ea"/>
                          <a:cs typeface="+mn-cs"/>
                        </a:rPr>
                        <a:t>조건</a:t>
                      </a:r>
                      <a:endParaRPr lang="ko-KR" altLang="en-US" sz="14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+mj-ea"/>
                          <a:ea typeface="+mj-ea"/>
                          <a:cs typeface="+mn-cs"/>
                        </a:rPr>
                        <a:t>완료일정</a:t>
                      </a:r>
                      <a:endParaRPr lang="ko-KR" altLang="en-US" sz="14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7253">
                <a:tc row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기존 살생물물질 승인신청</a:t>
                      </a:r>
                      <a:endParaRPr lang="en-US" altLang="ko-KR" sz="1400" kern="1200" spc="-7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en-US" altLang="ko-KR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국립환경과학원</a:t>
                      </a:r>
                      <a:r>
                        <a:rPr lang="en-US" altLang="ko-KR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0" indent="-11430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b="1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chemeClr val="accent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유형협의체 대표자 신청을 </a:t>
                      </a:r>
                      <a:r>
                        <a:rPr lang="en-US" altLang="ko-KR" sz="1400" b="1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chemeClr val="accent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</a:t>
                      </a:r>
                      <a:r>
                        <a:rPr lang="ko-KR" altLang="en-US" sz="1400" b="1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chemeClr val="accent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차적으로 구현 완료</a:t>
                      </a:r>
                      <a:endParaRPr lang="en-US" altLang="ko-KR" sz="1400" b="1" kern="1200" spc="-7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schemeClr val="accent2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marL="114300" marR="0" lvl="0" indent="-11430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유형협의체 구성원은 </a:t>
                      </a:r>
                      <a:r>
                        <a:rPr lang="en-US" altLang="ko-KR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1-2 </a:t>
                      </a:r>
                      <a:r>
                        <a:rPr lang="ko-KR" altLang="en-US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개월 후에 신청이 가능 함</a:t>
                      </a:r>
                      <a:endParaRPr lang="en-US" altLang="ko-KR" sz="1400" b="0" kern="1200" spc="-7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marL="114300" marR="0" lvl="0" indent="-11430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공동협의체 연계</a:t>
                      </a:r>
                      <a:r>
                        <a:rPr lang="en-US" altLang="ko-KR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선임 연계를 통하여 구현</a:t>
                      </a:r>
                      <a:endParaRPr lang="en-US" altLang="ko-KR" sz="1400" b="0" kern="1200" spc="-7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marL="114300" marR="0" lvl="0" indent="-11430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물질협의체는 공동협의체</a:t>
                      </a:r>
                      <a:r>
                        <a:rPr lang="en-US" altLang="ko-KR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물질승인신청에서 삭제</a:t>
                      </a:r>
                      <a:endParaRPr lang="en-US" altLang="ko-KR" sz="1400" b="0" kern="1200" spc="-7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0" indent="-11430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en-US" altLang="ko-KR" sz="1400" b="1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chemeClr val="accent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BAD </a:t>
                      </a:r>
                      <a:r>
                        <a:rPr lang="ko-KR" altLang="en-US" sz="1400" b="1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chemeClr val="accent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등 수정 사항이 없어야 함</a:t>
                      </a:r>
                      <a:endParaRPr lang="en-US" altLang="ko-KR" sz="1400" b="0" kern="1200" spc="-7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en-US" altLang="ko-KR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6</a:t>
                      </a: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월말</a:t>
                      </a:r>
                      <a:endParaRPr lang="en-US" altLang="ko-KR" sz="1400" kern="1200" spc="-7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59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14300" marR="0" lvl="0" indent="-11430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b="1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chemeClr val="accent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기존 살생물물질 승인신청에 대한 평가업무 완료</a:t>
                      </a:r>
                      <a:endParaRPr lang="en-US" altLang="ko-KR" sz="1400" b="1" kern="1200" spc="-7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schemeClr val="accent2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marL="114300" marR="0" lvl="0" indent="-11430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유형협의체 구성원 신청 및 평가</a:t>
                      </a:r>
                      <a:endParaRPr lang="en-US" altLang="ko-KR" sz="1400" b="0" kern="1200" spc="-7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0" indent="-11430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en-US" altLang="ko-KR" sz="1400" b="1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chemeClr val="accent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BAD </a:t>
                      </a:r>
                      <a:r>
                        <a:rPr lang="ko-KR" altLang="en-US" sz="1400" b="1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chemeClr val="accent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등 수정 사항이 없어야 함</a:t>
                      </a:r>
                      <a:endParaRPr lang="en-US" altLang="ko-KR" sz="1400" b="1" kern="1200" spc="-7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schemeClr val="accent2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en-US" altLang="ko-KR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7</a:t>
                      </a: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월말</a:t>
                      </a:r>
                      <a:endParaRPr lang="en-US" altLang="ko-KR" sz="1400" kern="1200" spc="-7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954130"/>
                  </a:ext>
                </a:extLst>
              </a:tr>
              <a:tr h="674826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신고대상 고시</a:t>
                      </a:r>
                      <a:endParaRPr lang="en-US" altLang="ko-KR" sz="1400" kern="1200" spc="-7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en-US" altLang="ko-KR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한국환경산업기술원</a:t>
                      </a:r>
                      <a:r>
                        <a:rPr lang="en-US" altLang="ko-KR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  <a:endParaRPr lang="en-US" altLang="ko-KR" sz="14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0" indent="-11430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신고대상 생활화학제품 고시 정보 갱신</a:t>
                      </a:r>
                      <a:endParaRPr lang="en-US" altLang="ko-KR" sz="1400" b="0" kern="1200" spc="-7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marL="114300" marR="0" lvl="0" indent="-11430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어린이보호</a:t>
                      </a:r>
                      <a:r>
                        <a:rPr lang="en-US" altLang="ko-KR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기타 물질 등</a:t>
                      </a:r>
                      <a:endParaRPr lang="en-US" altLang="ko-KR" sz="1400" b="0" kern="1200" spc="-7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0" indent="-11430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endParaRPr lang="ko-KR" altLang="en-US" sz="1400" b="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en-US" altLang="ko-KR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6</a:t>
                      </a: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월말</a:t>
                      </a:r>
                      <a:endParaRPr lang="ko-KR" altLang="en-US" sz="14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991677"/>
                  </a:ext>
                </a:extLst>
              </a:tr>
              <a:tr h="61898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신고대상 </a:t>
                      </a:r>
                      <a:r>
                        <a:rPr lang="en-US" altLang="ko-KR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QR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en-US" altLang="ko-KR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한국환경산업기술원</a:t>
                      </a:r>
                      <a:r>
                        <a:rPr lang="en-US" altLang="ko-KR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0" indent="-11430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신고대상 생활화학제품 승인건  </a:t>
                      </a:r>
                      <a:r>
                        <a:rPr lang="en-US" altLang="ko-KR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QR </a:t>
                      </a:r>
                      <a:r>
                        <a:rPr lang="ko-KR" altLang="en-US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코드 입력 후 초록누리시스템 전송</a:t>
                      </a:r>
                      <a:endParaRPr lang="en-US" altLang="ko-KR" sz="1400" b="0" kern="1200" spc="-7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0" indent="-11430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환경부 초록누리 유지관리팀과 협의가 필요할 수 있음</a:t>
                      </a:r>
                      <a:endParaRPr lang="ko-KR" altLang="en-US" sz="1400" b="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en-US" altLang="ko-KR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7</a:t>
                      </a: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월 말</a:t>
                      </a:r>
                      <a:endParaRPr lang="ko-KR" altLang="en-US" sz="14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378230"/>
                  </a:ext>
                </a:extLst>
              </a:tr>
              <a:tr h="63770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연장 및 독촉</a:t>
                      </a:r>
                      <a:endParaRPr lang="en-US" altLang="ko-KR" sz="1400" kern="1200" spc="-7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0" indent="-11430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국립환경과학원 업무 일체에 연장 및 독촉 구현</a:t>
                      </a:r>
                      <a:endParaRPr lang="en-US" altLang="ko-KR" sz="1400" b="0" kern="1200" spc="-7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0" indent="-11430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b="1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chemeClr val="accent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기 구축된 프로세스</a:t>
                      </a:r>
                      <a:r>
                        <a:rPr lang="ko-KR" altLang="en-US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에 적용하기 위해서는 </a:t>
                      </a:r>
                      <a:r>
                        <a:rPr lang="en-US" altLang="ko-KR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2-3</a:t>
                      </a:r>
                      <a:r>
                        <a:rPr lang="ko-KR" altLang="en-US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개월 추가 소요 </a:t>
                      </a:r>
                      <a:endParaRPr lang="ko-KR" altLang="en-US" sz="1400" b="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개발소요기간</a:t>
                      </a:r>
                      <a:endParaRPr lang="en-US" altLang="ko-KR" sz="1400" kern="1200" spc="-7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최소 </a:t>
                      </a:r>
                      <a:r>
                        <a:rPr lang="en-US" altLang="ko-KR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</a:t>
                      </a: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개월</a:t>
                      </a:r>
                      <a:endParaRPr lang="ko-KR" altLang="en-US" sz="14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3062019"/>
                  </a:ext>
                </a:extLst>
              </a:tr>
              <a:tr h="63770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기타</a:t>
                      </a:r>
                      <a:endParaRPr lang="en-US" altLang="ko-KR" sz="1400" kern="1200" spc="-7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0" indent="-11430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kumimoji="0" lang="en-US" altLang="ko-KR" sz="1400" b="0" i="0" u="none" strike="noStrike" kern="1200" cap="none" spc="-70" normalizeH="0" baseline="0" noProof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BAD</a:t>
                      </a:r>
                      <a:r>
                        <a:rPr kumimoji="0" lang="ko-KR" altLang="en-US" sz="1400" b="0" i="0" u="none" strike="noStrike" kern="1200" cap="none" spc="-70" normalizeH="0" baseline="0" noProof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보고서</a:t>
                      </a:r>
                      <a:r>
                        <a:rPr kumimoji="0" lang="en-US" altLang="ko-KR" sz="1400" b="0" i="0" u="none" strike="noStrike" kern="1200" cap="none" spc="-70" normalizeH="0" baseline="0" noProof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kumimoji="0" lang="ko-KR" altLang="en-US" sz="1400" b="0" i="0" u="none" strike="noStrike" kern="1200" cap="none" spc="-70" normalizeH="0" baseline="0" noProof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살생물제품</a:t>
                      </a:r>
                      <a:r>
                        <a:rPr kumimoji="0" lang="en-US" altLang="ko-KR" sz="1400" b="0" i="0" u="none" strike="noStrike" kern="1200" cap="none" spc="-70" normalizeH="0" baseline="0" noProof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kumimoji="0" lang="ko-KR" altLang="en-US" sz="1400" b="0" i="0" u="none" strike="noStrike" kern="1200" cap="none" spc="-70" normalizeH="0" baseline="0" noProof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유사성 등</a:t>
                      </a:r>
                      <a:endParaRPr kumimoji="0" lang="en-US" altLang="ko-KR" sz="1400" b="0" i="0" u="none" strike="noStrike" kern="1200" cap="none" spc="-70" normalizeH="0" baseline="0" noProof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0" indent="-11430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명확한 업무 정의 우선</a:t>
                      </a:r>
                      <a:endParaRPr lang="ko-KR" altLang="en-US" sz="1400" b="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미정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748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2616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8F826EDA-1A6E-4AE5-8B97-CE998B04788B}"/>
              </a:ext>
            </a:extLst>
          </p:cNvPr>
          <p:cNvGrpSpPr/>
          <p:nvPr/>
        </p:nvGrpSpPr>
        <p:grpSpPr>
          <a:xfrm>
            <a:off x="8934005" y="699034"/>
            <a:ext cx="881958" cy="245691"/>
            <a:chOff x="8458455" y="782973"/>
            <a:chExt cx="881958" cy="245691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6A8CB2AE-12EB-4889-A3F8-1A7DD702230E}"/>
                </a:ext>
              </a:extLst>
            </p:cNvPr>
            <p:cNvGrpSpPr/>
            <p:nvPr/>
          </p:nvGrpSpPr>
          <p:grpSpPr>
            <a:xfrm>
              <a:off x="8697949" y="782973"/>
              <a:ext cx="163476" cy="245691"/>
              <a:chOff x="8658927" y="782973"/>
              <a:chExt cx="163476" cy="245691"/>
            </a:xfrm>
          </p:grpSpPr>
          <p:sp>
            <p:nvSpPr>
              <p:cNvPr id="13" name="사각형: 둥근 위쪽 모서리 12">
                <a:extLst>
                  <a:ext uri="{FF2B5EF4-FFF2-40B4-BE49-F238E27FC236}">
                    <a16:creationId xmlns:a16="http://schemas.microsoft.com/office/drawing/2014/main" id="{69ECBDDD-9DFB-49E5-A8CC-A2332C5B3E08}"/>
                  </a:ext>
                </a:extLst>
              </p:cNvPr>
              <p:cNvSpPr/>
              <p:nvPr/>
            </p:nvSpPr>
            <p:spPr>
              <a:xfrm>
                <a:off x="8658927" y="956664"/>
                <a:ext cx="163476" cy="720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838513AB-F3ED-4E5C-83F2-E6E5C90E827D}"/>
                  </a:ext>
                </a:extLst>
              </p:cNvPr>
              <p:cNvSpPr/>
              <p:nvPr/>
            </p:nvSpPr>
            <p:spPr>
              <a:xfrm>
                <a:off x="8658927" y="782973"/>
                <a:ext cx="163476" cy="1493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rPr>
                  <a:t>Ⅱ</a:t>
                </a:r>
                <a:endParaRPr kumimoji="0" lang="ko-KR" altLang="en-US" sz="800" b="0" i="0" u="none" strike="noStrike" kern="0" cap="none" spc="-30" normalizeH="0" baseline="0" noProof="0" dirty="0">
                  <a:ln w="3175"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KoPub바탕체 Light" panose="00000300000000000000" pitchFamily="2" charset="-127"/>
                  <a:ea typeface="KoPub바탕체 Light" panose="00000300000000000000" pitchFamily="2" charset="-127"/>
                  <a:cs typeface="+mn-cs"/>
                </a:endParaRPr>
              </a:p>
            </p:txBody>
          </p:sp>
        </p:grp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A9DD9C57-E918-4CFB-B998-226D5ECD062E}"/>
                </a:ext>
              </a:extLst>
            </p:cNvPr>
            <p:cNvGrpSpPr/>
            <p:nvPr/>
          </p:nvGrpSpPr>
          <p:grpSpPr>
            <a:xfrm>
              <a:off x="8458455" y="782973"/>
              <a:ext cx="163476" cy="245691"/>
              <a:chOff x="8458455" y="782973"/>
              <a:chExt cx="163476" cy="245691"/>
            </a:xfrm>
          </p:grpSpPr>
          <p:sp>
            <p:nvSpPr>
              <p:cNvPr id="11" name="사각형: 둥근 위쪽 모서리 10">
                <a:extLst>
                  <a:ext uri="{FF2B5EF4-FFF2-40B4-BE49-F238E27FC236}">
                    <a16:creationId xmlns:a16="http://schemas.microsoft.com/office/drawing/2014/main" id="{65C8F565-A682-4427-9C46-013A50F44A9B}"/>
                  </a:ext>
                </a:extLst>
              </p:cNvPr>
              <p:cNvSpPr/>
              <p:nvPr/>
            </p:nvSpPr>
            <p:spPr>
              <a:xfrm>
                <a:off x="8458455" y="956664"/>
                <a:ext cx="163476" cy="720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66B35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42C2DE6D-CEC6-4777-BE44-3A508CA880E9}"/>
                  </a:ext>
                </a:extLst>
              </p:cNvPr>
              <p:cNvSpPr/>
              <p:nvPr/>
            </p:nvSpPr>
            <p:spPr>
              <a:xfrm>
                <a:off x="8458455" y="782973"/>
                <a:ext cx="163476" cy="1493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srgbClr val="4B8E42"/>
                    </a:solidFill>
                    <a:effectLst/>
                    <a:uLnTx/>
                    <a:uFillTx/>
                    <a:latin typeface="KoPub바탕체 Medium" panose="00000600000000000000" pitchFamily="2" charset="-127"/>
                    <a:ea typeface="KoPub바탕체 Medium" panose="00000600000000000000" pitchFamily="2" charset="-127"/>
                    <a:cs typeface="+mn-cs"/>
                  </a:rPr>
                  <a:t>Ⅰ</a:t>
                </a:r>
                <a:endParaRPr kumimoji="0" lang="ko-KR" altLang="en-US" sz="1000" b="0" i="0" u="none" strike="noStrike" kern="0" cap="none" spc="-30" normalizeH="0" baseline="0" noProof="0" dirty="0">
                  <a:ln w="3175"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srgbClr val="4B8E42"/>
                  </a:solidFill>
                  <a:effectLst/>
                  <a:uLnTx/>
                  <a:uFillTx/>
                  <a:latin typeface="KoPub바탕체 Medium" panose="00000600000000000000" pitchFamily="2" charset="-127"/>
                  <a:ea typeface="KoPub바탕체 Medium" panose="00000600000000000000" pitchFamily="2" charset="-127"/>
                  <a:cs typeface="+mn-cs"/>
                </a:endParaRPr>
              </a:p>
            </p:txBody>
          </p:sp>
        </p:grp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467B38EE-F98D-408F-A13B-882724E89E0B}"/>
                </a:ext>
              </a:extLst>
            </p:cNvPr>
            <p:cNvGrpSpPr/>
            <p:nvPr/>
          </p:nvGrpSpPr>
          <p:grpSpPr>
            <a:xfrm>
              <a:off x="9176937" y="782973"/>
              <a:ext cx="163476" cy="245691"/>
              <a:chOff x="9059871" y="782973"/>
              <a:chExt cx="163476" cy="245691"/>
            </a:xfrm>
          </p:grpSpPr>
          <p:sp>
            <p:nvSpPr>
              <p:cNvPr id="9" name="사각형: 둥근 위쪽 모서리 8">
                <a:extLst>
                  <a:ext uri="{FF2B5EF4-FFF2-40B4-BE49-F238E27FC236}">
                    <a16:creationId xmlns:a16="http://schemas.microsoft.com/office/drawing/2014/main" id="{3CC70C9C-586F-4EBD-B1EE-B79673AFDCD3}"/>
                  </a:ext>
                </a:extLst>
              </p:cNvPr>
              <p:cNvSpPr/>
              <p:nvPr/>
            </p:nvSpPr>
            <p:spPr>
              <a:xfrm>
                <a:off x="9059871" y="956664"/>
                <a:ext cx="163476" cy="720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479598AF-645A-4835-AA86-5FF42BD05859}"/>
                  </a:ext>
                </a:extLst>
              </p:cNvPr>
              <p:cNvSpPr/>
              <p:nvPr/>
            </p:nvSpPr>
            <p:spPr>
              <a:xfrm>
                <a:off x="9059871" y="782973"/>
                <a:ext cx="163476" cy="1493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rPr>
                  <a:t>Ⅳ</a:t>
                </a:r>
                <a:endParaRPr kumimoji="0" lang="ko-KR" altLang="en-US" sz="800" b="0" i="0" u="none" strike="noStrike" kern="0" cap="none" spc="-30" normalizeH="0" baseline="0" noProof="0" dirty="0">
                  <a:ln w="3175"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KoPub바탕체 Light" panose="00000300000000000000" pitchFamily="2" charset="-127"/>
                  <a:ea typeface="KoPub바탕체 Light" panose="00000300000000000000" pitchFamily="2" charset="-127"/>
                  <a:cs typeface="+mn-cs"/>
                </a:endParaRPr>
              </a:p>
            </p:txBody>
          </p:sp>
        </p:grp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830EC18B-9765-4F09-A298-279BF39D80DD}"/>
                </a:ext>
              </a:extLst>
            </p:cNvPr>
            <p:cNvGrpSpPr/>
            <p:nvPr/>
          </p:nvGrpSpPr>
          <p:grpSpPr>
            <a:xfrm>
              <a:off x="8937443" y="782973"/>
              <a:ext cx="163476" cy="245691"/>
              <a:chOff x="8859399" y="782973"/>
              <a:chExt cx="163476" cy="245691"/>
            </a:xfrm>
          </p:grpSpPr>
          <p:sp>
            <p:nvSpPr>
              <p:cNvPr id="7" name="사각형: 둥근 위쪽 모서리 6">
                <a:extLst>
                  <a:ext uri="{FF2B5EF4-FFF2-40B4-BE49-F238E27FC236}">
                    <a16:creationId xmlns:a16="http://schemas.microsoft.com/office/drawing/2014/main" id="{256AB4C7-996A-4BA5-B17E-04F2A4C8BCCF}"/>
                  </a:ext>
                </a:extLst>
              </p:cNvPr>
              <p:cNvSpPr/>
              <p:nvPr/>
            </p:nvSpPr>
            <p:spPr>
              <a:xfrm>
                <a:off x="8859399" y="956664"/>
                <a:ext cx="163476" cy="720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9AF0B8D3-CA61-48E5-A3DB-BFD4D69C7B38}"/>
                  </a:ext>
                </a:extLst>
              </p:cNvPr>
              <p:cNvSpPr/>
              <p:nvPr/>
            </p:nvSpPr>
            <p:spPr>
              <a:xfrm>
                <a:off x="8859399" y="782973"/>
                <a:ext cx="163476" cy="1493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rPr>
                  <a:t>Ⅲ</a:t>
                </a:r>
                <a:endParaRPr kumimoji="0" lang="ko-KR" altLang="en-US" sz="800" b="0" i="0" u="none" strike="noStrike" kern="0" cap="none" spc="-30" normalizeH="0" baseline="0" noProof="0" dirty="0">
                  <a:ln w="3175"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KoPub바탕체 Light" panose="00000300000000000000" pitchFamily="2" charset="-127"/>
                  <a:ea typeface="KoPub바탕체 Light" panose="00000300000000000000" pitchFamily="2" charset="-127"/>
                  <a:cs typeface="+mn-cs"/>
                </a:endParaRPr>
              </a:p>
            </p:txBody>
          </p:sp>
        </p:grp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199D1EE-FAF8-4B29-B155-C3E8C90C98FE}"/>
              </a:ext>
            </a:extLst>
          </p:cNvPr>
          <p:cNvGrpSpPr/>
          <p:nvPr/>
        </p:nvGrpSpPr>
        <p:grpSpPr>
          <a:xfrm>
            <a:off x="557213" y="383430"/>
            <a:ext cx="6362816" cy="978887"/>
            <a:chOff x="557213" y="383430"/>
            <a:chExt cx="6362816" cy="978887"/>
          </a:xfrm>
        </p:grpSpPr>
        <p:sp>
          <p:nvSpPr>
            <p:cNvPr id="16" name="Rectangle 6">
              <a:extLst>
                <a:ext uri="{FF2B5EF4-FFF2-40B4-BE49-F238E27FC236}">
                  <a16:creationId xmlns:a16="http://schemas.microsoft.com/office/drawing/2014/main" id="{5C7580CA-F102-4974-A2FE-10CAC45DC3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213" y="383430"/>
              <a:ext cx="531454" cy="5539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rIns="0" bIns="0" anchor="b">
              <a:spAutoFit/>
            </a:bodyPr>
            <a:lstStyle/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ko-KR" sz="3600" b="0" i="0" u="none" strike="noStrike" kern="1200" cap="none" spc="-49" normalizeH="0" baseline="0" noProof="0">
                  <a:ln>
                    <a:solidFill>
                      <a:srgbClr val="D64E75">
                        <a:alpha val="0"/>
                      </a:srgbClr>
                    </a:solidFill>
                  </a:ln>
                  <a:solidFill>
                    <a:srgbClr val="A9CE56"/>
                  </a:solidFill>
                  <a:effectLst/>
                  <a:uLnTx/>
                  <a:uFillTx/>
                  <a:latin typeface="KoPub바탕체 Bold" panose="00000800000000000000" pitchFamily="2" charset="-127"/>
                  <a:ea typeface="KoPub바탕체 Bold" panose="00000800000000000000" pitchFamily="2" charset="-127"/>
                  <a:cs typeface="+mn-cs"/>
                </a:rPr>
                <a:t>0</a:t>
              </a:r>
              <a:r>
                <a:rPr lang="en-US" altLang="ko-KR" sz="3600" spc="-49" dirty="0">
                  <a:ln>
                    <a:solidFill>
                      <a:srgbClr val="D64E75">
                        <a:alpha val="0"/>
                      </a:srgbClr>
                    </a:solidFill>
                  </a:ln>
                  <a:solidFill>
                    <a:srgbClr val="4B8E42"/>
                  </a:solidFill>
                  <a:latin typeface="KoPub바탕체 Bold" panose="00000800000000000000" pitchFamily="2" charset="-127"/>
                  <a:ea typeface="KoPub바탕체 Bold" panose="00000800000000000000" pitchFamily="2" charset="-127"/>
                </a:rPr>
                <a:t>7</a:t>
              </a:r>
              <a:endParaRPr kumimoji="0" lang="ko-KR" altLang="en-US" sz="3600" b="0" i="0" u="none" strike="noStrike" kern="1200" cap="none" spc="-49" normalizeH="0" baseline="0" noProof="0" dirty="0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rgbClr val="4B8E42"/>
                </a:solidFill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  <a:cs typeface="+mn-cs"/>
              </a:endParaRPr>
            </a:p>
          </p:txBody>
        </p:sp>
        <p:sp>
          <p:nvSpPr>
            <p:cNvPr id="17" name="Rectangle 6">
              <a:extLst>
                <a:ext uri="{FF2B5EF4-FFF2-40B4-BE49-F238E27FC236}">
                  <a16:creationId xmlns:a16="http://schemas.microsoft.com/office/drawing/2014/main" id="{F2FAD937-1700-4B47-8942-2804C52FCB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6235" y="598511"/>
              <a:ext cx="2794655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rIns="0" bIns="0" anchor="b">
              <a:spAutoFit/>
            </a:bodyPr>
            <a:lstStyle/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lang="ko-KR" altLang="en-US" sz="2000" spc="-49">
                  <a:ln>
                    <a:solidFill>
                      <a:srgbClr val="D64E75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사업 성공 요소 </a:t>
              </a:r>
              <a:endParaRPr kumimoji="0" lang="ko-KR" altLang="en-US" sz="2000" b="0" i="0" u="none" strike="noStrike" kern="1200" cap="none" spc="-49" normalizeH="0" baseline="0" noProof="0" dirty="0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4D32D929-802A-4997-AB18-5056CBE5271D}"/>
                </a:ext>
              </a:extLst>
            </p:cNvPr>
            <p:cNvGrpSpPr/>
            <p:nvPr/>
          </p:nvGrpSpPr>
          <p:grpSpPr>
            <a:xfrm>
              <a:off x="565201" y="1123003"/>
              <a:ext cx="6354828" cy="239314"/>
              <a:chOff x="1283748" y="1193940"/>
              <a:chExt cx="6354828" cy="239314"/>
            </a:xfrm>
          </p:grpSpPr>
          <p:sp>
            <p:nvSpPr>
              <p:cNvPr id="19" name="Freeform 31">
                <a:extLst>
                  <a:ext uri="{FF2B5EF4-FFF2-40B4-BE49-F238E27FC236}">
                    <a16:creationId xmlns:a16="http://schemas.microsoft.com/office/drawing/2014/main" id="{3D2C0956-BBFB-4D04-A140-A038FCC6988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83748" y="1193940"/>
                <a:ext cx="240252" cy="239314"/>
              </a:xfrm>
              <a:custGeom>
                <a:avLst/>
                <a:gdLst>
                  <a:gd name="T0" fmla="*/ 96 w 192"/>
                  <a:gd name="T1" fmla="*/ 0 h 191"/>
                  <a:gd name="T2" fmla="*/ 0 w 192"/>
                  <a:gd name="T3" fmla="*/ 95 h 191"/>
                  <a:gd name="T4" fmla="*/ 96 w 192"/>
                  <a:gd name="T5" fmla="*/ 191 h 191"/>
                  <a:gd name="T6" fmla="*/ 192 w 192"/>
                  <a:gd name="T7" fmla="*/ 95 h 191"/>
                  <a:gd name="T8" fmla="*/ 96 w 192"/>
                  <a:gd name="T9" fmla="*/ 0 h 191"/>
                  <a:gd name="T10" fmla="*/ 156 w 192"/>
                  <a:gd name="T11" fmla="*/ 73 h 191"/>
                  <a:gd name="T12" fmla="*/ 86 w 192"/>
                  <a:gd name="T13" fmla="*/ 142 h 191"/>
                  <a:gd name="T14" fmla="*/ 77 w 192"/>
                  <a:gd name="T15" fmla="*/ 145 h 191"/>
                  <a:gd name="T16" fmla="*/ 68 w 192"/>
                  <a:gd name="T17" fmla="*/ 142 h 191"/>
                  <a:gd name="T18" fmla="*/ 37 w 192"/>
                  <a:gd name="T19" fmla="*/ 110 h 191"/>
                  <a:gd name="T20" fmla="*/ 37 w 192"/>
                  <a:gd name="T21" fmla="*/ 92 h 191"/>
                  <a:gd name="T22" fmla="*/ 55 w 192"/>
                  <a:gd name="T23" fmla="*/ 92 h 191"/>
                  <a:gd name="T24" fmla="*/ 77 w 192"/>
                  <a:gd name="T25" fmla="*/ 115 h 191"/>
                  <a:gd name="T26" fmla="*/ 138 w 192"/>
                  <a:gd name="T27" fmla="*/ 55 h 191"/>
                  <a:gd name="T28" fmla="*/ 156 w 192"/>
                  <a:gd name="T29" fmla="*/ 55 h 191"/>
                  <a:gd name="T30" fmla="*/ 156 w 192"/>
                  <a:gd name="T31" fmla="*/ 73 h 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92" h="191">
                    <a:moveTo>
                      <a:pt x="96" y="0"/>
                    </a:moveTo>
                    <a:cubicBezTo>
                      <a:pt x="43" y="0"/>
                      <a:pt x="0" y="42"/>
                      <a:pt x="0" y="95"/>
                    </a:cubicBezTo>
                    <a:cubicBezTo>
                      <a:pt x="0" y="148"/>
                      <a:pt x="43" y="191"/>
                      <a:pt x="96" y="191"/>
                    </a:cubicBezTo>
                    <a:cubicBezTo>
                      <a:pt x="149" y="191"/>
                      <a:pt x="192" y="148"/>
                      <a:pt x="192" y="95"/>
                    </a:cubicBezTo>
                    <a:cubicBezTo>
                      <a:pt x="192" y="42"/>
                      <a:pt x="149" y="0"/>
                      <a:pt x="96" y="0"/>
                    </a:cubicBezTo>
                    <a:close/>
                    <a:moveTo>
                      <a:pt x="156" y="73"/>
                    </a:moveTo>
                    <a:cubicBezTo>
                      <a:pt x="86" y="142"/>
                      <a:pt x="86" y="142"/>
                      <a:pt x="86" y="142"/>
                    </a:cubicBezTo>
                    <a:cubicBezTo>
                      <a:pt x="84" y="144"/>
                      <a:pt x="81" y="145"/>
                      <a:pt x="77" y="145"/>
                    </a:cubicBezTo>
                    <a:cubicBezTo>
                      <a:pt x="74" y="145"/>
                      <a:pt x="71" y="144"/>
                      <a:pt x="68" y="142"/>
                    </a:cubicBezTo>
                    <a:cubicBezTo>
                      <a:pt x="37" y="110"/>
                      <a:pt x="37" y="110"/>
                      <a:pt x="37" y="110"/>
                    </a:cubicBezTo>
                    <a:cubicBezTo>
                      <a:pt x="32" y="105"/>
                      <a:pt x="32" y="97"/>
                      <a:pt x="37" y="92"/>
                    </a:cubicBezTo>
                    <a:cubicBezTo>
                      <a:pt x="42" y="87"/>
                      <a:pt x="50" y="87"/>
                      <a:pt x="55" y="92"/>
                    </a:cubicBezTo>
                    <a:cubicBezTo>
                      <a:pt x="77" y="115"/>
                      <a:pt x="77" y="115"/>
                      <a:pt x="77" y="115"/>
                    </a:cubicBezTo>
                    <a:cubicBezTo>
                      <a:pt x="138" y="55"/>
                      <a:pt x="138" y="55"/>
                      <a:pt x="138" y="55"/>
                    </a:cubicBezTo>
                    <a:cubicBezTo>
                      <a:pt x="143" y="50"/>
                      <a:pt x="151" y="50"/>
                      <a:pt x="156" y="55"/>
                    </a:cubicBezTo>
                    <a:cubicBezTo>
                      <a:pt x="161" y="60"/>
                      <a:pt x="161" y="68"/>
                      <a:pt x="156" y="7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95807C5-6085-42C3-8CF0-40E265DDA5A3}"/>
                  </a:ext>
                </a:extLst>
              </p:cNvPr>
              <p:cNvSpPr txBox="1"/>
              <p:nvPr/>
            </p:nvSpPr>
            <p:spPr>
              <a:xfrm>
                <a:off x="1627315" y="1205875"/>
                <a:ext cx="601126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lvl="0">
                  <a:defRPr/>
                </a:pPr>
                <a:r>
                  <a:rPr lang="ko-KR" altLang="en-US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j-ea"/>
                    <a:ea typeface="+mj-ea"/>
                  </a:rPr>
                  <a:t>원활환 과업 수행을 위해 문서 중심의 업무담당자 요청사항</a:t>
                </a:r>
                <a:r>
                  <a:rPr lang="en-US" altLang="ko-KR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j-ea"/>
                    <a:ea typeface="+mj-ea"/>
                  </a:rPr>
                  <a:t>, </a:t>
                </a:r>
                <a:r>
                  <a:rPr lang="ko-KR" altLang="en-US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j-ea"/>
                    <a:ea typeface="+mj-ea"/>
                  </a:rPr>
                  <a:t>소통 창구 단일화</a:t>
                </a:r>
                <a:r>
                  <a:rPr lang="en-US" altLang="ko-KR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j-ea"/>
                    <a:ea typeface="+mj-ea"/>
                  </a:rPr>
                  <a:t> </a:t>
                </a:r>
                <a:r>
                  <a:rPr lang="ko-KR" altLang="en-US" sz="1400" b="1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j-ea"/>
                    <a:ea typeface="+mj-ea"/>
                  </a:rPr>
                  <a:t>등 필요</a:t>
                </a:r>
                <a:endParaRPr lang="en-US" altLang="ko-KR" sz="1400" b="1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j-ea"/>
                  <a:ea typeface="+mj-ea"/>
                </a:endParaRPr>
              </a:p>
            </p:txBody>
          </p:sp>
        </p:grpSp>
      </p:grpSp>
      <p:graphicFrame>
        <p:nvGraphicFramePr>
          <p:cNvPr id="22" name="Table 73">
            <a:extLst>
              <a:ext uri="{FF2B5EF4-FFF2-40B4-BE49-F238E27FC236}">
                <a16:creationId xmlns:a16="http://schemas.microsoft.com/office/drawing/2014/main" id="{EB336EAF-B935-4CC1-B988-4D264FD7E3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076665"/>
              </p:ext>
            </p:extLst>
          </p:nvPr>
        </p:nvGraphicFramePr>
        <p:xfrm>
          <a:off x="834949" y="1818968"/>
          <a:ext cx="9010507" cy="4955458"/>
        </p:xfrm>
        <a:graphic>
          <a:graphicData uri="http://schemas.openxmlformats.org/drawingml/2006/table">
            <a:tbl>
              <a:tblPr firstCol="1"/>
              <a:tblGrid>
                <a:gridCol w="1937748">
                  <a:extLst>
                    <a:ext uri="{9D8B030D-6E8A-4147-A177-3AD203B41FA5}">
                      <a16:colId xmlns:a16="http://schemas.microsoft.com/office/drawing/2014/main" val="1204586597"/>
                    </a:ext>
                  </a:extLst>
                </a:gridCol>
                <a:gridCol w="5260258">
                  <a:extLst>
                    <a:ext uri="{9D8B030D-6E8A-4147-A177-3AD203B41FA5}">
                      <a16:colId xmlns:a16="http://schemas.microsoft.com/office/drawing/2014/main" val="3269138702"/>
                    </a:ext>
                  </a:extLst>
                </a:gridCol>
                <a:gridCol w="1812501">
                  <a:extLst>
                    <a:ext uri="{9D8B030D-6E8A-4147-A177-3AD203B41FA5}">
                      <a16:colId xmlns:a16="http://schemas.microsoft.com/office/drawing/2014/main" val="884628398"/>
                    </a:ext>
                  </a:extLst>
                </a:gridCol>
              </a:tblGrid>
              <a:tr h="415386">
                <a:tc>
                  <a:txBody>
                    <a:bodyPr/>
                    <a:lstStyle/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+mj-ea"/>
                          <a:ea typeface="+mj-ea"/>
                          <a:cs typeface="+mn-cs"/>
                        </a:rPr>
                        <a:t>구분</a:t>
                      </a:r>
                      <a:endParaRPr lang="ko-KR" altLang="en-US" sz="14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+mj-ea"/>
                          <a:ea typeface="+mj-ea"/>
                          <a:cs typeface="+mn-cs"/>
                        </a:rPr>
                        <a:t>내용</a:t>
                      </a:r>
                      <a:endParaRPr lang="ko-KR" altLang="en-US" sz="14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+mj-ea"/>
                          <a:ea typeface="+mj-ea"/>
                          <a:cs typeface="+mn-cs"/>
                        </a:rPr>
                        <a:t>비고</a:t>
                      </a:r>
                      <a:endParaRPr lang="ko-KR" altLang="en-US" sz="14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634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업무담당자</a:t>
                      </a:r>
                      <a:endParaRPr lang="en-US" altLang="ko-KR" sz="1400" kern="1200" spc="-7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요청사항 방법</a:t>
                      </a:r>
                      <a:endParaRPr lang="en-US" altLang="ko-KR" sz="14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0" indent="-11430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b="1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chemeClr val="accent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업무담당자</a:t>
                      </a:r>
                      <a:r>
                        <a:rPr lang="en-US" altLang="ko-KR" sz="1400" b="1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chemeClr val="accent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400" b="1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chemeClr val="accent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국립환경과학원</a:t>
                      </a:r>
                      <a:r>
                        <a:rPr lang="en-US" altLang="ko-KR" sz="1400" b="1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chemeClr val="accent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400" b="1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chemeClr val="accent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한국환경산업기술원</a:t>
                      </a:r>
                      <a:r>
                        <a:rPr lang="en-US" altLang="ko-KR" sz="1400" b="1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chemeClr val="accent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400" b="1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chemeClr val="accent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산업계지원팀</a:t>
                      </a:r>
                      <a:r>
                        <a:rPr lang="en-US" altLang="ko-KR" sz="1400" b="1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chemeClr val="accent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 </a:t>
                      </a:r>
                      <a:r>
                        <a:rPr lang="ko-KR" altLang="en-US" sz="1400" b="1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chemeClr val="accent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요청 사항 송부시 정해진 형식</a:t>
                      </a:r>
                      <a:r>
                        <a:rPr lang="en-US" altLang="ko-KR" sz="1400" b="1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chemeClr val="accent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400" b="1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chemeClr val="accent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파일명</a:t>
                      </a:r>
                      <a:r>
                        <a:rPr lang="en-US" altLang="ko-KR" sz="1400" b="1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chemeClr val="accent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400" b="1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chemeClr val="accent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내용</a:t>
                      </a:r>
                      <a:r>
                        <a:rPr lang="en-US" altLang="ko-KR" sz="1400" b="1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chemeClr val="accent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  <a:r>
                        <a:rPr lang="ko-KR" altLang="en-US" sz="1400" b="1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chemeClr val="accent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에 맞게 전달 필요</a:t>
                      </a:r>
                      <a:endParaRPr lang="en-US" altLang="ko-KR" sz="1400" b="1" kern="1200" spc="-7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schemeClr val="accent2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marL="114300" marR="0" lvl="0" indent="-11430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간단한 오류 등은 업무담당자 게시판을 활용</a:t>
                      </a:r>
                      <a:endParaRPr lang="en-US" altLang="ko-KR" sz="1400" b="1" kern="1200" spc="-7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schemeClr val="accent2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en-US" altLang="ko-KR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※ </a:t>
                      </a: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파일명 예</a:t>
                      </a:r>
                      <a:r>
                        <a:rPr lang="en-US" altLang="ko-KR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 20210623_</a:t>
                      </a: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과학원</a:t>
                      </a:r>
                      <a:r>
                        <a:rPr lang="en-US" altLang="ko-KR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_</a:t>
                      </a: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성명</a:t>
                      </a:r>
                      <a:r>
                        <a:rPr lang="en-US" altLang="ko-KR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_</a:t>
                      </a: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주요내용</a:t>
                      </a:r>
                      <a:r>
                        <a:rPr lang="en-US" altLang="ko-KR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.hwp</a:t>
                      </a:r>
                    </a:p>
                    <a:p>
                      <a:pPr marL="176213" marR="0" lvl="0" indent="-176213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en-US" altLang="ko-KR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※ </a:t>
                      </a: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한국환경산업기술원은 외부 수행회사에게 </a:t>
                      </a:r>
                      <a:r>
                        <a:rPr lang="en-US" altLang="ko-KR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</a:t>
                      </a: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개의 메일만 제공</a:t>
                      </a:r>
                      <a:r>
                        <a:rPr lang="en-US" altLang="ko-KR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</a:t>
                      </a: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함</a:t>
                      </a:r>
                      <a:r>
                        <a:rPr lang="en-US" altLang="ko-KR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. </a:t>
                      </a: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제공한 메일로 하루에 업무담당자</a:t>
                      </a:r>
                      <a:r>
                        <a:rPr lang="en-US" altLang="ko-KR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외부 신청인 등 메일양이 많아 정리하기 힘듦</a:t>
                      </a:r>
                      <a:endParaRPr lang="ko-KR" altLang="en-US" sz="14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본 사업부터 즉시</a:t>
                      </a:r>
                      <a:endParaRPr lang="en-US" altLang="ko-KR" sz="1400" kern="1200" spc="-7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요청사항 포맷은 수행사가 작성하여 배포 함</a:t>
                      </a:r>
                      <a:endParaRPr lang="ko-KR" altLang="en-US" sz="14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7501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소통 창구 단일화</a:t>
                      </a:r>
                      <a:endParaRPr lang="en-US" altLang="ko-KR" sz="14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0" indent="-11430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b="1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chemeClr val="accent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업무담당자 최병권 책임</a:t>
                      </a:r>
                      <a:r>
                        <a:rPr lang="en-US" altLang="ko-KR" sz="1400" b="1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chemeClr val="accent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400" b="1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chemeClr val="accent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수행자 허길양 부장 으로 소통 창구 단일화</a:t>
                      </a:r>
                      <a:endParaRPr lang="en-US" altLang="ko-KR" sz="1400" b="1" kern="1200" spc="-7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schemeClr val="accent2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None/>
                        <a:tabLst>
                          <a:tab pos="525463" algn="l"/>
                        </a:tabLst>
                        <a:defRPr/>
                      </a:pPr>
                      <a:endParaRPr lang="en-US" altLang="ko-KR" sz="1400" b="1" kern="1200" spc="-7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schemeClr val="accent2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본 사업부터 즉시</a:t>
                      </a:r>
                      <a:endParaRPr lang="ko-KR" altLang="en-US" sz="14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991677"/>
                  </a:ext>
                </a:extLst>
              </a:tr>
              <a:tr h="455831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논쟁 최소화 방법</a:t>
                      </a:r>
                      <a:endParaRPr lang="en-US" altLang="ko-KR" sz="14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0" indent="-11430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b="1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chemeClr val="accent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유선 통화를 최소화 하고 가급적 정해진 문서로만 전달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본 사업부터 즉시</a:t>
                      </a:r>
                      <a:endParaRPr lang="ko-KR" altLang="en-US" sz="14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378230"/>
                  </a:ext>
                </a:extLst>
              </a:tr>
              <a:tr h="650397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개발 속도 증가 방법</a:t>
                      </a:r>
                      <a:endParaRPr lang="en-US" altLang="ko-KR" sz="14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marL="114300" marR="0" lvl="0" indent="-11430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b="1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chemeClr val="accent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인터넷이 가능한 환경에서 프로젝트 수행 필요</a:t>
                      </a:r>
                      <a:endParaRPr lang="en-US" altLang="ko-KR" sz="1400" b="1" kern="1200" spc="-7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schemeClr val="accent2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marL="114300" marR="0" lvl="0" indent="-11430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현재 한국환경산업기술원 외부 수행업체 개발실은 폐쇄망 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향후</a:t>
                      </a:r>
                      <a:endParaRPr lang="en-US" altLang="ko-KR" sz="1400" kern="1200" spc="-7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3062019"/>
                  </a:ext>
                </a:extLst>
              </a:tr>
            </a:tbl>
          </a:graphicData>
        </a:graphic>
      </p:graphicFrame>
      <p:sp>
        <p:nvSpPr>
          <p:cNvPr id="24" name="모서리가 둥근 직사각형 547">
            <a:extLst>
              <a:ext uri="{FF2B5EF4-FFF2-40B4-BE49-F238E27FC236}">
                <a16:creationId xmlns:a16="http://schemas.microsoft.com/office/drawing/2014/main" id="{3675E489-C5F8-4665-8577-91B9A243FD50}"/>
              </a:ext>
            </a:extLst>
          </p:cNvPr>
          <p:cNvSpPr/>
          <p:nvPr/>
        </p:nvSpPr>
        <p:spPr>
          <a:xfrm>
            <a:off x="2905751" y="4622390"/>
            <a:ext cx="1322120" cy="293736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latinLnBrk="0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  <a:defRPr/>
            </a:pPr>
            <a:r>
              <a:rPr kumimoji="1" lang="ko-KR" altLang="en-US" sz="105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국립환경과학원</a:t>
            </a:r>
            <a:endParaRPr kumimoji="1" lang="ko-KR" altLang="en-US" sz="1050" b="1" kern="0" spc="-8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5" name="모서리가 둥근 직사각형 547">
            <a:extLst>
              <a:ext uri="{FF2B5EF4-FFF2-40B4-BE49-F238E27FC236}">
                <a16:creationId xmlns:a16="http://schemas.microsoft.com/office/drawing/2014/main" id="{47FC83BE-44F5-4D9D-8906-AFB006554A08}"/>
              </a:ext>
            </a:extLst>
          </p:cNvPr>
          <p:cNvSpPr/>
          <p:nvPr/>
        </p:nvSpPr>
        <p:spPr>
          <a:xfrm>
            <a:off x="2905751" y="4955454"/>
            <a:ext cx="1322120" cy="293736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latinLnBrk="0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  <a:defRPr/>
            </a:pPr>
            <a:r>
              <a:rPr kumimoji="1" lang="ko-KR" altLang="en-US" sz="105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한국환경산업기술원</a:t>
            </a:r>
            <a:endParaRPr kumimoji="1" lang="ko-KR" altLang="en-US" sz="1050" b="1" kern="0" spc="-8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6" name="모서리가 둥근 직사각형 547">
            <a:extLst>
              <a:ext uri="{FF2B5EF4-FFF2-40B4-BE49-F238E27FC236}">
                <a16:creationId xmlns:a16="http://schemas.microsoft.com/office/drawing/2014/main" id="{B4DDAD78-C4CE-47D8-8051-7A98ED8102D2}"/>
              </a:ext>
            </a:extLst>
          </p:cNvPr>
          <p:cNvSpPr/>
          <p:nvPr/>
        </p:nvSpPr>
        <p:spPr>
          <a:xfrm>
            <a:off x="2905751" y="5288518"/>
            <a:ext cx="1322120" cy="293736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latinLnBrk="0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  <a:defRPr/>
            </a:pPr>
            <a:r>
              <a:rPr kumimoji="1" lang="ko-KR" altLang="en-US" sz="105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산업계지원팀</a:t>
            </a:r>
            <a:endParaRPr kumimoji="1" lang="ko-KR" altLang="en-US" sz="1050" b="1" kern="0" spc="-8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80CFBCBF-2C1C-4B65-A4E1-BCEDE2A501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82" y="4935174"/>
            <a:ext cx="367478" cy="353344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011A1F93-3DE5-46D5-A0C4-21235852CC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9627" y="4955454"/>
            <a:ext cx="367478" cy="353344"/>
          </a:xfrm>
          <a:prstGeom prst="rect">
            <a:avLst/>
          </a:prstGeom>
        </p:spPr>
      </p:pic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AD0A3E42-F1A9-41F2-A1B4-11CA8273D5CA}"/>
              </a:ext>
            </a:extLst>
          </p:cNvPr>
          <p:cNvCxnSpPr>
            <a:stCxn id="24" idx="3"/>
            <a:endCxn id="27" idx="1"/>
          </p:cNvCxnSpPr>
          <p:nvPr/>
        </p:nvCxnSpPr>
        <p:spPr>
          <a:xfrm>
            <a:off x="4227871" y="4769258"/>
            <a:ext cx="446311" cy="342588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4A803971-6D88-4517-BC35-EB36EF182DE7}"/>
              </a:ext>
            </a:extLst>
          </p:cNvPr>
          <p:cNvCxnSpPr>
            <a:stCxn id="25" idx="3"/>
            <a:endCxn id="27" idx="1"/>
          </p:cNvCxnSpPr>
          <p:nvPr/>
        </p:nvCxnSpPr>
        <p:spPr>
          <a:xfrm>
            <a:off x="4227871" y="5102322"/>
            <a:ext cx="446311" cy="9524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E9F54474-830C-447F-B933-97607F91B0F7}"/>
              </a:ext>
            </a:extLst>
          </p:cNvPr>
          <p:cNvCxnSpPr>
            <a:stCxn id="26" idx="3"/>
            <a:endCxn id="27" idx="1"/>
          </p:cNvCxnSpPr>
          <p:nvPr/>
        </p:nvCxnSpPr>
        <p:spPr>
          <a:xfrm flipV="1">
            <a:off x="4227871" y="5126748"/>
            <a:ext cx="446311" cy="308638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모서리가 둥근 직사각형 547">
            <a:extLst>
              <a:ext uri="{FF2B5EF4-FFF2-40B4-BE49-F238E27FC236}">
                <a16:creationId xmlns:a16="http://schemas.microsoft.com/office/drawing/2014/main" id="{78FF3009-2789-4A6C-814B-DA983EF49C6F}"/>
              </a:ext>
            </a:extLst>
          </p:cNvPr>
          <p:cNvSpPr/>
          <p:nvPr/>
        </p:nvSpPr>
        <p:spPr>
          <a:xfrm>
            <a:off x="6609860" y="4661718"/>
            <a:ext cx="1322120" cy="293736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latinLnBrk="0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  <a:defRPr/>
            </a:pPr>
            <a:r>
              <a:rPr kumimoji="1" lang="ko-KR" altLang="en-US" sz="105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수행자</a:t>
            </a:r>
            <a:r>
              <a:rPr kumimoji="1" lang="en-US" altLang="ko-KR" sz="105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</a:t>
            </a:r>
            <a:endParaRPr kumimoji="1" lang="ko-KR" altLang="en-US" sz="1050" b="1" kern="0" spc="-8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8" name="모서리가 둥근 직사각형 547">
            <a:extLst>
              <a:ext uri="{FF2B5EF4-FFF2-40B4-BE49-F238E27FC236}">
                <a16:creationId xmlns:a16="http://schemas.microsoft.com/office/drawing/2014/main" id="{14265A31-BC70-46B5-B371-13987826BBFC}"/>
              </a:ext>
            </a:extLst>
          </p:cNvPr>
          <p:cNvSpPr/>
          <p:nvPr/>
        </p:nvSpPr>
        <p:spPr>
          <a:xfrm>
            <a:off x="6609860" y="4994782"/>
            <a:ext cx="1322120" cy="293736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latinLnBrk="0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  <a:defRPr/>
            </a:pPr>
            <a:r>
              <a:rPr kumimoji="1" lang="ko-KR" altLang="en-US" sz="105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수행자</a:t>
            </a:r>
            <a:r>
              <a:rPr kumimoji="1" lang="en-US" altLang="ko-KR" sz="105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2</a:t>
            </a:r>
            <a:endParaRPr kumimoji="1" lang="ko-KR" altLang="en-US" sz="1050" b="1" kern="0" spc="-8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9" name="모서리가 둥근 직사각형 547">
            <a:extLst>
              <a:ext uri="{FF2B5EF4-FFF2-40B4-BE49-F238E27FC236}">
                <a16:creationId xmlns:a16="http://schemas.microsoft.com/office/drawing/2014/main" id="{68C018F7-2989-492D-B400-A8557FC59478}"/>
              </a:ext>
            </a:extLst>
          </p:cNvPr>
          <p:cNvSpPr/>
          <p:nvPr/>
        </p:nvSpPr>
        <p:spPr>
          <a:xfrm>
            <a:off x="6609860" y="5327846"/>
            <a:ext cx="1322120" cy="293736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latinLnBrk="0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  <a:defRPr/>
            </a:pPr>
            <a:r>
              <a:rPr kumimoji="1" lang="ko-KR" altLang="en-US" sz="105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수행자</a:t>
            </a:r>
            <a:r>
              <a:rPr kumimoji="1" lang="en-US" altLang="ko-KR" sz="105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3</a:t>
            </a:r>
            <a:endParaRPr kumimoji="1" lang="ko-KR" altLang="en-US" sz="1050" b="1" kern="0" spc="-8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A139085E-BD75-4D2A-AE13-88B420A928A6}"/>
              </a:ext>
            </a:extLst>
          </p:cNvPr>
          <p:cNvCxnSpPr>
            <a:stCxn id="28" idx="3"/>
            <a:endCxn id="38" idx="1"/>
          </p:cNvCxnSpPr>
          <p:nvPr/>
        </p:nvCxnSpPr>
        <p:spPr>
          <a:xfrm>
            <a:off x="6227105" y="5132126"/>
            <a:ext cx="382755" cy="9524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523A6BE7-35AC-4937-B3FD-F87EE82871A0}"/>
              </a:ext>
            </a:extLst>
          </p:cNvPr>
          <p:cNvCxnSpPr>
            <a:stCxn id="28" idx="3"/>
            <a:endCxn id="37" idx="1"/>
          </p:cNvCxnSpPr>
          <p:nvPr/>
        </p:nvCxnSpPr>
        <p:spPr>
          <a:xfrm flipV="1">
            <a:off x="6227105" y="4808586"/>
            <a:ext cx="382755" cy="323540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9818BDC1-DADB-4122-B6BB-E431A2EBC941}"/>
              </a:ext>
            </a:extLst>
          </p:cNvPr>
          <p:cNvCxnSpPr>
            <a:endCxn id="39" idx="1"/>
          </p:cNvCxnSpPr>
          <p:nvPr/>
        </p:nvCxnSpPr>
        <p:spPr>
          <a:xfrm>
            <a:off x="6227105" y="5111846"/>
            <a:ext cx="382755" cy="362868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oup 549">
            <a:extLst>
              <a:ext uri="{FF2B5EF4-FFF2-40B4-BE49-F238E27FC236}">
                <a16:creationId xmlns:a16="http://schemas.microsoft.com/office/drawing/2014/main" id="{A6B70EB2-DF21-4CBF-9278-EFF5B1DD85D9}"/>
              </a:ext>
            </a:extLst>
          </p:cNvPr>
          <p:cNvGrpSpPr>
            <a:grpSpLocks/>
          </p:cNvGrpSpPr>
          <p:nvPr/>
        </p:nvGrpSpPr>
        <p:grpSpPr bwMode="auto">
          <a:xfrm>
            <a:off x="5155624" y="4994782"/>
            <a:ext cx="618253" cy="273050"/>
            <a:chOff x="1761" y="2330"/>
            <a:chExt cx="266" cy="172"/>
          </a:xfrm>
        </p:grpSpPr>
        <p:sp>
          <p:nvSpPr>
            <p:cNvPr id="47" name="AutoShape 550">
              <a:extLst>
                <a:ext uri="{FF2B5EF4-FFF2-40B4-BE49-F238E27FC236}">
                  <a16:creationId xmlns:a16="http://schemas.microsoft.com/office/drawing/2014/main" id="{81E7379A-CCD1-4901-95B8-41C84D5396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1" y="2330"/>
              <a:ext cx="266" cy="172"/>
            </a:xfrm>
            <a:prstGeom prst="leftRightArrow">
              <a:avLst>
                <a:gd name="adj1" fmla="val 65120"/>
                <a:gd name="adj2" fmla="val 37789"/>
              </a:avLst>
            </a:prstGeom>
            <a:gradFill rotWithShape="1">
              <a:gsLst>
                <a:gs pos="0">
                  <a:srgbClr val="374658"/>
                </a:gs>
                <a:gs pos="50000">
                  <a:srgbClr val="6C89AC"/>
                </a:gs>
                <a:gs pos="100000">
                  <a:srgbClr val="37465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 anchor="ctr"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hangingPunct="1"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endParaRPr lang="ko-KR" altLang="en-US" sz="1500" b="1"/>
            </a:p>
          </p:txBody>
        </p:sp>
        <p:sp>
          <p:nvSpPr>
            <p:cNvPr id="48" name="AutoShape 551">
              <a:extLst>
                <a:ext uri="{FF2B5EF4-FFF2-40B4-BE49-F238E27FC236}">
                  <a16:creationId xmlns:a16="http://schemas.microsoft.com/office/drawing/2014/main" id="{14325458-2ABE-4002-B1CB-184EC03690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9" y="2339"/>
              <a:ext cx="230" cy="154"/>
            </a:xfrm>
            <a:prstGeom prst="leftRightArrow">
              <a:avLst>
                <a:gd name="adj1" fmla="val 65120"/>
                <a:gd name="adj2" fmla="val 36494"/>
              </a:avLst>
            </a:prstGeom>
            <a:gradFill rotWithShape="1">
              <a:gsLst>
                <a:gs pos="0">
                  <a:srgbClr val="EAEAEA"/>
                </a:gs>
                <a:gs pos="50000">
                  <a:srgbClr val="F6F6F6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6000" tIns="36000" rIns="36000" bIns="36000" anchor="ctr"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hangingPunct="1"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endParaRPr lang="ko-KR" altLang="en-US" sz="1500" b="1"/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4918AFD2-9B24-4EDB-A6B8-B9249F495F1C}"/>
              </a:ext>
            </a:extLst>
          </p:cNvPr>
          <p:cNvSpPr txBox="1"/>
          <p:nvPr/>
        </p:nvSpPr>
        <p:spPr>
          <a:xfrm>
            <a:off x="4591452" y="5277761"/>
            <a:ext cx="5212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/>
              <a:t>최병권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5303D3B-B2C8-4CB7-B8DF-196600703D9C}"/>
              </a:ext>
            </a:extLst>
          </p:cNvPr>
          <p:cNvSpPr txBox="1"/>
          <p:nvPr/>
        </p:nvSpPr>
        <p:spPr>
          <a:xfrm>
            <a:off x="5792034" y="5277761"/>
            <a:ext cx="5212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/>
              <a:t>허길양</a:t>
            </a:r>
          </a:p>
        </p:txBody>
      </p:sp>
    </p:spTree>
    <p:extLst>
      <p:ext uri="{BB962C8B-B14F-4D97-AF65-F5344CB8AC3E}">
        <p14:creationId xmlns:p14="http://schemas.microsoft.com/office/powerpoint/2010/main" val="1114986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7DCE983-5191-4D44-BE40-F400AF71305F}"/>
              </a:ext>
            </a:extLst>
          </p:cNvPr>
          <p:cNvSpPr/>
          <p:nvPr/>
        </p:nvSpPr>
        <p:spPr>
          <a:xfrm>
            <a:off x="0" y="0"/>
            <a:ext cx="10691813" cy="75596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D0EAA93-C3A9-4FBD-BC60-F3F539BF82D8}"/>
              </a:ext>
            </a:extLst>
          </p:cNvPr>
          <p:cNvGrpSpPr/>
          <p:nvPr/>
        </p:nvGrpSpPr>
        <p:grpSpPr>
          <a:xfrm>
            <a:off x="2809939" y="2615432"/>
            <a:ext cx="3497797" cy="1999522"/>
            <a:chOff x="2277444" y="3997671"/>
            <a:chExt cx="3497797" cy="199952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C79E273-0411-4C97-91C7-28BFB42EE4FB}"/>
                </a:ext>
              </a:extLst>
            </p:cNvPr>
            <p:cNvSpPr txBox="1"/>
            <p:nvPr/>
          </p:nvSpPr>
          <p:spPr>
            <a:xfrm>
              <a:off x="2277444" y="3997671"/>
              <a:ext cx="371255" cy="19995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>
                <a:lnSpc>
                  <a:spcPct val="150000"/>
                </a:lnSpc>
                <a:buClr>
                  <a:srgbClr val="363636"/>
                </a:buClr>
                <a:defRPr/>
              </a:pPr>
              <a:r>
                <a:rPr kumimoji="1" lang="en-US" altLang="ko-KR" sz="1400" spc="-6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>
                      <a:lumMod val="6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01</a:t>
              </a:r>
            </a:p>
            <a:p>
              <a:pPr lvl="0">
                <a:lnSpc>
                  <a:spcPct val="150000"/>
                </a:lnSpc>
                <a:buClr>
                  <a:srgbClr val="363636"/>
                </a:buClr>
                <a:defRPr/>
              </a:pPr>
              <a:r>
                <a:rPr kumimoji="1" lang="en-US" altLang="ko-KR" sz="1400" spc="-60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>
                      <a:lumMod val="6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02</a:t>
              </a:r>
            </a:p>
            <a:p>
              <a:pPr lvl="0">
                <a:lnSpc>
                  <a:spcPct val="150000"/>
                </a:lnSpc>
                <a:buClr>
                  <a:srgbClr val="363636"/>
                </a:buClr>
                <a:defRPr/>
              </a:pPr>
              <a:r>
                <a:rPr kumimoji="1" lang="en-US" altLang="ko-KR" sz="1400" spc="-6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>
                      <a:lumMod val="6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03</a:t>
              </a:r>
            </a:p>
            <a:p>
              <a:pPr lvl="0">
                <a:lnSpc>
                  <a:spcPct val="150000"/>
                </a:lnSpc>
                <a:buClr>
                  <a:srgbClr val="363636"/>
                </a:buClr>
                <a:defRPr/>
              </a:pPr>
              <a:r>
                <a:rPr kumimoji="1" lang="en-US" altLang="ko-KR" sz="1400" spc="-6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>
                      <a:lumMod val="6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04</a:t>
              </a:r>
            </a:p>
            <a:p>
              <a:pPr lvl="0">
                <a:lnSpc>
                  <a:spcPct val="150000"/>
                </a:lnSpc>
                <a:buClr>
                  <a:srgbClr val="363636"/>
                </a:buClr>
                <a:defRPr/>
              </a:pPr>
              <a:r>
                <a:rPr kumimoji="1" lang="en-US" altLang="ko-KR" sz="1400" spc="-6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>
                      <a:lumMod val="6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05</a:t>
              </a:r>
            </a:p>
            <a:p>
              <a:pPr lvl="0">
                <a:lnSpc>
                  <a:spcPct val="150000"/>
                </a:lnSpc>
                <a:buClr>
                  <a:srgbClr val="363636"/>
                </a:buClr>
                <a:defRPr/>
              </a:pPr>
              <a:r>
                <a:rPr kumimoji="1" lang="en-US" altLang="ko-KR" sz="1400" spc="-6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bg1">
                      <a:lumMod val="6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06</a:t>
              </a:r>
              <a:endParaRPr kumimoji="1" lang="en-US" altLang="ko-KR" sz="1400" spc="-6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D0A6F61-08BC-46D4-BC18-7ACA7417443D}"/>
                </a:ext>
              </a:extLst>
            </p:cNvPr>
            <p:cNvSpPr txBox="1"/>
            <p:nvPr/>
          </p:nvSpPr>
          <p:spPr>
            <a:xfrm>
              <a:off x="2601295" y="3997671"/>
              <a:ext cx="3173946" cy="19995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lvl="0">
                <a:lnSpc>
                  <a:spcPct val="150000"/>
                </a:lnSpc>
                <a:buClr>
                  <a:srgbClr val="363636"/>
                </a:buClr>
                <a:defRPr kumimoji="1" sz="1400" spc="-6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anose="02020603020101020101" pitchFamily="18" charset="-127"/>
                  <a:ea typeface="KoPub돋움체 Light" panose="02020603020101020101" pitchFamily="18" charset="-127"/>
                </a:defRPr>
              </a:lvl1pPr>
            </a:lstStyle>
            <a:p>
              <a:r>
                <a:rPr lang="ko-KR" altLang="en-US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화학제품관리시스템 연계도</a:t>
              </a:r>
              <a:endParaRPr lang="en-US" altLang="ko-KR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ko-KR" altLang="en-US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기업회원 및 일반회원 관리</a:t>
              </a:r>
              <a:endParaRPr lang="en-US" altLang="ko-KR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ko-KR" altLang="en-US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안전확인대상 생활화학제품 신고대상</a:t>
              </a:r>
              <a:endParaRPr lang="en-US" altLang="ko-KR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ko-KR" altLang="en-US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안전확인대상 생활화하제품 </a:t>
              </a:r>
              <a:r>
                <a:rPr lang="en-US" altLang="ko-KR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QR</a:t>
              </a:r>
              <a:endParaRPr lang="ko-KR" altLang="en-US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ko-KR" altLang="en-US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승인유예대상 기존 살생물물질 통합 </a:t>
              </a:r>
              <a:r>
                <a:rPr lang="en-US" altLang="ko-KR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DB </a:t>
              </a:r>
              <a:r>
                <a:rPr lang="ko-KR" altLang="en-US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관리</a:t>
              </a:r>
              <a:endParaRPr lang="en-US" altLang="ko-KR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  <a:p>
              <a:r>
                <a:rPr lang="ko-KR" altLang="en-US"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기존 살생물물질 승인신청</a:t>
              </a:r>
              <a:endParaRPr lang="en-US" altLang="ko-KR" dirty="0"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D2F84CD-FB98-4401-A161-4F74215EA583}"/>
              </a:ext>
            </a:extLst>
          </p:cNvPr>
          <p:cNvGrpSpPr/>
          <p:nvPr/>
        </p:nvGrpSpPr>
        <p:grpSpPr>
          <a:xfrm>
            <a:off x="2025776" y="1565798"/>
            <a:ext cx="2703903" cy="1015663"/>
            <a:chOff x="8544561" y="2252096"/>
            <a:chExt cx="2703903" cy="1015663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47D8BDDB-33D8-4A75-AA15-B6AFC0C28A25}"/>
                </a:ext>
              </a:extLst>
            </p:cNvPr>
            <p:cNvSpPr/>
            <p:nvPr/>
          </p:nvSpPr>
          <p:spPr>
            <a:xfrm>
              <a:off x="9294083" y="2594603"/>
              <a:ext cx="1954381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400" fontAlgn="base"/>
              <a:r>
                <a:rPr lang="ko-KR" altLang="en-US" sz="2800" b="1" kern="0" spc="-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4642E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사업수행방안</a:t>
              </a: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BEEF318-8B66-4B96-8E66-99EFD86F7D02}"/>
                </a:ext>
              </a:extLst>
            </p:cNvPr>
            <p:cNvSpPr/>
            <p:nvPr/>
          </p:nvSpPr>
          <p:spPr>
            <a:xfrm>
              <a:off x="8544561" y="2252096"/>
              <a:ext cx="891591" cy="101566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914400" fontAlgn="base" latinLnBrk="0"/>
              <a:r>
                <a:rPr lang="en-US" altLang="ko-KR" sz="6000" kern="0" spc="-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4642E"/>
                  </a:solidFill>
                  <a:latin typeface="KoPub바탕체 Light" panose="02020603020101020101" pitchFamily="18" charset="-127"/>
                  <a:ea typeface="KoPub바탕체 Light" panose="02020603020101020101" pitchFamily="18" charset="-127"/>
                </a:rPr>
                <a:t>Ⅱ</a:t>
              </a: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C105375-38E2-45D1-A4C0-AD733194CA2E}"/>
              </a:ext>
            </a:extLst>
          </p:cNvPr>
          <p:cNvSpPr/>
          <p:nvPr/>
        </p:nvSpPr>
        <p:spPr>
          <a:xfrm>
            <a:off x="0" y="6539705"/>
            <a:ext cx="10691813" cy="10199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>
              <a:spcBef>
                <a:spcPts val="300"/>
              </a:spcBef>
              <a:buClr>
                <a:schemeClr val="tx1">
                  <a:lumMod val="75000"/>
                  <a:lumOff val="25000"/>
                </a:schemeClr>
              </a:buClr>
            </a:pPr>
            <a:endParaRPr lang="ko-KR" altLang="en-US" sz="1000" b="1">
              <a:ln w="3175"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87540D5-B6FE-42B6-92C7-5105C5BADC01}"/>
              </a:ext>
            </a:extLst>
          </p:cNvPr>
          <p:cNvSpPr/>
          <p:nvPr/>
        </p:nvSpPr>
        <p:spPr>
          <a:xfrm>
            <a:off x="0" y="-1"/>
            <a:ext cx="1407886" cy="7559675"/>
          </a:xfrm>
          <a:prstGeom prst="rect">
            <a:avLst/>
          </a:prstGeom>
          <a:gradFill>
            <a:gsLst>
              <a:gs pos="75000">
                <a:srgbClr val="82BA38"/>
              </a:gs>
              <a:gs pos="0">
                <a:srgbClr val="A9CE56"/>
              </a:gs>
            </a:gsLst>
            <a:lin ang="5400000" scaled="1"/>
          </a:gradFill>
          <a:ln>
            <a:noFill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>
              <a:spcBef>
                <a:spcPts val="300"/>
              </a:spcBef>
              <a:buClr>
                <a:schemeClr val="tx1">
                  <a:lumMod val="75000"/>
                  <a:lumOff val="25000"/>
                </a:schemeClr>
              </a:buClr>
            </a:pPr>
            <a:endParaRPr lang="ko-KR" altLang="en-US" sz="1000" b="1">
              <a:ln w="3175"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5032279F-AE22-4850-8032-C979240B5C28}"/>
              </a:ext>
            </a:extLst>
          </p:cNvPr>
          <p:cNvGrpSpPr/>
          <p:nvPr/>
        </p:nvGrpSpPr>
        <p:grpSpPr>
          <a:xfrm>
            <a:off x="6226629" y="2090268"/>
            <a:ext cx="4465184" cy="5469407"/>
            <a:chOff x="6226629" y="2090268"/>
            <a:chExt cx="4465184" cy="5469407"/>
          </a:xfrm>
        </p:grpSpPr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F4A84F33-B4A0-473C-9113-17DB11A05CF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373" t="12022" r="14114" b="21248"/>
            <a:stretch/>
          </p:blipFill>
          <p:spPr>
            <a:xfrm>
              <a:off x="6226629" y="2090268"/>
              <a:ext cx="4465184" cy="5469407"/>
            </a:xfrm>
            <a:prstGeom prst="rect">
              <a:avLst/>
            </a:prstGeom>
          </p:spPr>
        </p:pic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7FABCC48-6623-476E-986A-D6EB7EFC1954}"/>
                </a:ext>
              </a:extLst>
            </p:cNvPr>
            <p:cNvGrpSpPr/>
            <p:nvPr/>
          </p:nvGrpSpPr>
          <p:grpSpPr>
            <a:xfrm>
              <a:off x="6931881" y="2672388"/>
              <a:ext cx="3452801" cy="2991417"/>
              <a:chOff x="6931881" y="2672388"/>
              <a:chExt cx="3452801" cy="2991417"/>
            </a:xfrm>
          </p:grpSpPr>
          <p:grpSp>
            <p:nvGrpSpPr>
              <p:cNvPr id="54" name="그룹 53">
                <a:extLst>
                  <a:ext uri="{FF2B5EF4-FFF2-40B4-BE49-F238E27FC236}">
                    <a16:creationId xmlns:a16="http://schemas.microsoft.com/office/drawing/2014/main" id="{CB674536-A8DD-461F-9B4B-59399A5BEEBA}"/>
                  </a:ext>
                </a:extLst>
              </p:cNvPr>
              <p:cNvGrpSpPr/>
              <p:nvPr/>
            </p:nvGrpSpPr>
            <p:grpSpPr>
              <a:xfrm>
                <a:off x="7772650" y="3055747"/>
                <a:ext cx="511048" cy="513862"/>
                <a:chOff x="3075744" y="1599659"/>
                <a:chExt cx="576723" cy="579898"/>
              </a:xfrm>
              <a:solidFill>
                <a:schemeClr val="bg1"/>
              </a:solidFill>
            </p:grpSpPr>
            <p:sp>
              <p:nvSpPr>
                <p:cNvPr id="78" name="Freeform 60">
                  <a:extLst>
                    <a:ext uri="{FF2B5EF4-FFF2-40B4-BE49-F238E27FC236}">
                      <a16:creationId xmlns:a16="http://schemas.microsoft.com/office/drawing/2014/main" id="{04102215-D0F4-41A7-BA1F-1112AF292B4E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075744" y="1599659"/>
                  <a:ext cx="576723" cy="579898"/>
                </a:xfrm>
                <a:custGeom>
                  <a:avLst/>
                  <a:gdLst>
                    <a:gd name="T0" fmla="*/ 203 w 204"/>
                    <a:gd name="T1" fmla="*/ 114 h 205"/>
                    <a:gd name="T2" fmla="*/ 203 w 204"/>
                    <a:gd name="T3" fmla="*/ 93 h 205"/>
                    <a:gd name="T4" fmla="*/ 178 w 204"/>
                    <a:gd name="T5" fmla="*/ 71 h 205"/>
                    <a:gd name="T6" fmla="*/ 183 w 204"/>
                    <a:gd name="T7" fmla="*/ 39 h 205"/>
                    <a:gd name="T8" fmla="*/ 168 w 204"/>
                    <a:gd name="T9" fmla="*/ 24 h 205"/>
                    <a:gd name="T10" fmla="*/ 133 w 204"/>
                    <a:gd name="T11" fmla="*/ 30 h 205"/>
                    <a:gd name="T12" fmla="*/ 112 w 204"/>
                    <a:gd name="T13" fmla="*/ 1 h 205"/>
                    <a:gd name="T14" fmla="*/ 91 w 204"/>
                    <a:gd name="T15" fmla="*/ 1 h 205"/>
                    <a:gd name="T16" fmla="*/ 71 w 204"/>
                    <a:gd name="T17" fmla="*/ 26 h 205"/>
                    <a:gd name="T18" fmla="*/ 38 w 204"/>
                    <a:gd name="T19" fmla="*/ 24 h 205"/>
                    <a:gd name="T20" fmla="*/ 23 w 204"/>
                    <a:gd name="T21" fmla="*/ 38 h 205"/>
                    <a:gd name="T22" fmla="*/ 30 w 204"/>
                    <a:gd name="T23" fmla="*/ 72 h 205"/>
                    <a:gd name="T24" fmla="*/ 1 w 204"/>
                    <a:gd name="T25" fmla="*/ 93 h 205"/>
                    <a:gd name="T26" fmla="*/ 1 w 204"/>
                    <a:gd name="T27" fmla="*/ 114 h 205"/>
                    <a:gd name="T28" fmla="*/ 26 w 204"/>
                    <a:gd name="T29" fmla="*/ 133 h 205"/>
                    <a:gd name="T30" fmla="*/ 21 w 204"/>
                    <a:gd name="T31" fmla="*/ 165 h 205"/>
                    <a:gd name="T32" fmla="*/ 36 w 204"/>
                    <a:gd name="T33" fmla="*/ 180 h 205"/>
                    <a:gd name="T34" fmla="*/ 72 w 204"/>
                    <a:gd name="T35" fmla="*/ 175 h 205"/>
                    <a:gd name="T36" fmla="*/ 93 w 204"/>
                    <a:gd name="T37" fmla="*/ 204 h 205"/>
                    <a:gd name="T38" fmla="*/ 114 w 204"/>
                    <a:gd name="T39" fmla="*/ 204 h 205"/>
                    <a:gd name="T40" fmla="*/ 133 w 204"/>
                    <a:gd name="T41" fmla="*/ 178 h 205"/>
                    <a:gd name="T42" fmla="*/ 166 w 204"/>
                    <a:gd name="T43" fmla="*/ 181 h 205"/>
                    <a:gd name="T44" fmla="*/ 181 w 204"/>
                    <a:gd name="T45" fmla="*/ 166 h 205"/>
                    <a:gd name="T46" fmla="*/ 175 w 204"/>
                    <a:gd name="T47" fmla="*/ 133 h 205"/>
                    <a:gd name="T48" fmla="*/ 203 w 204"/>
                    <a:gd name="T49" fmla="*/ 114 h 205"/>
                    <a:gd name="T50" fmla="*/ 102 w 204"/>
                    <a:gd name="T51" fmla="*/ 158 h 205"/>
                    <a:gd name="T52" fmla="*/ 46 w 204"/>
                    <a:gd name="T53" fmla="*/ 102 h 205"/>
                    <a:gd name="T54" fmla="*/ 102 w 204"/>
                    <a:gd name="T55" fmla="*/ 46 h 205"/>
                    <a:gd name="T56" fmla="*/ 158 w 204"/>
                    <a:gd name="T57" fmla="*/ 102 h 205"/>
                    <a:gd name="T58" fmla="*/ 102 w 204"/>
                    <a:gd name="T59" fmla="*/ 158 h 2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204" h="205">
                      <a:moveTo>
                        <a:pt x="203" y="114"/>
                      </a:moveTo>
                      <a:cubicBezTo>
                        <a:pt x="204" y="107"/>
                        <a:pt x="204" y="100"/>
                        <a:pt x="203" y="93"/>
                      </a:cubicBezTo>
                      <a:cubicBezTo>
                        <a:pt x="190" y="91"/>
                        <a:pt x="183" y="83"/>
                        <a:pt x="178" y="71"/>
                      </a:cubicBezTo>
                      <a:cubicBezTo>
                        <a:pt x="173" y="60"/>
                        <a:pt x="175" y="50"/>
                        <a:pt x="183" y="39"/>
                      </a:cubicBezTo>
                      <a:cubicBezTo>
                        <a:pt x="179" y="34"/>
                        <a:pt x="174" y="29"/>
                        <a:pt x="168" y="24"/>
                      </a:cubicBezTo>
                      <a:cubicBezTo>
                        <a:pt x="158" y="32"/>
                        <a:pt x="144" y="34"/>
                        <a:pt x="133" y="30"/>
                      </a:cubicBezTo>
                      <a:cubicBezTo>
                        <a:pt x="122" y="25"/>
                        <a:pt x="113" y="14"/>
                        <a:pt x="112" y="1"/>
                      </a:cubicBezTo>
                      <a:cubicBezTo>
                        <a:pt x="105" y="0"/>
                        <a:pt x="98" y="0"/>
                        <a:pt x="91" y="1"/>
                      </a:cubicBezTo>
                      <a:cubicBezTo>
                        <a:pt x="89" y="13"/>
                        <a:pt x="83" y="22"/>
                        <a:pt x="71" y="26"/>
                      </a:cubicBezTo>
                      <a:cubicBezTo>
                        <a:pt x="60" y="31"/>
                        <a:pt x="49" y="32"/>
                        <a:pt x="38" y="24"/>
                      </a:cubicBezTo>
                      <a:cubicBezTo>
                        <a:pt x="33" y="28"/>
                        <a:pt x="28" y="33"/>
                        <a:pt x="23" y="38"/>
                      </a:cubicBezTo>
                      <a:cubicBezTo>
                        <a:pt x="31" y="49"/>
                        <a:pt x="35" y="61"/>
                        <a:pt x="30" y="72"/>
                      </a:cubicBezTo>
                      <a:cubicBezTo>
                        <a:pt x="25" y="83"/>
                        <a:pt x="14" y="91"/>
                        <a:pt x="1" y="93"/>
                      </a:cubicBezTo>
                      <a:cubicBezTo>
                        <a:pt x="0" y="100"/>
                        <a:pt x="0" y="107"/>
                        <a:pt x="1" y="114"/>
                      </a:cubicBezTo>
                      <a:cubicBezTo>
                        <a:pt x="13" y="116"/>
                        <a:pt x="22" y="122"/>
                        <a:pt x="26" y="133"/>
                      </a:cubicBezTo>
                      <a:cubicBezTo>
                        <a:pt x="31" y="144"/>
                        <a:pt x="29" y="155"/>
                        <a:pt x="21" y="165"/>
                      </a:cubicBezTo>
                      <a:cubicBezTo>
                        <a:pt x="26" y="171"/>
                        <a:pt x="31" y="176"/>
                        <a:pt x="36" y="180"/>
                      </a:cubicBezTo>
                      <a:cubicBezTo>
                        <a:pt x="47" y="172"/>
                        <a:pt x="61" y="170"/>
                        <a:pt x="72" y="175"/>
                      </a:cubicBezTo>
                      <a:cubicBezTo>
                        <a:pt x="83" y="179"/>
                        <a:pt x="91" y="191"/>
                        <a:pt x="93" y="204"/>
                      </a:cubicBezTo>
                      <a:cubicBezTo>
                        <a:pt x="100" y="205"/>
                        <a:pt x="107" y="205"/>
                        <a:pt x="114" y="204"/>
                      </a:cubicBezTo>
                      <a:cubicBezTo>
                        <a:pt x="115" y="191"/>
                        <a:pt x="122" y="183"/>
                        <a:pt x="133" y="178"/>
                      </a:cubicBezTo>
                      <a:cubicBezTo>
                        <a:pt x="144" y="173"/>
                        <a:pt x="156" y="173"/>
                        <a:pt x="166" y="181"/>
                      </a:cubicBezTo>
                      <a:cubicBezTo>
                        <a:pt x="171" y="176"/>
                        <a:pt x="176" y="171"/>
                        <a:pt x="181" y="166"/>
                      </a:cubicBezTo>
                      <a:cubicBezTo>
                        <a:pt x="173" y="156"/>
                        <a:pt x="170" y="144"/>
                        <a:pt x="175" y="133"/>
                      </a:cubicBezTo>
                      <a:cubicBezTo>
                        <a:pt x="179" y="122"/>
                        <a:pt x="190" y="116"/>
                        <a:pt x="203" y="114"/>
                      </a:cubicBezTo>
                      <a:moveTo>
                        <a:pt x="102" y="158"/>
                      </a:moveTo>
                      <a:cubicBezTo>
                        <a:pt x="71" y="158"/>
                        <a:pt x="46" y="133"/>
                        <a:pt x="46" y="102"/>
                      </a:cubicBezTo>
                      <a:cubicBezTo>
                        <a:pt x="46" y="71"/>
                        <a:pt x="71" y="46"/>
                        <a:pt x="102" y="46"/>
                      </a:cubicBezTo>
                      <a:cubicBezTo>
                        <a:pt x="133" y="46"/>
                        <a:pt x="158" y="71"/>
                        <a:pt x="158" y="102"/>
                      </a:cubicBezTo>
                      <a:cubicBezTo>
                        <a:pt x="158" y="133"/>
                        <a:pt x="133" y="158"/>
                        <a:pt x="102" y="158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79" name="Oval 61">
                  <a:extLst>
                    <a:ext uri="{FF2B5EF4-FFF2-40B4-BE49-F238E27FC236}">
                      <a16:creationId xmlns:a16="http://schemas.microsoft.com/office/drawing/2014/main" id="{F2F7781A-D2DC-4AD4-9479-F44C76E051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8338" y="1794369"/>
                  <a:ext cx="189419" cy="189419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55" name="그룹 54">
                <a:extLst>
                  <a:ext uri="{FF2B5EF4-FFF2-40B4-BE49-F238E27FC236}">
                    <a16:creationId xmlns:a16="http://schemas.microsoft.com/office/drawing/2014/main" id="{EB734C9C-3D58-4E5F-8714-70C46CDDF001}"/>
                  </a:ext>
                </a:extLst>
              </p:cNvPr>
              <p:cNvGrpSpPr/>
              <p:nvPr/>
            </p:nvGrpSpPr>
            <p:grpSpPr>
              <a:xfrm>
                <a:off x="7108455" y="4574320"/>
                <a:ext cx="368545" cy="386243"/>
                <a:chOff x="2109788" y="5735638"/>
                <a:chExt cx="561975" cy="588962"/>
              </a:xfrm>
              <a:solidFill>
                <a:schemeClr val="bg1"/>
              </a:solidFill>
            </p:grpSpPr>
            <p:sp>
              <p:nvSpPr>
                <p:cNvPr id="75" name="Freeform 218">
                  <a:extLst>
                    <a:ext uri="{FF2B5EF4-FFF2-40B4-BE49-F238E27FC236}">
                      <a16:creationId xmlns:a16="http://schemas.microsoft.com/office/drawing/2014/main" id="{7F02607F-3767-4962-80A4-40741095F9D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109788" y="5735638"/>
                  <a:ext cx="452437" cy="212725"/>
                </a:xfrm>
                <a:custGeom>
                  <a:avLst/>
                  <a:gdLst>
                    <a:gd name="T0" fmla="*/ 79 w 157"/>
                    <a:gd name="T1" fmla="*/ 74 h 74"/>
                    <a:gd name="T2" fmla="*/ 157 w 157"/>
                    <a:gd name="T3" fmla="*/ 51 h 74"/>
                    <a:gd name="T4" fmla="*/ 157 w 157"/>
                    <a:gd name="T5" fmla="*/ 42 h 74"/>
                    <a:gd name="T6" fmla="*/ 157 w 157"/>
                    <a:gd name="T7" fmla="*/ 33 h 74"/>
                    <a:gd name="T8" fmla="*/ 157 w 157"/>
                    <a:gd name="T9" fmla="*/ 24 h 74"/>
                    <a:gd name="T10" fmla="*/ 79 w 157"/>
                    <a:gd name="T11" fmla="*/ 0 h 74"/>
                    <a:gd name="T12" fmla="*/ 0 w 157"/>
                    <a:gd name="T13" fmla="*/ 24 h 74"/>
                    <a:gd name="T14" fmla="*/ 0 w 157"/>
                    <a:gd name="T15" fmla="*/ 33 h 74"/>
                    <a:gd name="T16" fmla="*/ 0 w 157"/>
                    <a:gd name="T17" fmla="*/ 42 h 74"/>
                    <a:gd name="T18" fmla="*/ 0 w 157"/>
                    <a:gd name="T19" fmla="*/ 51 h 74"/>
                    <a:gd name="T20" fmla="*/ 79 w 157"/>
                    <a:gd name="T21" fmla="*/ 74 h 74"/>
                    <a:gd name="T22" fmla="*/ 79 w 157"/>
                    <a:gd name="T23" fmla="*/ 12 h 74"/>
                    <a:gd name="T24" fmla="*/ 132 w 157"/>
                    <a:gd name="T25" fmla="*/ 25 h 74"/>
                    <a:gd name="T26" fmla="*/ 79 w 157"/>
                    <a:gd name="T27" fmla="*/ 38 h 74"/>
                    <a:gd name="T28" fmla="*/ 25 w 157"/>
                    <a:gd name="T29" fmla="*/ 25 h 74"/>
                    <a:gd name="T30" fmla="*/ 79 w 157"/>
                    <a:gd name="T31" fmla="*/ 12 h 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157" h="74">
                      <a:moveTo>
                        <a:pt x="79" y="74"/>
                      </a:moveTo>
                      <a:cubicBezTo>
                        <a:pt x="122" y="74"/>
                        <a:pt x="157" y="64"/>
                        <a:pt x="157" y="51"/>
                      </a:cubicBezTo>
                      <a:cubicBezTo>
                        <a:pt x="157" y="42"/>
                        <a:pt x="157" y="42"/>
                        <a:pt x="157" y="42"/>
                      </a:cubicBezTo>
                      <a:cubicBezTo>
                        <a:pt x="157" y="33"/>
                        <a:pt x="157" y="33"/>
                        <a:pt x="157" y="33"/>
                      </a:cubicBezTo>
                      <a:cubicBezTo>
                        <a:pt x="157" y="24"/>
                        <a:pt x="157" y="24"/>
                        <a:pt x="157" y="24"/>
                      </a:cubicBezTo>
                      <a:cubicBezTo>
                        <a:pt x="157" y="11"/>
                        <a:pt x="122" y="0"/>
                        <a:pt x="79" y="0"/>
                      </a:cubicBezTo>
                      <a:cubicBezTo>
                        <a:pt x="35" y="0"/>
                        <a:pt x="0" y="11"/>
                        <a:pt x="0" y="24"/>
                      </a:cubicBezTo>
                      <a:cubicBezTo>
                        <a:pt x="0" y="33"/>
                        <a:pt x="0" y="33"/>
                        <a:pt x="0" y="33"/>
                      </a:cubicBezTo>
                      <a:cubicBezTo>
                        <a:pt x="0" y="42"/>
                        <a:pt x="0" y="42"/>
                        <a:pt x="0" y="42"/>
                      </a:cubicBezTo>
                      <a:cubicBezTo>
                        <a:pt x="0" y="51"/>
                        <a:pt x="0" y="51"/>
                        <a:pt x="0" y="51"/>
                      </a:cubicBezTo>
                      <a:cubicBezTo>
                        <a:pt x="0" y="64"/>
                        <a:pt x="35" y="74"/>
                        <a:pt x="79" y="74"/>
                      </a:cubicBezTo>
                      <a:close/>
                      <a:moveTo>
                        <a:pt x="79" y="12"/>
                      </a:moveTo>
                      <a:cubicBezTo>
                        <a:pt x="108" y="12"/>
                        <a:pt x="132" y="18"/>
                        <a:pt x="132" y="25"/>
                      </a:cubicBezTo>
                      <a:cubicBezTo>
                        <a:pt x="132" y="32"/>
                        <a:pt x="108" y="38"/>
                        <a:pt x="79" y="38"/>
                      </a:cubicBezTo>
                      <a:cubicBezTo>
                        <a:pt x="49" y="38"/>
                        <a:pt x="25" y="32"/>
                        <a:pt x="25" y="25"/>
                      </a:cubicBezTo>
                      <a:cubicBezTo>
                        <a:pt x="25" y="18"/>
                        <a:pt x="49" y="12"/>
                        <a:pt x="79" y="1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76" name="Freeform 219">
                  <a:extLst>
                    <a:ext uri="{FF2B5EF4-FFF2-40B4-BE49-F238E27FC236}">
                      <a16:creationId xmlns:a16="http://schemas.microsoft.com/office/drawing/2014/main" id="{C8522BC7-8D97-4087-BA3F-66CB9355E26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109788" y="5905500"/>
                  <a:ext cx="561975" cy="419100"/>
                </a:xfrm>
                <a:custGeom>
                  <a:avLst/>
                  <a:gdLst>
                    <a:gd name="T0" fmla="*/ 157 w 195"/>
                    <a:gd name="T1" fmla="*/ 34 h 146"/>
                    <a:gd name="T2" fmla="*/ 157 w 195"/>
                    <a:gd name="T3" fmla="*/ 33 h 146"/>
                    <a:gd name="T4" fmla="*/ 157 w 195"/>
                    <a:gd name="T5" fmla="*/ 0 h 146"/>
                    <a:gd name="T6" fmla="*/ 79 w 195"/>
                    <a:gd name="T7" fmla="*/ 20 h 146"/>
                    <a:gd name="T8" fmla="*/ 0 w 195"/>
                    <a:gd name="T9" fmla="*/ 0 h 146"/>
                    <a:gd name="T10" fmla="*/ 0 w 195"/>
                    <a:gd name="T11" fmla="*/ 33 h 146"/>
                    <a:gd name="T12" fmla="*/ 79 w 195"/>
                    <a:gd name="T13" fmla="*/ 57 h 146"/>
                    <a:gd name="T14" fmla="*/ 89 w 195"/>
                    <a:gd name="T15" fmla="*/ 56 h 146"/>
                    <a:gd name="T16" fmla="*/ 86 w 195"/>
                    <a:gd name="T17" fmla="*/ 62 h 146"/>
                    <a:gd name="T18" fmla="*/ 79 w 195"/>
                    <a:gd name="T19" fmla="*/ 62 h 146"/>
                    <a:gd name="T20" fmla="*/ 0 w 195"/>
                    <a:gd name="T21" fmla="*/ 42 h 146"/>
                    <a:gd name="T22" fmla="*/ 0 w 195"/>
                    <a:gd name="T23" fmla="*/ 75 h 146"/>
                    <a:gd name="T24" fmla="*/ 79 w 195"/>
                    <a:gd name="T25" fmla="*/ 99 h 146"/>
                    <a:gd name="T26" fmla="*/ 81 w 195"/>
                    <a:gd name="T27" fmla="*/ 99 h 146"/>
                    <a:gd name="T28" fmla="*/ 82 w 195"/>
                    <a:gd name="T29" fmla="*/ 104 h 146"/>
                    <a:gd name="T30" fmla="*/ 79 w 195"/>
                    <a:gd name="T31" fmla="*/ 104 h 146"/>
                    <a:gd name="T32" fmla="*/ 0 w 195"/>
                    <a:gd name="T33" fmla="*/ 84 h 146"/>
                    <a:gd name="T34" fmla="*/ 0 w 195"/>
                    <a:gd name="T35" fmla="*/ 117 h 146"/>
                    <a:gd name="T36" fmla="*/ 79 w 195"/>
                    <a:gd name="T37" fmla="*/ 141 h 146"/>
                    <a:gd name="T38" fmla="*/ 109 w 195"/>
                    <a:gd name="T39" fmla="*/ 139 h 146"/>
                    <a:gd name="T40" fmla="*/ 137 w 195"/>
                    <a:gd name="T41" fmla="*/ 146 h 146"/>
                    <a:gd name="T42" fmla="*/ 195 w 195"/>
                    <a:gd name="T43" fmla="*/ 88 h 146"/>
                    <a:gd name="T44" fmla="*/ 157 w 195"/>
                    <a:gd name="T45" fmla="*/ 34 h 146"/>
                    <a:gd name="T46" fmla="*/ 137 w 195"/>
                    <a:gd name="T47" fmla="*/ 138 h 146"/>
                    <a:gd name="T48" fmla="*/ 124 w 195"/>
                    <a:gd name="T49" fmla="*/ 136 h 146"/>
                    <a:gd name="T50" fmla="*/ 90 w 195"/>
                    <a:gd name="T51" fmla="*/ 104 h 146"/>
                    <a:gd name="T52" fmla="*/ 88 w 195"/>
                    <a:gd name="T53" fmla="*/ 98 h 146"/>
                    <a:gd name="T54" fmla="*/ 87 w 195"/>
                    <a:gd name="T55" fmla="*/ 88 h 146"/>
                    <a:gd name="T56" fmla="*/ 95 w 195"/>
                    <a:gd name="T57" fmla="*/ 62 h 146"/>
                    <a:gd name="T58" fmla="*/ 99 w 195"/>
                    <a:gd name="T59" fmla="*/ 56 h 146"/>
                    <a:gd name="T60" fmla="*/ 137 w 195"/>
                    <a:gd name="T61" fmla="*/ 38 h 146"/>
                    <a:gd name="T62" fmla="*/ 153 w 195"/>
                    <a:gd name="T63" fmla="*/ 41 h 146"/>
                    <a:gd name="T64" fmla="*/ 188 w 195"/>
                    <a:gd name="T65" fmla="*/ 88 h 146"/>
                    <a:gd name="T66" fmla="*/ 137 w 195"/>
                    <a:gd name="T67" fmla="*/ 138 h 1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195" h="146">
                      <a:moveTo>
                        <a:pt x="157" y="34"/>
                      </a:moveTo>
                      <a:cubicBezTo>
                        <a:pt x="157" y="34"/>
                        <a:pt x="157" y="33"/>
                        <a:pt x="157" y="33"/>
                      </a:cubicBezTo>
                      <a:cubicBezTo>
                        <a:pt x="157" y="0"/>
                        <a:pt x="157" y="0"/>
                        <a:pt x="157" y="0"/>
                      </a:cubicBezTo>
                      <a:cubicBezTo>
                        <a:pt x="157" y="11"/>
                        <a:pt x="122" y="20"/>
                        <a:pt x="79" y="20"/>
                      </a:cubicBezTo>
                      <a:cubicBezTo>
                        <a:pt x="35" y="20"/>
                        <a:pt x="0" y="11"/>
                        <a:pt x="0" y="0"/>
                      </a:cubicBezTo>
                      <a:cubicBezTo>
                        <a:pt x="0" y="33"/>
                        <a:pt x="0" y="33"/>
                        <a:pt x="0" y="33"/>
                      </a:cubicBezTo>
                      <a:cubicBezTo>
                        <a:pt x="0" y="46"/>
                        <a:pt x="35" y="57"/>
                        <a:pt x="79" y="57"/>
                      </a:cubicBezTo>
                      <a:cubicBezTo>
                        <a:pt x="82" y="57"/>
                        <a:pt x="86" y="57"/>
                        <a:pt x="89" y="56"/>
                      </a:cubicBezTo>
                      <a:cubicBezTo>
                        <a:pt x="88" y="58"/>
                        <a:pt x="87" y="60"/>
                        <a:pt x="86" y="62"/>
                      </a:cubicBezTo>
                      <a:cubicBezTo>
                        <a:pt x="83" y="62"/>
                        <a:pt x="81" y="62"/>
                        <a:pt x="79" y="62"/>
                      </a:cubicBezTo>
                      <a:cubicBezTo>
                        <a:pt x="35" y="62"/>
                        <a:pt x="0" y="53"/>
                        <a:pt x="0" y="42"/>
                      </a:cubicBezTo>
                      <a:cubicBezTo>
                        <a:pt x="0" y="75"/>
                        <a:pt x="0" y="75"/>
                        <a:pt x="0" y="75"/>
                      </a:cubicBezTo>
                      <a:cubicBezTo>
                        <a:pt x="0" y="88"/>
                        <a:pt x="35" y="99"/>
                        <a:pt x="79" y="99"/>
                      </a:cubicBezTo>
                      <a:cubicBezTo>
                        <a:pt x="79" y="99"/>
                        <a:pt x="80" y="99"/>
                        <a:pt x="81" y="99"/>
                      </a:cubicBezTo>
                      <a:cubicBezTo>
                        <a:pt x="81" y="101"/>
                        <a:pt x="81" y="103"/>
                        <a:pt x="82" y="104"/>
                      </a:cubicBezTo>
                      <a:cubicBezTo>
                        <a:pt x="81" y="104"/>
                        <a:pt x="80" y="104"/>
                        <a:pt x="79" y="104"/>
                      </a:cubicBezTo>
                      <a:cubicBezTo>
                        <a:pt x="35" y="104"/>
                        <a:pt x="0" y="95"/>
                        <a:pt x="0" y="84"/>
                      </a:cubicBezTo>
                      <a:cubicBezTo>
                        <a:pt x="0" y="117"/>
                        <a:pt x="0" y="117"/>
                        <a:pt x="0" y="117"/>
                      </a:cubicBezTo>
                      <a:cubicBezTo>
                        <a:pt x="0" y="130"/>
                        <a:pt x="35" y="141"/>
                        <a:pt x="79" y="141"/>
                      </a:cubicBezTo>
                      <a:cubicBezTo>
                        <a:pt x="90" y="141"/>
                        <a:pt x="100" y="140"/>
                        <a:pt x="109" y="139"/>
                      </a:cubicBezTo>
                      <a:cubicBezTo>
                        <a:pt x="118" y="143"/>
                        <a:pt x="127" y="146"/>
                        <a:pt x="137" y="146"/>
                      </a:cubicBezTo>
                      <a:cubicBezTo>
                        <a:pt x="169" y="146"/>
                        <a:pt x="195" y="120"/>
                        <a:pt x="195" y="88"/>
                      </a:cubicBezTo>
                      <a:cubicBezTo>
                        <a:pt x="195" y="63"/>
                        <a:pt x="179" y="42"/>
                        <a:pt x="157" y="34"/>
                      </a:cubicBezTo>
                      <a:close/>
                      <a:moveTo>
                        <a:pt x="137" y="138"/>
                      </a:moveTo>
                      <a:cubicBezTo>
                        <a:pt x="133" y="138"/>
                        <a:pt x="128" y="138"/>
                        <a:pt x="124" y="136"/>
                      </a:cubicBezTo>
                      <a:cubicBezTo>
                        <a:pt x="108" y="132"/>
                        <a:pt x="95" y="120"/>
                        <a:pt x="90" y="104"/>
                      </a:cubicBezTo>
                      <a:cubicBezTo>
                        <a:pt x="89" y="102"/>
                        <a:pt x="89" y="100"/>
                        <a:pt x="88" y="98"/>
                      </a:cubicBezTo>
                      <a:cubicBezTo>
                        <a:pt x="88" y="95"/>
                        <a:pt x="87" y="92"/>
                        <a:pt x="87" y="88"/>
                      </a:cubicBezTo>
                      <a:cubicBezTo>
                        <a:pt x="87" y="79"/>
                        <a:pt x="90" y="70"/>
                        <a:pt x="95" y="62"/>
                      </a:cubicBezTo>
                      <a:cubicBezTo>
                        <a:pt x="96" y="60"/>
                        <a:pt x="98" y="58"/>
                        <a:pt x="99" y="56"/>
                      </a:cubicBezTo>
                      <a:cubicBezTo>
                        <a:pt x="108" y="45"/>
                        <a:pt x="122" y="38"/>
                        <a:pt x="137" y="38"/>
                      </a:cubicBezTo>
                      <a:cubicBezTo>
                        <a:pt x="143" y="38"/>
                        <a:pt x="148" y="39"/>
                        <a:pt x="153" y="41"/>
                      </a:cubicBezTo>
                      <a:cubicBezTo>
                        <a:pt x="173" y="47"/>
                        <a:pt x="188" y="66"/>
                        <a:pt x="188" y="88"/>
                      </a:cubicBezTo>
                      <a:cubicBezTo>
                        <a:pt x="188" y="116"/>
                        <a:pt x="165" y="138"/>
                        <a:pt x="137" y="1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77" name="Freeform 220">
                  <a:extLst>
                    <a:ext uri="{FF2B5EF4-FFF2-40B4-BE49-F238E27FC236}">
                      <a16:creationId xmlns:a16="http://schemas.microsoft.com/office/drawing/2014/main" id="{7A38D31C-7CB8-4737-AB8D-99C2C4C0013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455863" y="6072188"/>
                  <a:ext cx="114300" cy="158750"/>
                </a:xfrm>
                <a:custGeom>
                  <a:avLst/>
                  <a:gdLst>
                    <a:gd name="T0" fmla="*/ 38 w 40"/>
                    <a:gd name="T1" fmla="*/ 19 h 55"/>
                    <a:gd name="T2" fmla="*/ 37 w 40"/>
                    <a:gd name="T3" fmla="*/ 19 h 55"/>
                    <a:gd name="T4" fmla="*/ 37 w 40"/>
                    <a:gd name="T5" fmla="*/ 19 h 55"/>
                    <a:gd name="T6" fmla="*/ 37 w 40"/>
                    <a:gd name="T7" fmla="*/ 17 h 55"/>
                    <a:gd name="T8" fmla="*/ 20 w 40"/>
                    <a:gd name="T9" fmla="*/ 0 h 55"/>
                    <a:gd name="T10" fmla="*/ 3 w 40"/>
                    <a:gd name="T11" fmla="*/ 17 h 55"/>
                    <a:gd name="T12" fmla="*/ 3 w 40"/>
                    <a:gd name="T13" fmla="*/ 19 h 55"/>
                    <a:gd name="T14" fmla="*/ 2 w 40"/>
                    <a:gd name="T15" fmla="*/ 19 h 55"/>
                    <a:gd name="T16" fmla="*/ 0 w 40"/>
                    <a:gd name="T17" fmla="*/ 21 h 55"/>
                    <a:gd name="T18" fmla="*/ 0 w 40"/>
                    <a:gd name="T19" fmla="*/ 37 h 55"/>
                    <a:gd name="T20" fmla="*/ 0 w 40"/>
                    <a:gd name="T21" fmla="*/ 44 h 55"/>
                    <a:gd name="T22" fmla="*/ 0 w 40"/>
                    <a:gd name="T23" fmla="*/ 53 h 55"/>
                    <a:gd name="T24" fmla="*/ 2 w 40"/>
                    <a:gd name="T25" fmla="*/ 55 h 55"/>
                    <a:gd name="T26" fmla="*/ 37 w 40"/>
                    <a:gd name="T27" fmla="*/ 55 h 55"/>
                    <a:gd name="T28" fmla="*/ 38 w 40"/>
                    <a:gd name="T29" fmla="*/ 55 h 55"/>
                    <a:gd name="T30" fmla="*/ 40 w 40"/>
                    <a:gd name="T31" fmla="*/ 53 h 55"/>
                    <a:gd name="T32" fmla="*/ 40 w 40"/>
                    <a:gd name="T33" fmla="*/ 21 h 55"/>
                    <a:gd name="T34" fmla="*/ 38 w 40"/>
                    <a:gd name="T35" fmla="*/ 19 h 55"/>
                    <a:gd name="T36" fmla="*/ 23 w 40"/>
                    <a:gd name="T37" fmla="*/ 38 h 55"/>
                    <a:gd name="T38" fmla="*/ 23 w 40"/>
                    <a:gd name="T39" fmla="*/ 38 h 55"/>
                    <a:gd name="T40" fmla="*/ 23 w 40"/>
                    <a:gd name="T41" fmla="*/ 47 h 55"/>
                    <a:gd name="T42" fmla="*/ 17 w 40"/>
                    <a:gd name="T43" fmla="*/ 47 h 55"/>
                    <a:gd name="T44" fmla="*/ 17 w 40"/>
                    <a:gd name="T45" fmla="*/ 40 h 55"/>
                    <a:gd name="T46" fmla="*/ 17 w 40"/>
                    <a:gd name="T47" fmla="*/ 38 h 55"/>
                    <a:gd name="T48" fmla="*/ 15 w 40"/>
                    <a:gd name="T49" fmla="*/ 34 h 55"/>
                    <a:gd name="T50" fmla="*/ 15 w 40"/>
                    <a:gd name="T51" fmla="*/ 33 h 55"/>
                    <a:gd name="T52" fmla="*/ 20 w 40"/>
                    <a:gd name="T53" fmla="*/ 28 h 55"/>
                    <a:gd name="T54" fmla="*/ 24 w 40"/>
                    <a:gd name="T55" fmla="*/ 30 h 55"/>
                    <a:gd name="T56" fmla="*/ 25 w 40"/>
                    <a:gd name="T57" fmla="*/ 33 h 55"/>
                    <a:gd name="T58" fmla="*/ 23 w 40"/>
                    <a:gd name="T59" fmla="*/ 38 h 55"/>
                    <a:gd name="T60" fmla="*/ 30 w 40"/>
                    <a:gd name="T61" fmla="*/ 19 h 55"/>
                    <a:gd name="T62" fmla="*/ 10 w 40"/>
                    <a:gd name="T63" fmla="*/ 19 h 55"/>
                    <a:gd name="T64" fmla="*/ 10 w 40"/>
                    <a:gd name="T65" fmla="*/ 17 h 55"/>
                    <a:gd name="T66" fmla="*/ 20 w 40"/>
                    <a:gd name="T67" fmla="*/ 7 h 55"/>
                    <a:gd name="T68" fmla="*/ 30 w 40"/>
                    <a:gd name="T69" fmla="*/ 17 h 55"/>
                    <a:gd name="T70" fmla="*/ 30 w 40"/>
                    <a:gd name="T71" fmla="*/ 19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40" h="55">
                      <a:moveTo>
                        <a:pt x="38" y="19"/>
                      </a:moveTo>
                      <a:cubicBezTo>
                        <a:pt x="37" y="19"/>
                        <a:pt x="37" y="19"/>
                        <a:pt x="37" y="19"/>
                      </a:cubicBezTo>
                      <a:cubicBezTo>
                        <a:pt x="37" y="19"/>
                        <a:pt x="37" y="19"/>
                        <a:pt x="37" y="19"/>
                      </a:cubicBezTo>
                      <a:cubicBezTo>
                        <a:pt x="37" y="17"/>
                        <a:pt x="37" y="17"/>
                        <a:pt x="37" y="17"/>
                      </a:cubicBezTo>
                      <a:cubicBezTo>
                        <a:pt x="37" y="8"/>
                        <a:pt x="29" y="0"/>
                        <a:pt x="20" y="0"/>
                      </a:cubicBezTo>
                      <a:cubicBezTo>
                        <a:pt x="11" y="0"/>
                        <a:pt x="3" y="8"/>
                        <a:pt x="3" y="17"/>
                      </a:cubicBezTo>
                      <a:cubicBezTo>
                        <a:pt x="3" y="19"/>
                        <a:pt x="3" y="19"/>
                        <a:pt x="3" y="19"/>
                      </a:cubicBezTo>
                      <a:cubicBezTo>
                        <a:pt x="2" y="19"/>
                        <a:pt x="2" y="19"/>
                        <a:pt x="2" y="19"/>
                      </a:cubicBezTo>
                      <a:cubicBezTo>
                        <a:pt x="1" y="19"/>
                        <a:pt x="0" y="20"/>
                        <a:pt x="0" y="21"/>
                      </a:cubicBezTo>
                      <a:cubicBezTo>
                        <a:pt x="0" y="37"/>
                        <a:pt x="0" y="37"/>
                        <a:pt x="0" y="37"/>
                      </a:cubicBezTo>
                      <a:cubicBezTo>
                        <a:pt x="0" y="44"/>
                        <a:pt x="0" y="44"/>
                        <a:pt x="0" y="44"/>
                      </a:cubicBezTo>
                      <a:cubicBezTo>
                        <a:pt x="0" y="53"/>
                        <a:pt x="0" y="53"/>
                        <a:pt x="0" y="53"/>
                      </a:cubicBezTo>
                      <a:cubicBezTo>
                        <a:pt x="0" y="54"/>
                        <a:pt x="1" y="55"/>
                        <a:pt x="2" y="55"/>
                      </a:cubicBezTo>
                      <a:cubicBezTo>
                        <a:pt x="37" y="55"/>
                        <a:pt x="37" y="55"/>
                        <a:pt x="37" y="55"/>
                      </a:cubicBezTo>
                      <a:cubicBezTo>
                        <a:pt x="38" y="55"/>
                        <a:pt x="38" y="55"/>
                        <a:pt x="38" y="55"/>
                      </a:cubicBezTo>
                      <a:cubicBezTo>
                        <a:pt x="39" y="55"/>
                        <a:pt x="40" y="54"/>
                        <a:pt x="40" y="53"/>
                      </a:cubicBezTo>
                      <a:cubicBezTo>
                        <a:pt x="40" y="21"/>
                        <a:pt x="40" y="21"/>
                        <a:pt x="40" y="21"/>
                      </a:cubicBezTo>
                      <a:cubicBezTo>
                        <a:pt x="40" y="20"/>
                        <a:pt x="39" y="19"/>
                        <a:pt x="38" y="19"/>
                      </a:cubicBezTo>
                      <a:close/>
                      <a:moveTo>
                        <a:pt x="23" y="38"/>
                      </a:moveTo>
                      <a:cubicBezTo>
                        <a:pt x="23" y="38"/>
                        <a:pt x="23" y="38"/>
                        <a:pt x="23" y="38"/>
                      </a:cubicBezTo>
                      <a:cubicBezTo>
                        <a:pt x="23" y="47"/>
                        <a:pt x="23" y="47"/>
                        <a:pt x="23" y="47"/>
                      </a:cubicBezTo>
                      <a:cubicBezTo>
                        <a:pt x="17" y="47"/>
                        <a:pt x="17" y="47"/>
                        <a:pt x="17" y="47"/>
                      </a:cubicBezTo>
                      <a:cubicBezTo>
                        <a:pt x="17" y="40"/>
                        <a:pt x="17" y="40"/>
                        <a:pt x="17" y="40"/>
                      </a:cubicBezTo>
                      <a:cubicBezTo>
                        <a:pt x="17" y="38"/>
                        <a:pt x="17" y="38"/>
                        <a:pt x="17" y="38"/>
                      </a:cubicBezTo>
                      <a:cubicBezTo>
                        <a:pt x="16" y="37"/>
                        <a:pt x="15" y="35"/>
                        <a:pt x="15" y="34"/>
                      </a:cubicBezTo>
                      <a:cubicBezTo>
                        <a:pt x="15" y="33"/>
                        <a:pt x="15" y="33"/>
                        <a:pt x="15" y="33"/>
                      </a:cubicBezTo>
                      <a:cubicBezTo>
                        <a:pt x="15" y="30"/>
                        <a:pt x="17" y="28"/>
                        <a:pt x="20" y="28"/>
                      </a:cubicBezTo>
                      <a:cubicBezTo>
                        <a:pt x="22" y="28"/>
                        <a:pt x="23" y="29"/>
                        <a:pt x="24" y="30"/>
                      </a:cubicBezTo>
                      <a:cubicBezTo>
                        <a:pt x="25" y="31"/>
                        <a:pt x="25" y="32"/>
                        <a:pt x="25" y="33"/>
                      </a:cubicBezTo>
                      <a:cubicBezTo>
                        <a:pt x="25" y="35"/>
                        <a:pt x="24" y="37"/>
                        <a:pt x="23" y="38"/>
                      </a:cubicBezTo>
                      <a:close/>
                      <a:moveTo>
                        <a:pt x="30" y="19"/>
                      </a:moveTo>
                      <a:cubicBezTo>
                        <a:pt x="10" y="19"/>
                        <a:pt x="10" y="19"/>
                        <a:pt x="10" y="19"/>
                      </a:cubicBezTo>
                      <a:cubicBezTo>
                        <a:pt x="10" y="17"/>
                        <a:pt x="10" y="17"/>
                        <a:pt x="10" y="17"/>
                      </a:cubicBezTo>
                      <a:cubicBezTo>
                        <a:pt x="10" y="11"/>
                        <a:pt x="14" y="7"/>
                        <a:pt x="20" y="7"/>
                      </a:cubicBezTo>
                      <a:cubicBezTo>
                        <a:pt x="26" y="7"/>
                        <a:pt x="30" y="11"/>
                        <a:pt x="30" y="17"/>
                      </a:cubicBezTo>
                      <a:lnTo>
                        <a:pt x="30" y="1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56" name="그룹 55">
                <a:extLst>
                  <a:ext uri="{FF2B5EF4-FFF2-40B4-BE49-F238E27FC236}">
                    <a16:creationId xmlns:a16="http://schemas.microsoft.com/office/drawing/2014/main" id="{5E527C99-654A-43CA-AF7D-11C1B48D85F6}"/>
                  </a:ext>
                </a:extLst>
              </p:cNvPr>
              <p:cNvGrpSpPr/>
              <p:nvPr/>
            </p:nvGrpSpPr>
            <p:grpSpPr>
              <a:xfrm>
                <a:off x="9055079" y="2672388"/>
                <a:ext cx="586055" cy="401944"/>
                <a:chOff x="4310672" y="4155231"/>
                <a:chExt cx="680428" cy="466670"/>
              </a:xfrm>
              <a:solidFill>
                <a:schemeClr val="bg1"/>
              </a:solidFill>
            </p:grpSpPr>
            <p:sp>
              <p:nvSpPr>
                <p:cNvPr id="72" name="Oval 57">
                  <a:extLst>
                    <a:ext uri="{FF2B5EF4-FFF2-40B4-BE49-F238E27FC236}">
                      <a16:creationId xmlns:a16="http://schemas.microsoft.com/office/drawing/2014/main" id="{BF4508B9-A364-4E83-ADBA-DE2C86C766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11733" y="4322428"/>
                  <a:ext cx="79366" cy="79366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73" name="Oval 58">
                  <a:extLst>
                    <a:ext uri="{FF2B5EF4-FFF2-40B4-BE49-F238E27FC236}">
                      <a16:creationId xmlns:a16="http://schemas.microsoft.com/office/drawing/2014/main" id="{A04352C4-4ADB-4484-AEB8-C5F864E3E3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17023" y="4415550"/>
                  <a:ext cx="130160" cy="130160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74" name="Freeform 59">
                  <a:extLst>
                    <a:ext uri="{FF2B5EF4-FFF2-40B4-BE49-F238E27FC236}">
                      <a16:creationId xmlns:a16="http://schemas.microsoft.com/office/drawing/2014/main" id="{235AE724-A3CF-4F21-A874-7324C307CC8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310672" y="4155231"/>
                  <a:ext cx="680428" cy="466670"/>
                </a:xfrm>
                <a:custGeom>
                  <a:avLst/>
                  <a:gdLst>
                    <a:gd name="T0" fmla="*/ 214 w 241"/>
                    <a:gd name="T1" fmla="*/ 78 h 165"/>
                    <a:gd name="T2" fmla="*/ 149 w 241"/>
                    <a:gd name="T3" fmla="*/ 31 h 165"/>
                    <a:gd name="T4" fmla="*/ 41 w 241"/>
                    <a:gd name="T5" fmla="*/ 57 h 165"/>
                    <a:gd name="T6" fmla="*/ 0 w 241"/>
                    <a:gd name="T7" fmla="*/ 114 h 165"/>
                    <a:gd name="T8" fmla="*/ 199 w 241"/>
                    <a:gd name="T9" fmla="*/ 165 h 165"/>
                    <a:gd name="T10" fmla="*/ 199 w 241"/>
                    <a:gd name="T11" fmla="*/ 165 h 165"/>
                    <a:gd name="T12" fmla="*/ 214 w 241"/>
                    <a:gd name="T13" fmla="*/ 84 h 165"/>
                    <a:gd name="T14" fmla="*/ 126 w 241"/>
                    <a:gd name="T15" fmla="*/ 128 h 165"/>
                    <a:gd name="T16" fmla="*/ 122 w 241"/>
                    <a:gd name="T17" fmla="*/ 147 h 165"/>
                    <a:gd name="T18" fmla="*/ 101 w 241"/>
                    <a:gd name="T19" fmla="*/ 157 h 165"/>
                    <a:gd name="T20" fmla="*/ 84 w 241"/>
                    <a:gd name="T21" fmla="*/ 145 h 165"/>
                    <a:gd name="T22" fmla="*/ 63 w 241"/>
                    <a:gd name="T23" fmla="*/ 141 h 165"/>
                    <a:gd name="T24" fmla="*/ 55 w 241"/>
                    <a:gd name="T25" fmla="*/ 120 h 165"/>
                    <a:gd name="T26" fmla="*/ 67 w 241"/>
                    <a:gd name="T27" fmla="*/ 103 h 165"/>
                    <a:gd name="T28" fmla="*/ 70 w 241"/>
                    <a:gd name="T29" fmla="*/ 83 h 165"/>
                    <a:gd name="T30" fmla="*/ 92 w 241"/>
                    <a:gd name="T31" fmla="*/ 74 h 165"/>
                    <a:gd name="T32" fmla="*/ 109 w 241"/>
                    <a:gd name="T33" fmla="*/ 86 h 165"/>
                    <a:gd name="T34" fmla="*/ 129 w 241"/>
                    <a:gd name="T35" fmla="*/ 90 h 165"/>
                    <a:gd name="T36" fmla="*/ 138 w 241"/>
                    <a:gd name="T37" fmla="*/ 112 h 165"/>
                    <a:gd name="T38" fmla="*/ 181 w 241"/>
                    <a:gd name="T39" fmla="*/ 76 h 165"/>
                    <a:gd name="T40" fmla="*/ 176 w 241"/>
                    <a:gd name="T41" fmla="*/ 89 h 165"/>
                    <a:gd name="T42" fmla="*/ 164 w 241"/>
                    <a:gd name="T43" fmla="*/ 92 h 165"/>
                    <a:gd name="T44" fmla="*/ 154 w 241"/>
                    <a:gd name="T45" fmla="*/ 99 h 165"/>
                    <a:gd name="T46" fmla="*/ 139 w 241"/>
                    <a:gd name="T47" fmla="*/ 93 h 165"/>
                    <a:gd name="T48" fmla="*/ 137 w 241"/>
                    <a:gd name="T49" fmla="*/ 81 h 165"/>
                    <a:gd name="T50" fmla="*/ 130 w 241"/>
                    <a:gd name="T51" fmla="*/ 71 h 165"/>
                    <a:gd name="T52" fmla="*/ 136 w 241"/>
                    <a:gd name="T53" fmla="*/ 57 h 165"/>
                    <a:gd name="T54" fmla="*/ 148 w 241"/>
                    <a:gd name="T55" fmla="*/ 54 h 165"/>
                    <a:gd name="T56" fmla="*/ 158 w 241"/>
                    <a:gd name="T57" fmla="*/ 48 h 165"/>
                    <a:gd name="T58" fmla="*/ 173 w 241"/>
                    <a:gd name="T59" fmla="*/ 54 h 165"/>
                    <a:gd name="T60" fmla="*/ 175 w 241"/>
                    <a:gd name="T61" fmla="*/ 65 h 165"/>
                    <a:gd name="T62" fmla="*/ 181 w 241"/>
                    <a:gd name="T63" fmla="*/ 76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241" h="165">
                      <a:moveTo>
                        <a:pt x="214" y="84"/>
                      </a:moveTo>
                      <a:cubicBezTo>
                        <a:pt x="214" y="82"/>
                        <a:pt x="214" y="80"/>
                        <a:pt x="214" y="78"/>
                      </a:cubicBezTo>
                      <a:cubicBezTo>
                        <a:pt x="214" y="51"/>
                        <a:pt x="192" y="28"/>
                        <a:pt x="164" y="28"/>
                      </a:cubicBezTo>
                      <a:cubicBezTo>
                        <a:pt x="159" y="28"/>
                        <a:pt x="154" y="29"/>
                        <a:pt x="149" y="31"/>
                      </a:cubicBezTo>
                      <a:cubicBezTo>
                        <a:pt x="139" y="12"/>
                        <a:pt x="120" y="0"/>
                        <a:pt x="98" y="0"/>
                      </a:cubicBezTo>
                      <a:cubicBezTo>
                        <a:pt x="66" y="0"/>
                        <a:pt x="41" y="25"/>
                        <a:pt x="41" y="57"/>
                      </a:cubicBezTo>
                      <a:cubicBezTo>
                        <a:pt x="41" y="60"/>
                        <a:pt x="41" y="62"/>
                        <a:pt x="41" y="65"/>
                      </a:cubicBezTo>
                      <a:cubicBezTo>
                        <a:pt x="18" y="69"/>
                        <a:pt x="0" y="90"/>
                        <a:pt x="0" y="114"/>
                      </a:cubicBezTo>
                      <a:cubicBezTo>
                        <a:pt x="0" y="142"/>
                        <a:pt x="22" y="165"/>
                        <a:pt x="50" y="165"/>
                      </a:cubicBezTo>
                      <a:cubicBezTo>
                        <a:pt x="199" y="165"/>
                        <a:pt x="199" y="165"/>
                        <a:pt x="199" y="165"/>
                      </a:cubicBezTo>
                      <a:cubicBezTo>
                        <a:pt x="199" y="165"/>
                        <a:pt x="199" y="165"/>
                        <a:pt x="199" y="165"/>
                      </a:cubicBezTo>
                      <a:cubicBezTo>
                        <a:pt x="199" y="165"/>
                        <a:pt x="199" y="165"/>
                        <a:pt x="199" y="165"/>
                      </a:cubicBezTo>
                      <a:cubicBezTo>
                        <a:pt x="222" y="165"/>
                        <a:pt x="241" y="146"/>
                        <a:pt x="241" y="123"/>
                      </a:cubicBezTo>
                      <a:cubicBezTo>
                        <a:pt x="241" y="105"/>
                        <a:pt x="230" y="90"/>
                        <a:pt x="214" y="84"/>
                      </a:cubicBezTo>
                      <a:moveTo>
                        <a:pt x="137" y="120"/>
                      </a:moveTo>
                      <a:cubicBezTo>
                        <a:pt x="132" y="121"/>
                        <a:pt x="128" y="123"/>
                        <a:pt x="126" y="128"/>
                      </a:cubicBezTo>
                      <a:cubicBezTo>
                        <a:pt x="124" y="132"/>
                        <a:pt x="125" y="137"/>
                        <a:pt x="129" y="141"/>
                      </a:cubicBezTo>
                      <a:cubicBezTo>
                        <a:pt x="127" y="144"/>
                        <a:pt x="125" y="146"/>
                        <a:pt x="122" y="147"/>
                      </a:cubicBezTo>
                      <a:cubicBezTo>
                        <a:pt x="118" y="144"/>
                        <a:pt x="114" y="144"/>
                        <a:pt x="109" y="146"/>
                      </a:cubicBezTo>
                      <a:cubicBezTo>
                        <a:pt x="104" y="148"/>
                        <a:pt x="102" y="152"/>
                        <a:pt x="101" y="157"/>
                      </a:cubicBezTo>
                      <a:cubicBezTo>
                        <a:pt x="98" y="157"/>
                        <a:pt x="95" y="157"/>
                        <a:pt x="92" y="157"/>
                      </a:cubicBezTo>
                      <a:cubicBezTo>
                        <a:pt x="92" y="152"/>
                        <a:pt x="88" y="147"/>
                        <a:pt x="84" y="145"/>
                      </a:cubicBezTo>
                      <a:cubicBezTo>
                        <a:pt x="79" y="143"/>
                        <a:pt x="74" y="144"/>
                        <a:pt x="69" y="147"/>
                      </a:cubicBezTo>
                      <a:cubicBezTo>
                        <a:pt x="67" y="145"/>
                        <a:pt x="65" y="143"/>
                        <a:pt x="63" y="141"/>
                      </a:cubicBezTo>
                      <a:cubicBezTo>
                        <a:pt x="67" y="137"/>
                        <a:pt x="67" y="133"/>
                        <a:pt x="65" y="128"/>
                      </a:cubicBezTo>
                      <a:cubicBezTo>
                        <a:pt x="63" y="123"/>
                        <a:pt x="60" y="121"/>
                        <a:pt x="55" y="120"/>
                      </a:cubicBezTo>
                      <a:cubicBezTo>
                        <a:pt x="54" y="117"/>
                        <a:pt x="54" y="114"/>
                        <a:pt x="55" y="111"/>
                      </a:cubicBezTo>
                      <a:cubicBezTo>
                        <a:pt x="60" y="111"/>
                        <a:pt x="65" y="107"/>
                        <a:pt x="67" y="103"/>
                      </a:cubicBezTo>
                      <a:cubicBezTo>
                        <a:pt x="69" y="98"/>
                        <a:pt x="67" y="94"/>
                        <a:pt x="64" y="89"/>
                      </a:cubicBezTo>
                      <a:cubicBezTo>
                        <a:pt x="66" y="87"/>
                        <a:pt x="68" y="85"/>
                        <a:pt x="70" y="83"/>
                      </a:cubicBezTo>
                      <a:cubicBezTo>
                        <a:pt x="74" y="86"/>
                        <a:pt x="79" y="86"/>
                        <a:pt x="84" y="84"/>
                      </a:cubicBezTo>
                      <a:cubicBezTo>
                        <a:pt x="88" y="82"/>
                        <a:pt x="91" y="79"/>
                        <a:pt x="92" y="74"/>
                      </a:cubicBezTo>
                      <a:cubicBezTo>
                        <a:pt x="94" y="73"/>
                        <a:pt x="97" y="74"/>
                        <a:pt x="100" y="74"/>
                      </a:cubicBezTo>
                      <a:cubicBezTo>
                        <a:pt x="101" y="79"/>
                        <a:pt x="104" y="84"/>
                        <a:pt x="109" y="86"/>
                      </a:cubicBezTo>
                      <a:cubicBezTo>
                        <a:pt x="113" y="88"/>
                        <a:pt x="119" y="87"/>
                        <a:pt x="123" y="84"/>
                      </a:cubicBezTo>
                      <a:cubicBezTo>
                        <a:pt x="126" y="85"/>
                        <a:pt x="128" y="87"/>
                        <a:pt x="129" y="90"/>
                      </a:cubicBezTo>
                      <a:cubicBezTo>
                        <a:pt x="126" y="94"/>
                        <a:pt x="125" y="98"/>
                        <a:pt x="127" y="103"/>
                      </a:cubicBezTo>
                      <a:cubicBezTo>
                        <a:pt x="129" y="107"/>
                        <a:pt x="132" y="111"/>
                        <a:pt x="138" y="112"/>
                      </a:cubicBezTo>
                      <a:cubicBezTo>
                        <a:pt x="138" y="114"/>
                        <a:pt x="138" y="117"/>
                        <a:pt x="137" y="120"/>
                      </a:cubicBezTo>
                      <a:moveTo>
                        <a:pt x="181" y="76"/>
                      </a:moveTo>
                      <a:cubicBezTo>
                        <a:pt x="178" y="77"/>
                        <a:pt x="175" y="78"/>
                        <a:pt x="174" y="81"/>
                      </a:cubicBezTo>
                      <a:cubicBezTo>
                        <a:pt x="173" y="84"/>
                        <a:pt x="174" y="87"/>
                        <a:pt x="176" y="89"/>
                      </a:cubicBezTo>
                      <a:cubicBezTo>
                        <a:pt x="175" y="91"/>
                        <a:pt x="173" y="92"/>
                        <a:pt x="172" y="93"/>
                      </a:cubicBezTo>
                      <a:cubicBezTo>
                        <a:pt x="169" y="91"/>
                        <a:pt x="167" y="91"/>
                        <a:pt x="164" y="92"/>
                      </a:cubicBezTo>
                      <a:cubicBezTo>
                        <a:pt x="161" y="93"/>
                        <a:pt x="159" y="95"/>
                        <a:pt x="159" y="99"/>
                      </a:cubicBezTo>
                      <a:cubicBezTo>
                        <a:pt x="157" y="99"/>
                        <a:pt x="155" y="99"/>
                        <a:pt x="154" y="99"/>
                      </a:cubicBezTo>
                      <a:cubicBezTo>
                        <a:pt x="153" y="95"/>
                        <a:pt x="151" y="93"/>
                        <a:pt x="148" y="91"/>
                      </a:cubicBezTo>
                      <a:cubicBezTo>
                        <a:pt x="146" y="90"/>
                        <a:pt x="142" y="91"/>
                        <a:pt x="139" y="93"/>
                      </a:cubicBezTo>
                      <a:cubicBezTo>
                        <a:pt x="138" y="92"/>
                        <a:pt x="137" y="90"/>
                        <a:pt x="136" y="89"/>
                      </a:cubicBezTo>
                      <a:cubicBezTo>
                        <a:pt x="138" y="86"/>
                        <a:pt x="138" y="84"/>
                        <a:pt x="137" y="81"/>
                      </a:cubicBezTo>
                      <a:cubicBezTo>
                        <a:pt x="136" y="78"/>
                        <a:pt x="134" y="76"/>
                        <a:pt x="130" y="76"/>
                      </a:cubicBezTo>
                      <a:cubicBezTo>
                        <a:pt x="130" y="74"/>
                        <a:pt x="130" y="73"/>
                        <a:pt x="130" y="71"/>
                      </a:cubicBezTo>
                      <a:cubicBezTo>
                        <a:pt x="134" y="70"/>
                        <a:pt x="137" y="68"/>
                        <a:pt x="138" y="65"/>
                      </a:cubicBezTo>
                      <a:cubicBezTo>
                        <a:pt x="139" y="63"/>
                        <a:pt x="138" y="60"/>
                        <a:pt x="136" y="57"/>
                      </a:cubicBezTo>
                      <a:cubicBezTo>
                        <a:pt x="137" y="56"/>
                        <a:pt x="139" y="54"/>
                        <a:pt x="140" y="53"/>
                      </a:cubicBezTo>
                      <a:cubicBezTo>
                        <a:pt x="143" y="55"/>
                        <a:pt x="145" y="55"/>
                        <a:pt x="148" y="54"/>
                      </a:cubicBezTo>
                      <a:cubicBezTo>
                        <a:pt x="151" y="53"/>
                        <a:pt x="153" y="51"/>
                        <a:pt x="153" y="48"/>
                      </a:cubicBezTo>
                      <a:cubicBezTo>
                        <a:pt x="155" y="47"/>
                        <a:pt x="157" y="47"/>
                        <a:pt x="158" y="48"/>
                      </a:cubicBezTo>
                      <a:cubicBezTo>
                        <a:pt x="159" y="51"/>
                        <a:pt x="161" y="54"/>
                        <a:pt x="164" y="55"/>
                      </a:cubicBezTo>
                      <a:cubicBezTo>
                        <a:pt x="167" y="56"/>
                        <a:pt x="170" y="56"/>
                        <a:pt x="173" y="54"/>
                      </a:cubicBezTo>
                      <a:cubicBezTo>
                        <a:pt x="174" y="55"/>
                        <a:pt x="175" y="56"/>
                        <a:pt x="176" y="57"/>
                      </a:cubicBezTo>
                      <a:cubicBezTo>
                        <a:pt x="174" y="60"/>
                        <a:pt x="174" y="63"/>
                        <a:pt x="175" y="65"/>
                      </a:cubicBezTo>
                      <a:cubicBezTo>
                        <a:pt x="176" y="68"/>
                        <a:pt x="178" y="70"/>
                        <a:pt x="181" y="71"/>
                      </a:cubicBezTo>
                      <a:cubicBezTo>
                        <a:pt x="182" y="73"/>
                        <a:pt x="182" y="74"/>
                        <a:pt x="181" y="76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</p:grpSp>
          <p:sp>
            <p:nvSpPr>
              <p:cNvPr id="57" name="Freeform 50">
                <a:extLst>
                  <a:ext uri="{FF2B5EF4-FFF2-40B4-BE49-F238E27FC236}">
                    <a16:creationId xmlns:a16="http://schemas.microsoft.com/office/drawing/2014/main" id="{C27EEAAD-1D5F-4FF3-AFBB-5C27D4F901D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252166" y="3538399"/>
                <a:ext cx="132516" cy="180704"/>
              </a:xfrm>
              <a:custGeom>
                <a:avLst/>
                <a:gdLst>
                  <a:gd name="T0" fmla="*/ 131 w 144"/>
                  <a:gd name="T1" fmla="*/ 87 h 196"/>
                  <a:gd name="T2" fmla="*/ 131 w 144"/>
                  <a:gd name="T3" fmla="*/ 59 h 196"/>
                  <a:gd name="T4" fmla="*/ 72 w 144"/>
                  <a:gd name="T5" fmla="*/ 0 h 196"/>
                  <a:gd name="T6" fmla="*/ 13 w 144"/>
                  <a:gd name="T7" fmla="*/ 59 h 196"/>
                  <a:gd name="T8" fmla="*/ 13 w 144"/>
                  <a:gd name="T9" fmla="*/ 87 h 196"/>
                  <a:gd name="T10" fmla="*/ 0 w 144"/>
                  <a:gd name="T11" fmla="*/ 87 h 196"/>
                  <a:gd name="T12" fmla="*/ 0 w 144"/>
                  <a:gd name="T13" fmla="*/ 196 h 196"/>
                  <a:gd name="T14" fmla="*/ 144 w 144"/>
                  <a:gd name="T15" fmla="*/ 196 h 196"/>
                  <a:gd name="T16" fmla="*/ 144 w 144"/>
                  <a:gd name="T17" fmla="*/ 87 h 196"/>
                  <a:gd name="T18" fmla="*/ 131 w 144"/>
                  <a:gd name="T19" fmla="*/ 87 h 196"/>
                  <a:gd name="T20" fmla="*/ 79 w 144"/>
                  <a:gd name="T21" fmla="*/ 139 h 196"/>
                  <a:gd name="T22" fmla="*/ 79 w 144"/>
                  <a:gd name="T23" fmla="*/ 140 h 196"/>
                  <a:gd name="T24" fmla="*/ 79 w 144"/>
                  <a:gd name="T25" fmla="*/ 156 h 196"/>
                  <a:gd name="T26" fmla="*/ 72 w 144"/>
                  <a:gd name="T27" fmla="*/ 163 h 196"/>
                  <a:gd name="T28" fmla="*/ 65 w 144"/>
                  <a:gd name="T29" fmla="*/ 156 h 196"/>
                  <a:gd name="T30" fmla="*/ 65 w 144"/>
                  <a:gd name="T31" fmla="*/ 140 h 196"/>
                  <a:gd name="T32" fmla="*/ 65 w 144"/>
                  <a:gd name="T33" fmla="*/ 139 h 196"/>
                  <a:gd name="T34" fmla="*/ 59 w 144"/>
                  <a:gd name="T35" fmla="*/ 127 h 196"/>
                  <a:gd name="T36" fmla="*/ 72 w 144"/>
                  <a:gd name="T37" fmla="*/ 114 h 196"/>
                  <a:gd name="T38" fmla="*/ 86 w 144"/>
                  <a:gd name="T39" fmla="*/ 127 h 196"/>
                  <a:gd name="T40" fmla="*/ 79 w 144"/>
                  <a:gd name="T41" fmla="*/ 139 h 196"/>
                  <a:gd name="T42" fmla="*/ 113 w 144"/>
                  <a:gd name="T43" fmla="*/ 87 h 196"/>
                  <a:gd name="T44" fmla="*/ 31 w 144"/>
                  <a:gd name="T45" fmla="*/ 87 h 196"/>
                  <a:gd name="T46" fmla="*/ 31 w 144"/>
                  <a:gd name="T47" fmla="*/ 59 h 196"/>
                  <a:gd name="T48" fmla="*/ 72 w 144"/>
                  <a:gd name="T49" fmla="*/ 18 h 196"/>
                  <a:gd name="T50" fmla="*/ 113 w 144"/>
                  <a:gd name="T51" fmla="*/ 59 h 196"/>
                  <a:gd name="T52" fmla="*/ 113 w 144"/>
                  <a:gd name="T53" fmla="*/ 87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44" h="196">
                    <a:moveTo>
                      <a:pt x="131" y="87"/>
                    </a:moveTo>
                    <a:cubicBezTo>
                      <a:pt x="131" y="59"/>
                      <a:pt x="131" y="59"/>
                      <a:pt x="131" y="59"/>
                    </a:cubicBezTo>
                    <a:cubicBezTo>
                      <a:pt x="131" y="27"/>
                      <a:pt x="105" y="0"/>
                      <a:pt x="72" y="0"/>
                    </a:cubicBezTo>
                    <a:cubicBezTo>
                      <a:pt x="40" y="0"/>
                      <a:pt x="13" y="27"/>
                      <a:pt x="13" y="59"/>
                    </a:cubicBezTo>
                    <a:cubicBezTo>
                      <a:pt x="13" y="87"/>
                      <a:pt x="13" y="87"/>
                      <a:pt x="13" y="87"/>
                    </a:cubicBezTo>
                    <a:cubicBezTo>
                      <a:pt x="0" y="87"/>
                      <a:pt x="0" y="87"/>
                      <a:pt x="0" y="87"/>
                    </a:cubicBezTo>
                    <a:cubicBezTo>
                      <a:pt x="0" y="196"/>
                      <a:pt x="0" y="196"/>
                      <a:pt x="0" y="196"/>
                    </a:cubicBezTo>
                    <a:cubicBezTo>
                      <a:pt x="144" y="196"/>
                      <a:pt x="144" y="196"/>
                      <a:pt x="144" y="196"/>
                    </a:cubicBezTo>
                    <a:cubicBezTo>
                      <a:pt x="144" y="87"/>
                      <a:pt x="144" y="87"/>
                      <a:pt x="144" y="87"/>
                    </a:cubicBezTo>
                    <a:lnTo>
                      <a:pt x="131" y="87"/>
                    </a:lnTo>
                    <a:close/>
                    <a:moveTo>
                      <a:pt x="79" y="139"/>
                    </a:moveTo>
                    <a:cubicBezTo>
                      <a:pt x="79" y="139"/>
                      <a:pt x="79" y="139"/>
                      <a:pt x="79" y="140"/>
                    </a:cubicBezTo>
                    <a:cubicBezTo>
                      <a:pt x="79" y="156"/>
                      <a:pt x="79" y="156"/>
                      <a:pt x="79" y="156"/>
                    </a:cubicBezTo>
                    <a:cubicBezTo>
                      <a:pt x="79" y="160"/>
                      <a:pt x="76" y="163"/>
                      <a:pt x="72" y="163"/>
                    </a:cubicBezTo>
                    <a:cubicBezTo>
                      <a:pt x="68" y="163"/>
                      <a:pt x="65" y="160"/>
                      <a:pt x="65" y="156"/>
                    </a:cubicBezTo>
                    <a:cubicBezTo>
                      <a:pt x="65" y="140"/>
                      <a:pt x="65" y="140"/>
                      <a:pt x="65" y="140"/>
                    </a:cubicBezTo>
                    <a:cubicBezTo>
                      <a:pt x="65" y="139"/>
                      <a:pt x="65" y="139"/>
                      <a:pt x="65" y="139"/>
                    </a:cubicBezTo>
                    <a:cubicBezTo>
                      <a:pt x="61" y="137"/>
                      <a:pt x="59" y="132"/>
                      <a:pt x="59" y="127"/>
                    </a:cubicBezTo>
                    <a:cubicBezTo>
                      <a:pt x="59" y="120"/>
                      <a:pt x="65" y="114"/>
                      <a:pt x="72" y="114"/>
                    </a:cubicBezTo>
                    <a:cubicBezTo>
                      <a:pt x="80" y="114"/>
                      <a:pt x="86" y="120"/>
                      <a:pt x="86" y="127"/>
                    </a:cubicBezTo>
                    <a:cubicBezTo>
                      <a:pt x="86" y="132"/>
                      <a:pt x="83" y="137"/>
                      <a:pt x="79" y="139"/>
                    </a:cubicBezTo>
                    <a:close/>
                    <a:moveTo>
                      <a:pt x="113" y="87"/>
                    </a:moveTo>
                    <a:cubicBezTo>
                      <a:pt x="31" y="87"/>
                      <a:pt x="31" y="87"/>
                      <a:pt x="31" y="87"/>
                    </a:cubicBezTo>
                    <a:cubicBezTo>
                      <a:pt x="31" y="59"/>
                      <a:pt x="31" y="59"/>
                      <a:pt x="31" y="59"/>
                    </a:cubicBezTo>
                    <a:cubicBezTo>
                      <a:pt x="31" y="37"/>
                      <a:pt x="50" y="18"/>
                      <a:pt x="72" y="18"/>
                    </a:cubicBezTo>
                    <a:cubicBezTo>
                      <a:pt x="95" y="18"/>
                      <a:pt x="113" y="37"/>
                      <a:pt x="113" y="59"/>
                    </a:cubicBezTo>
                    <a:lnTo>
                      <a:pt x="113" y="8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8" name="Freeform 34">
                <a:extLst>
                  <a:ext uri="{FF2B5EF4-FFF2-40B4-BE49-F238E27FC236}">
                    <a16:creationId xmlns:a16="http://schemas.microsoft.com/office/drawing/2014/main" id="{E72863D7-DCD2-4DB7-ABCB-13F58389FC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14806" y="4414632"/>
                <a:ext cx="137292" cy="145316"/>
              </a:xfrm>
              <a:custGeom>
                <a:avLst/>
                <a:gdLst>
                  <a:gd name="T0" fmla="*/ 143 w 173"/>
                  <a:gd name="T1" fmla="*/ 61 h 183"/>
                  <a:gd name="T2" fmla="*/ 173 w 173"/>
                  <a:gd name="T3" fmla="*/ 30 h 183"/>
                  <a:gd name="T4" fmla="*/ 143 w 173"/>
                  <a:gd name="T5" fmla="*/ 0 h 183"/>
                  <a:gd name="T6" fmla="*/ 112 w 173"/>
                  <a:gd name="T7" fmla="*/ 30 h 183"/>
                  <a:gd name="T8" fmla="*/ 114 w 173"/>
                  <a:gd name="T9" fmla="*/ 42 h 183"/>
                  <a:gd name="T10" fmla="*/ 62 w 173"/>
                  <a:gd name="T11" fmla="*/ 84 h 183"/>
                  <a:gd name="T12" fmla="*/ 37 w 173"/>
                  <a:gd name="T13" fmla="*/ 73 h 183"/>
                  <a:gd name="T14" fmla="*/ 0 w 173"/>
                  <a:gd name="T15" fmla="*/ 111 h 183"/>
                  <a:gd name="T16" fmla="*/ 37 w 173"/>
                  <a:gd name="T17" fmla="*/ 148 h 183"/>
                  <a:gd name="T18" fmla="*/ 64 w 173"/>
                  <a:gd name="T19" fmla="*/ 136 h 183"/>
                  <a:gd name="T20" fmla="*/ 100 w 173"/>
                  <a:gd name="T21" fmla="*/ 155 h 183"/>
                  <a:gd name="T22" fmla="*/ 100 w 173"/>
                  <a:gd name="T23" fmla="*/ 158 h 183"/>
                  <a:gd name="T24" fmla="*/ 125 w 173"/>
                  <a:gd name="T25" fmla="*/ 183 h 183"/>
                  <a:gd name="T26" fmla="*/ 150 w 173"/>
                  <a:gd name="T27" fmla="*/ 158 h 183"/>
                  <a:gd name="T28" fmla="*/ 125 w 173"/>
                  <a:gd name="T29" fmla="*/ 133 h 183"/>
                  <a:gd name="T30" fmla="*/ 108 w 173"/>
                  <a:gd name="T31" fmla="*/ 140 h 183"/>
                  <a:gd name="T32" fmla="*/ 73 w 173"/>
                  <a:gd name="T33" fmla="*/ 120 h 183"/>
                  <a:gd name="T34" fmla="*/ 74 w 173"/>
                  <a:gd name="T35" fmla="*/ 111 h 183"/>
                  <a:gd name="T36" fmla="*/ 72 w 173"/>
                  <a:gd name="T37" fmla="*/ 99 h 183"/>
                  <a:gd name="T38" fmla="*/ 126 w 173"/>
                  <a:gd name="T39" fmla="*/ 56 h 183"/>
                  <a:gd name="T40" fmla="*/ 143 w 173"/>
                  <a:gd name="T41" fmla="*/ 61 h 1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73" h="183">
                    <a:moveTo>
                      <a:pt x="143" y="61"/>
                    </a:moveTo>
                    <a:cubicBezTo>
                      <a:pt x="160" y="61"/>
                      <a:pt x="173" y="47"/>
                      <a:pt x="173" y="30"/>
                    </a:cubicBezTo>
                    <a:cubicBezTo>
                      <a:pt x="173" y="13"/>
                      <a:pt x="160" y="0"/>
                      <a:pt x="143" y="0"/>
                    </a:cubicBezTo>
                    <a:cubicBezTo>
                      <a:pt x="126" y="0"/>
                      <a:pt x="112" y="13"/>
                      <a:pt x="112" y="30"/>
                    </a:cubicBezTo>
                    <a:cubicBezTo>
                      <a:pt x="112" y="35"/>
                      <a:pt x="113" y="39"/>
                      <a:pt x="114" y="42"/>
                    </a:cubicBezTo>
                    <a:cubicBezTo>
                      <a:pt x="62" y="84"/>
                      <a:pt x="62" y="84"/>
                      <a:pt x="62" y="84"/>
                    </a:cubicBezTo>
                    <a:cubicBezTo>
                      <a:pt x="56" y="77"/>
                      <a:pt x="47" y="73"/>
                      <a:pt x="37" y="73"/>
                    </a:cubicBezTo>
                    <a:cubicBezTo>
                      <a:pt x="16" y="73"/>
                      <a:pt x="0" y="90"/>
                      <a:pt x="0" y="111"/>
                    </a:cubicBezTo>
                    <a:cubicBezTo>
                      <a:pt x="0" y="131"/>
                      <a:pt x="16" y="148"/>
                      <a:pt x="37" y="148"/>
                    </a:cubicBezTo>
                    <a:cubicBezTo>
                      <a:pt x="48" y="148"/>
                      <a:pt x="57" y="143"/>
                      <a:pt x="64" y="136"/>
                    </a:cubicBezTo>
                    <a:cubicBezTo>
                      <a:pt x="100" y="155"/>
                      <a:pt x="100" y="155"/>
                      <a:pt x="100" y="155"/>
                    </a:cubicBezTo>
                    <a:cubicBezTo>
                      <a:pt x="100" y="156"/>
                      <a:pt x="100" y="157"/>
                      <a:pt x="100" y="158"/>
                    </a:cubicBezTo>
                    <a:cubicBezTo>
                      <a:pt x="100" y="172"/>
                      <a:pt x="111" y="183"/>
                      <a:pt x="125" y="183"/>
                    </a:cubicBezTo>
                    <a:cubicBezTo>
                      <a:pt x="139" y="183"/>
                      <a:pt x="150" y="172"/>
                      <a:pt x="150" y="158"/>
                    </a:cubicBezTo>
                    <a:cubicBezTo>
                      <a:pt x="150" y="144"/>
                      <a:pt x="139" y="133"/>
                      <a:pt x="125" y="133"/>
                    </a:cubicBezTo>
                    <a:cubicBezTo>
                      <a:pt x="118" y="133"/>
                      <a:pt x="113" y="135"/>
                      <a:pt x="108" y="140"/>
                    </a:cubicBezTo>
                    <a:cubicBezTo>
                      <a:pt x="73" y="120"/>
                      <a:pt x="73" y="120"/>
                      <a:pt x="73" y="120"/>
                    </a:cubicBezTo>
                    <a:cubicBezTo>
                      <a:pt x="73" y="117"/>
                      <a:pt x="74" y="114"/>
                      <a:pt x="74" y="111"/>
                    </a:cubicBezTo>
                    <a:cubicBezTo>
                      <a:pt x="74" y="106"/>
                      <a:pt x="73" y="102"/>
                      <a:pt x="72" y="99"/>
                    </a:cubicBezTo>
                    <a:cubicBezTo>
                      <a:pt x="126" y="56"/>
                      <a:pt x="126" y="56"/>
                      <a:pt x="126" y="56"/>
                    </a:cubicBezTo>
                    <a:cubicBezTo>
                      <a:pt x="131" y="59"/>
                      <a:pt x="136" y="61"/>
                      <a:pt x="143" y="6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1F15092B-4055-4D13-BBB3-60219BCE7985}"/>
                  </a:ext>
                </a:extLst>
              </p:cNvPr>
              <p:cNvGrpSpPr/>
              <p:nvPr/>
            </p:nvGrpSpPr>
            <p:grpSpPr>
              <a:xfrm>
                <a:off x="7079722" y="5433867"/>
                <a:ext cx="255690" cy="229938"/>
                <a:chOff x="4039279" y="5597233"/>
                <a:chExt cx="661987" cy="595313"/>
              </a:xfrm>
              <a:solidFill>
                <a:schemeClr val="bg1">
                  <a:lumMod val="85000"/>
                </a:schemeClr>
              </a:solidFill>
            </p:grpSpPr>
            <p:sp>
              <p:nvSpPr>
                <p:cNvPr id="68" name="Freeform 202">
                  <a:extLst>
                    <a:ext uri="{FF2B5EF4-FFF2-40B4-BE49-F238E27FC236}">
                      <a16:creationId xmlns:a16="http://schemas.microsoft.com/office/drawing/2014/main" id="{A4155893-D1A1-4850-9684-1C5706EFC4D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231366" y="5881396"/>
                  <a:ext cx="276225" cy="74613"/>
                </a:xfrm>
                <a:custGeom>
                  <a:avLst/>
                  <a:gdLst>
                    <a:gd name="T0" fmla="*/ 2 w 96"/>
                    <a:gd name="T1" fmla="*/ 26 h 26"/>
                    <a:gd name="T2" fmla="*/ 95 w 96"/>
                    <a:gd name="T3" fmla="*/ 26 h 26"/>
                    <a:gd name="T4" fmla="*/ 96 w 96"/>
                    <a:gd name="T5" fmla="*/ 25 h 26"/>
                    <a:gd name="T6" fmla="*/ 96 w 96"/>
                    <a:gd name="T7" fmla="*/ 1 h 26"/>
                    <a:gd name="T8" fmla="*/ 95 w 96"/>
                    <a:gd name="T9" fmla="*/ 0 h 26"/>
                    <a:gd name="T10" fmla="*/ 2 w 96"/>
                    <a:gd name="T11" fmla="*/ 0 h 26"/>
                    <a:gd name="T12" fmla="*/ 0 w 96"/>
                    <a:gd name="T13" fmla="*/ 1 h 26"/>
                    <a:gd name="T14" fmla="*/ 0 w 96"/>
                    <a:gd name="T15" fmla="*/ 25 h 26"/>
                    <a:gd name="T16" fmla="*/ 2 w 96"/>
                    <a:gd name="T17" fmla="*/ 26 h 26"/>
                    <a:gd name="T18" fmla="*/ 82 w 96"/>
                    <a:gd name="T19" fmla="*/ 11 h 26"/>
                    <a:gd name="T20" fmla="*/ 89 w 96"/>
                    <a:gd name="T21" fmla="*/ 11 h 26"/>
                    <a:gd name="T22" fmla="*/ 89 w 96"/>
                    <a:gd name="T23" fmla="*/ 17 h 26"/>
                    <a:gd name="T24" fmla="*/ 82 w 96"/>
                    <a:gd name="T25" fmla="*/ 17 h 26"/>
                    <a:gd name="T26" fmla="*/ 82 w 96"/>
                    <a:gd name="T27" fmla="*/ 11 h 26"/>
                    <a:gd name="T28" fmla="*/ 8 w 96"/>
                    <a:gd name="T29" fmla="*/ 6 h 26"/>
                    <a:gd name="T30" fmla="*/ 28 w 96"/>
                    <a:gd name="T31" fmla="*/ 6 h 26"/>
                    <a:gd name="T32" fmla="*/ 28 w 96"/>
                    <a:gd name="T33" fmla="*/ 8 h 26"/>
                    <a:gd name="T34" fmla="*/ 8 w 96"/>
                    <a:gd name="T35" fmla="*/ 8 h 26"/>
                    <a:gd name="T36" fmla="*/ 8 w 96"/>
                    <a:gd name="T37" fmla="*/ 6 h 26"/>
                    <a:gd name="T38" fmla="*/ 8 w 96"/>
                    <a:gd name="T39" fmla="*/ 12 h 26"/>
                    <a:gd name="T40" fmla="*/ 28 w 96"/>
                    <a:gd name="T41" fmla="*/ 12 h 26"/>
                    <a:gd name="T42" fmla="*/ 28 w 96"/>
                    <a:gd name="T43" fmla="*/ 14 h 26"/>
                    <a:gd name="T44" fmla="*/ 8 w 96"/>
                    <a:gd name="T45" fmla="*/ 14 h 26"/>
                    <a:gd name="T46" fmla="*/ 8 w 96"/>
                    <a:gd name="T47" fmla="*/ 12 h 26"/>
                    <a:gd name="T48" fmla="*/ 8 w 96"/>
                    <a:gd name="T49" fmla="*/ 18 h 26"/>
                    <a:gd name="T50" fmla="*/ 28 w 96"/>
                    <a:gd name="T51" fmla="*/ 18 h 26"/>
                    <a:gd name="T52" fmla="*/ 28 w 96"/>
                    <a:gd name="T53" fmla="*/ 21 h 26"/>
                    <a:gd name="T54" fmla="*/ 8 w 96"/>
                    <a:gd name="T55" fmla="*/ 21 h 26"/>
                    <a:gd name="T56" fmla="*/ 8 w 96"/>
                    <a:gd name="T57" fmla="*/ 18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96" h="26">
                      <a:moveTo>
                        <a:pt x="2" y="26"/>
                      </a:moveTo>
                      <a:cubicBezTo>
                        <a:pt x="95" y="26"/>
                        <a:pt x="95" y="26"/>
                        <a:pt x="95" y="26"/>
                      </a:cubicBezTo>
                      <a:cubicBezTo>
                        <a:pt x="96" y="26"/>
                        <a:pt x="96" y="26"/>
                        <a:pt x="96" y="25"/>
                      </a:cubicBezTo>
                      <a:cubicBezTo>
                        <a:pt x="96" y="1"/>
                        <a:pt x="96" y="1"/>
                        <a:pt x="96" y="1"/>
                      </a:cubicBezTo>
                      <a:cubicBezTo>
                        <a:pt x="96" y="1"/>
                        <a:pt x="96" y="0"/>
                        <a:pt x="95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0" y="1"/>
                        <a:pt x="0" y="1"/>
                      </a:cubicBezTo>
                      <a:cubicBezTo>
                        <a:pt x="0" y="25"/>
                        <a:pt x="0" y="25"/>
                        <a:pt x="0" y="25"/>
                      </a:cubicBezTo>
                      <a:cubicBezTo>
                        <a:pt x="0" y="26"/>
                        <a:pt x="1" y="26"/>
                        <a:pt x="2" y="26"/>
                      </a:cubicBezTo>
                      <a:close/>
                      <a:moveTo>
                        <a:pt x="82" y="11"/>
                      </a:moveTo>
                      <a:cubicBezTo>
                        <a:pt x="89" y="11"/>
                        <a:pt x="89" y="11"/>
                        <a:pt x="89" y="11"/>
                      </a:cubicBezTo>
                      <a:cubicBezTo>
                        <a:pt x="89" y="17"/>
                        <a:pt x="89" y="17"/>
                        <a:pt x="89" y="17"/>
                      </a:cubicBezTo>
                      <a:cubicBezTo>
                        <a:pt x="82" y="17"/>
                        <a:pt x="82" y="17"/>
                        <a:pt x="82" y="17"/>
                      </a:cubicBezTo>
                      <a:lnTo>
                        <a:pt x="82" y="11"/>
                      </a:lnTo>
                      <a:close/>
                      <a:moveTo>
                        <a:pt x="8" y="6"/>
                      </a:moveTo>
                      <a:cubicBezTo>
                        <a:pt x="28" y="6"/>
                        <a:pt x="28" y="6"/>
                        <a:pt x="28" y="6"/>
                      </a:cubicBezTo>
                      <a:cubicBezTo>
                        <a:pt x="28" y="8"/>
                        <a:pt x="28" y="8"/>
                        <a:pt x="28" y="8"/>
                      </a:cubicBezTo>
                      <a:cubicBezTo>
                        <a:pt x="8" y="8"/>
                        <a:pt x="8" y="8"/>
                        <a:pt x="8" y="8"/>
                      </a:cubicBezTo>
                      <a:lnTo>
                        <a:pt x="8" y="6"/>
                      </a:lnTo>
                      <a:close/>
                      <a:moveTo>
                        <a:pt x="8" y="12"/>
                      </a:moveTo>
                      <a:cubicBezTo>
                        <a:pt x="28" y="12"/>
                        <a:pt x="28" y="12"/>
                        <a:pt x="28" y="12"/>
                      </a:cubicBezTo>
                      <a:cubicBezTo>
                        <a:pt x="28" y="14"/>
                        <a:pt x="28" y="14"/>
                        <a:pt x="28" y="14"/>
                      </a:cubicBezTo>
                      <a:cubicBezTo>
                        <a:pt x="8" y="14"/>
                        <a:pt x="8" y="14"/>
                        <a:pt x="8" y="14"/>
                      </a:cubicBezTo>
                      <a:lnTo>
                        <a:pt x="8" y="12"/>
                      </a:lnTo>
                      <a:close/>
                      <a:moveTo>
                        <a:pt x="8" y="18"/>
                      </a:moveTo>
                      <a:cubicBezTo>
                        <a:pt x="28" y="18"/>
                        <a:pt x="28" y="18"/>
                        <a:pt x="28" y="18"/>
                      </a:cubicBezTo>
                      <a:cubicBezTo>
                        <a:pt x="28" y="21"/>
                        <a:pt x="28" y="21"/>
                        <a:pt x="28" y="21"/>
                      </a:cubicBezTo>
                      <a:cubicBezTo>
                        <a:pt x="8" y="21"/>
                        <a:pt x="8" y="21"/>
                        <a:pt x="8" y="21"/>
                      </a:cubicBezTo>
                      <a:lnTo>
                        <a:pt x="8" y="1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69" name="Freeform 203">
                  <a:extLst>
                    <a:ext uri="{FF2B5EF4-FFF2-40B4-BE49-F238E27FC236}">
                      <a16:creationId xmlns:a16="http://schemas.microsoft.com/office/drawing/2014/main" id="{829B7516-4FDF-410A-80FC-C82F8ECA71F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231366" y="5967121"/>
                  <a:ext cx="276225" cy="77788"/>
                </a:xfrm>
                <a:custGeom>
                  <a:avLst/>
                  <a:gdLst>
                    <a:gd name="T0" fmla="*/ 0 w 96"/>
                    <a:gd name="T1" fmla="*/ 25 h 27"/>
                    <a:gd name="T2" fmla="*/ 2 w 96"/>
                    <a:gd name="T3" fmla="*/ 27 h 27"/>
                    <a:gd name="T4" fmla="*/ 95 w 96"/>
                    <a:gd name="T5" fmla="*/ 27 h 27"/>
                    <a:gd name="T6" fmla="*/ 96 w 96"/>
                    <a:gd name="T7" fmla="*/ 25 h 27"/>
                    <a:gd name="T8" fmla="*/ 96 w 96"/>
                    <a:gd name="T9" fmla="*/ 2 h 27"/>
                    <a:gd name="T10" fmla="*/ 95 w 96"/>
                    <a:gd name="T11" fmla="*/ 0 h 27"/>
                    <a:gd name="T12" fmla="*/ 2 w 96"/>
                    <a:gd name="T13" fmla="*/ 0 h 27"/>
                    <a:gd name="T14" fmla="*/ 0 w 96"/>
                    <a:gd name="T15" fmla="*/ 2 h 27"/>
                    <a:gd name="T16" fmla="*/ 0 w 96"/>
                    <a:gd name="T17" fmla="*/ 25 h 27"/>
                    <a:gd name="T18" fmla="*/ 82 w 96"/>
                    <a:gd name="T19" fmla="*/ 11 h 27"/>
                    <a:gd name="T20" fmla="*/ 89 w 96"/>
                    <a:gd name="T21" fmla="*/ 11 h 27"/>
                    <a:gd name="T22" fmla="*/ 89 w 96"/>
                    <a:gd name="T23" fmla="*/ 17 h 27"/>
                    <a:gd name="T24" fmla="*/ 82 w 96"/>
                    <a:gd name="T25" fmla="*/ 17 h 27"/>
                    <a:gd name="T26" fmla="*/ 82 w 96"/>
                    <a:gd name="T27" fmla="*/ 11 h 27"/>
                    <a:gd name="T28" fmla="*/ 8 w 96"/>
                    <a:gd name="T29" fmla="*/ 6 h 27"/>
                    <a:gd name="T30" fmla="*/ 28 w 96"/>
                    <a:gd name="T31" fmla="*/ 6 h 27"/>
                    <a:gd name="T32" fmla="*/ 28 w 96"/>
                    <a:gd name="T33" fmla="*/ 8 h 27"/>
                    <a:gd name="T34" fmla="*/ 8 w 96"/>
                    <a:gd name="T35" fmla="*/ 8 h 27"/>
                    <a:gd name="T36" fmla="*/ 8 w 96"/>
                    <a:gd name="T37" fmla="*/ 6 h 27"/>
                    <a:gd name="T38" fmla="*/ 8 w 96"/>
                    <a:gd name="T39" fmla="*/ 12 h 27"/>
                    <a:gd name="T40" fmla="*/ 28 w 96"/>
                    <a:gd name="T41" fmla="*/ 12 h 27"/>
                    <a:gd name="T42" fmla="*/ 28 w 96"/>
                    <a:gd name="T43" fmla="*/ 15 h 27"/>
                    <a:gd name="T44" fmla="*/ 8 w 96"/>
                    <a:gd name="T45" fmla="*/ 15 h 27"/>
                    <a:gd name="T46" fmla="*/ 8 w 96"/>
                    <a:gd name="T47" fmla="*/ 12 h 27"/>
                    <a:gd name="T48" fmla="*/ 8 w 96"/>
                    <a:gd name="T49" fmla="*/ 19 h 27"/>
                    <a:gd name="T50" fmla="*/ 28 w 96"/>
                    <a:gd name="T51" fmla="*/ 19 h 27"/>
                    <a:gd name="T52" fmla="*/ 28 w 96"/>
                    <a:gd name="T53" fmla="*/ 21 h 27"/>
                    <a:gd name="T54" fmla="*/ 8 w 96"/>
                    <a:gd name="T55" fmla="*/ 21 h 27"/>
                    <a:gd name="T56" fmla="*/ 8 w 96"/>
                    <a:gd name="T57" fmla="*/ 19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96" h="27">
                      <a:moveTo>
                        <a:pt x="0" y="25"/>
                      </a:moveTo>
                      <a:cubicBezTo>
                        <a:pt x="0" y="26"/>
                        <a:pt x="1" y="27"/>
                        <a:pt x="2" y="27"/>
                      </a:cubicBezTo>
                      <a:cubicBezTo>
                        <a:pt x="95" y="27"/>
                        <a:pt x="95" y="27"/>
                        <a:pt x="95" y="27"/>
                      </a:cubicBezTo>
                      <a:cubicBezTo>
                        <a:pt x="96" y="27"/>
                        <a:pt x="96" y="26"/>
                        <a:pt x="96" y="25"/>
                      </a:cubicBezTo>
                      <a:cubicBezTo>
                        <a:pt x="96" y="2"/>
                        <a:pt x="96" y="2"/>
                        <a:pt x="96" y="2"/>
                      </a:cubicBezTo>
                      <a:cubicBezTo>
                        <a:pt x="96" y="1"/>
                        <a:pt x="96" y="0"/>
                        <a:pt x="95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0" y="1"/>
                        <a:pt x="0" y="2"/>
                      </a:cubicBezTo>
                      <a:lnTo>
                        <a:pt x="0" y="25"/>
                      </a:lnTo>
                      <a:close/>
                      <a:moveTo>
                        <a:pt x="82" y="11"/>
                      </a:moveTo>
                      <a:cubicBezTo>
                        <a:pt x="89" y="11"/>
                        <a:pt x="89" y="11"/>
                        <a:pt x="89" y="11"/>
                      </a:cubicBezTo>
                      <a:cubicBezTo>
                        <a:pt x="89" y="17"/>
                        <a:pt x="89" y="17"/>
                        <a:pt x="89" y="17"/>
                      </a:cubicBezTo>
                      <a:cubicBezTo>
                        <a:pt x="82" y="17"/>
                        <a:pt x="82" y="17"/>
                        <a:pt x="82" y="17"/>
                      </a:cubicBezTo>
                      <a:lnTo>
                        <a:pt x="82" y="11"/>
                      </a:lnTo>
                      <a:close/>
                      <a:moveTo>
                        <a:pt x="8" y="6"/>
                      </a:moveTo>
                      <a:cubicBezTo>
                        <a:pt x="28" y="6"/>
                        <a:pt x="28" y="6"/>
                        <a:pt x="28" y="6"/>
                      </a:cubicBezTo>
                      <a:cubicBezTo>
                        <a:pt x="28" y="8"/>
                        <a:pt x="28" y="8"/>
                        <a:pt x="28" y="8"/>
                      </a:cubicBezTo>
                      <a:cubicBezTo>
                        <a:pt x="8" y="8"/>
                        <a:pt x="8" y="8"/>
                        <a:pt x="8" y="8"/>
                      </a:cubicBezTo>
                      <a:lnTo>
                        <a:pt x="8" y="6"/>
                      </a:lnTo>
                      <a:close/>
                      <a:moveTo>
                        <a:pt x="8" y="12"/>
                      </a:moveTo>
                      <a:cubicBezTo>
                        <a:pt x="28" y="12"/>
                        <a:pt x="28" y="12"/>
                        <a:pt x="28" y="12"/>
                      </a:cubicBezTo>
                      <a:cubicBezTo>
                        <a:pt x="28" y="15"/>
                        <a:pt x="28" y="15"/>
                        <a:pt x="28" y="15"/>
                      </a:cubicBezTo>
                      <a:cubicBezTo>
                        <a:pt x="8" y="15"/>
                        <a:pt x="8" y="15"/>
                        <a:pt x="8" y="15"/>
                      </a:cubicBezTo>
                      <a:lnTo>
                        <a:pt x="8" y="12"/>
                      </a:lnTo>
                      <a:close/>
                      <a:moveTo>
                        <a:pt x="8" y="19"/>
                      </a:moveTo>
                      <a:cubicBezTo>
                        <a:pt x="28" y="19"/>
                        <a:pt x="28" y="19"/>
                        <a:pt x="28" y="19"/>
                      </a:cubicBezTo>
                      <a:cubicBezTo>
                        <a:pt x="28" y="21"/>
                        <a:pt x="28" y="21"/>
                        <a:pt x="28" y="21"/>
                      </a:cubicBezTo>
                      <a:cubicBezTo>
                        <a:pt x="8" y="21"/>
                        <a:pt x="8" y="21"/>
                        <a:pt x="8" y="21"/>
                      </a:cubicBezTo>
                      <a:lnTo>
                        <a:pt x="8" y="1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70" name="Freeform 204">
                  <a:extLst>
                    <a:ext uri="{FF2B5EF4-FFF2-40B4-BE49-F238E27FC236}">
                      <a16:creationId xmlns:a16="http://schemas.microsoft.com/office/drawing/2014/main" id="{AD1EE68B-B956-4BD1-898B-C7C1FDB410C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125004" y="6057608"/>
                  <a:ext cx="488950" cy="134938"/>
                </a:xfrm>
                <a:custGeom>
                  <a:avLst/>
                  <a:gdLst>
                    <a:gd name="T0" fmla="*/ 96 w 170"/>
                    <a:gd name="T1" fmla="*/ 41 h 47"/>
                    <a:gd name="T2" fmla="*/ 87 w 170"/>
                    <a:gd name="T3" fmla="*/ 41 h 47"/>
                    <a:gd name="T4" fmla="*/ 87 w 170"/>
                    <a:gd name="T5" fmla="*/ 26 h 47"/>
                    <a:gd name="T6" fmla="*/ 132 w 170"/>
                    <a:gd name="T7" fmla="*/ 26 h 47"/>
                    <a:gd name="T8" fmla="*/ 133 w 170"/>
                    <a:gd name="T9" fmla="*/ 25 h 47"/>
                    <a:gd name="T10" fmla="*/ 133 w 170"/>
                    <a:gd name="T11" fmla="*/ 1 h 47"/>
                    <a:gd name="T12" fmla="*/ 132 w 170"/>
                    <a:gd name="T13" fmla="*/ 0 h 47"/>
                    <a:gd name="T14" fmla="*/ 39 w 170"/>
                    <a:gd name="T15" fmla="*/ 0 h 47"/>
                    <a:gd name="T16" fmla="*/ 37 w 170"/>
                    <a:gd name="T17" fmla="*/ 1 h 47"/>
                    <a:gd name="T18" fmla="*/ 37 w 170"/>
                    <a:gd name="T19" fmla="*/ 25 h 47"/>
                    <a:gd name="T20" fmla="*/ 39 w 170"/>
                    <a:gd name="T21" fmla="*/ 26 h 47"/>
                    <a:gd name="T22" fmla="*/ 84 w 170"/>
                    <a:gd name="T23" fmla="*/ 26 h 47"/>
                    <a:gd name="T24" fmla="*/ 84 w 170"/>
                    <a:gd name="T25" fmla="*/ 41 h 47"/>
                    <a:gd name="T26" fmla="*/ 74 w 170"/>
                    <a:gd name="T27" fmla="*/ 41 h 47"/>
                    <a:gd name="T28" fmla="*/ 74 w 170"/>
                    <a:gd name="T29" fmla="*/ 43 h 47"/>
                    <a:gd name="T30" fmla="*/ 0 w 170"/>
                    <a:gd name="T31" fmla="*/ 43 h 47"/>
                    <a:gd name="T32" fmla="*/ 0 w 170"/>
                    <a:gd name="T33" fmla="*/ 45 h 47"/>
                    <a:gd name="T34" fmla="*/ 74 w 170"/>
                    <a:gd name="T35" fmla="*/ 45 h 47"/>
                    <a:gd name="T36" fmla="*/ 74 w 170"/>
                    <a:gd name="T37" fmla="*/ 47 h 47"/>
                    <a:gd name="T38" fmla="*/ 96 w 170"/>
                    <a:gd name="T39" fmla="*/ 47 h 47"/>
                    <a:gd name="T40" fmla="*/ 96 w 170"/>
                    <a:gd name="T41" fmla="*/ 45 h 47"/>
                    <a:gd name="T42" fmla="*/ 170 w 170"/>
                    <a:gd name="T43" fmla="*/ 45 h 47"/>
                    <a:gd name="T44" fmla="*/ 170 w 170"/>
                    <a:gd name="T45" fmla="*/ 43 h 47"/>
                    <a:gd name="T46" fmla="*/ 96 w 170"/>
                    <a:gd name="T47" fmla="*/ 43 h 47"/>
                    <a:gd name="T48" fmla="*/ 96 w 170"/>
                    <a:gd name="T49" fmla="*/ 41 h 47"/>
                    <a:gd name="T50" fmla="*/ 119 w 170"/>
                    <a:gd name="T51" fmla="*/ 10 h 47"/>
                    <a:gd name="T52" fmla="*/ 126 w 170"/>
                    <a:gd name="T53" fmla="*/ 10 h 47"/>
                    <a:gd name="T54" fmla="*/ 126 w 170"/>
                    <a:gd name="T55" fmla="*/ 17 h 47"/>
                    <a:gd name="T56" fmla="*/ 119 w 170"/>
                    <a:gd name="T57" fmla="*/ 17 h 47"/>
                    <a:gd name="T58" fmla="*/ 119 w 170"/>
                    <a:gd name="T59" fmla="*/ 10 h 47"/>
                    <a:gd name="T60" fmla="*/ 65 w 170"/>
                    <a:gd name="T61" fmla="*/ 20 h 47"/>
                    <a:gd name="T62" fmla="*/ 45 w 170"/>
                    <a:gd name="T63" fmla="*/ 20 h 47"/>
                    <a:gd name="T64" fmla="*/ 45 w 170"/>
                    <a:gd name="T65" fmla="*/ 18 h 47"/>
                    <a:gd name="T66" fmla="*/ 65 w 170"/>
                    <a:gd name="T67" fmla="*/ 18 h 47"/>
                    <a:gd name="T68" fmla="*/ 65 w 170"/>
                    <a:gd name="T69" fmla="*/ 20 h 47"/>
                    <a:gd name="T70" fmla="*/ 65 w 170"/>
                    <a:gd name="T71" fmla="*/ 14 h 47"/>
                    <a:gd name="T72" fmla="*/ 45 w 170"/>
                    <a:gd name="T73" fmla="*/ 14 h 47"/>
                    <a:gd name="T74" fmla="*/ 45 w 170"/>
                    <a:gd name="T75" fmla="*/ 12 h 47"/>
                    <a:gd name="T76" fmla="*/ 65 w 170"/>
                    <a:gd name="T77" fmla="*/ 12 h 47"/>
                    <a:gd name="T78" fmla="*/ 65 w 170"/>
                    <a:gd name="T79" fmla="*/ 14 h 47"/>
                    <a:gd name="T80" fmla="*/ 65 w 170"/>
                    <a:gd name="T81" fmla="*/ 8 h 47"/>
                    <a:gd name="T82" fmla="*/ 45 w 170"/>
                    <a:gd name="T83" fmla="*/ 8 h 47"/>
                    <a:gd name="T84" fmla="*/ 45 w 170"/>
                    <a:gd name="T85" fmla="*/ 5 h 47"/>
                    <a:gd name="T86" fmla="*/ 65 w 170"/>
                    <a:gd name="T87" fmla="*/ 5 h 47"/>
                    <a:gd name="T88" fmla="*/ 65 w 170"/>
                    <a:gd name="T89" fmla="*/ 8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70" h="47">
                      <a:moveTo>
                        <a:pt x="96" y="41"/>
                      </a:moveTo>
                      <a:cubicBezTo>
                        <a:pt x="87" y="41"/>
                        <a:pt x="87" y="41"/>
                        <a:pt x="87" y="41"/>
                      </a:cubicBezTo>
                      <a:cubicBezTo>
                        <a:pt x="87" y="26"/>
                        <a:pt x="87" y="26"/>
                        <a:pt x="87" y="26"/>
                      </a:cubicBezTo>
                      <a:cubicBezTo>
                        <a:pt x="132" y="26"/>
                        <a:pt x="132" y="26"/>
                        <a:pt x="132" y="26"/>
                      </a:cubicBezTo>
                      <a:cubicBezTo>
                        <a:pt x="133" y="26"/>
                        <a:pt x="133" y="25"/>
                        <a:pt x="133" y="25"/>
                      </a:cubicBezTo>
                      <a:cubicBezTo>
                        <a:pt x="133" y="1"/>
                        <a:pt x="133" y="1"/>
                        <a:pt x="133" y="1"/>
                      </a:cubicBezTo>
                      <a:cubicBezTo>
                        <a:pt x="133" y="0"/>
                        <a:pt x="133" y="0"/>
                        <a:pt x="132" y="0"/>
                      </a:cubicBezTo>
                      <a:cubicBezTo>
                        <a:pt x="39" y="0"/>
                        <a:pt x="39" y="0"/>
                        <a:pt x="39" y="0"/>
                      </a:cubicBezTo>
                      <a:cubicBezTo>
                        <a:pt x="38" y="0"/>
                        <a:pt x="37" y="0"/>
                        <a:pt x="37" y="1"/>
                      </a:cubicBezTo>
                      <a:cubicBezTo>
                        <a:pt x="37" y="25"/>
                        <a:pt x="37" y="25"/>
                        <a:pt x="37" y="25"/>
                      </a:cubicBezTo>
                      <a:cubicBezTo>
                        <a:pt x="37" y="25"/>
                        <a:pt x="38" y="26"/>
                        <a:pt x="39" y="26"/>
                      </a:cubicBezTo>
                      <a:cubicBezTo>
                        <a:pt x="84" y="26"/>
                        <a:pt x="84" y="26"/>
                        <a:pt x="84" y="26"/>
                      </a:cubicBezTo>
                      <a:cubicBezTo>
                        <a:pt x="84" y="41"/>
                        <a:pt x="84" y="41"/>
                        <a:pt x="84" y="41"/>
                      </a:cubicBezTo>
                      <a:cubicBezTo>
                        <a:pt x="74" y="41"/>
                        <a:pt x="74" y="41"/>
                        <a:pt x="74" y="41"/>
                      </a:cubicBezTo>
                      <a:cubicBezTo>
                        <a:pt x="74" y="43"/>
                        <a:pt x="74" y="43"/>
                        <a:pt x="74" y="43"/>
                      </a:cubicBezTo>
                      <a:cubicBezTo>
                        <a:pt x="0" y="43"/>
                        <a:pt x="0" y="43"/>
                        <a:pt x="0" y="43"/>
                      </a:cubicBezTo>
                      <a:cubicBezTo>
                        <a:pt x="0" y="45"/>
                        <a:pt x="0" y="45"/>
                        <a:pt x="0" y="45"/>
                      </a:cubicBezTo>
                      <a:cubicBezTo>
                        <a:pt x="74" y="45"/>
                        <a:pt x="74" y="45"/>
                        <a:pt x="74" y="45"/>
                      </a:cubicBezTo>
                      <a:cubicBezTo>
                        <a:pt x="74" y="47"/>
                        <a:pt x="74" y="47"/>
                        <a:pt x="74" y="47"/>
                      </a:cubicBezTo>
                      <a:cubicBezTo>
                        <a:pt x="96" y="47"/>
                        <a:pt x="96" y="47"/>
                        <a:pt x="96" y="47"/>
                      </a:cubicBezTo>
                      <a:cubicBezTo>
                        <a:pt x="96" y="45"/>
                        <a:pt x="96" y="45"/>
                        <a:pt x="96" y="45"/>
                      </a:cubicBezTo>
                      <a:cubicBezTo>
                        <a:pt x="170" y="45"/>
                        <a:pt x="170" y="45"/>
                        <a:pt x="170" y="45"/>
                      </a:cubicBezTo>
                      <a:cubicBezTo>
                        <a:pt x="170" y="43"/>
                        <a:pt x="170" y="43"/>
                        <a:pt x="170" y="43"/>
                      </a:cubicBezTo>
                      <a:cubicBezTo>
                        <a:pt x="96" y="43"/>
                        <a:pt x="96" y="43"/>
                        <a:pt x="96" y="43"/>
                      </a:cubicBezTo>
                      <a:lnTo>
                        <a:pt x="96" y="41"/>
                      </a:lnTo>
                      <a:close/>
                      <a:moveTo>
                        <a:pt x="119" y="10"/>
                      </a:moveTo>
                      <a:cubicBezTo>
                        <a:pt x="126" y="10"/>
                        <a:pt x="126" y="10"/>
                        <a:pt x="126" y="10"/>
                      </a:cubicBezTo>
                      <a:cubicBezTo>
                        <a:pt x="126" y="17"/>
                        <a:pt x="126" y="17"/>
                        <a:pt x="126" y="17"/>
                      </a:cubicBezTo>
                      <a:cubicBezTo>
                        <a:pt x="119" y="17"/>
                        <a:pt x="119" y="17"/>
                        <a:pt x="119" y="17"/>
                      </a:cubicBezTo>
                      <a:lnTo>
                        <a:pt x="119" y="10"/>
                      </a:lnTo>
                      <a:close/>
                      <a:moveTo>
                        <a:pt x="65" y="20"/>
                      </a:moveTo>
                      <a:cubicBezTo>
                        <a:pt x="45" y="20"/>
                        <a:pt x="45" y="20"/>
                        <a:pt x="45" y="20"/>
                      </a:cubicBezTo>
                      <a:cubicBezTo>
                        <a:pt x="45" y="18"/>
                        <a:pt x="45" y="18"/>
                        <a:pt x="45" y="18"/>
                      </a:cubicBezTo>
                      <a:cubicBezTo>
                        <a:pt x="65" y="18"/>
                        <a:pt x="65" y="18"/>
                        <a:pt x="65" y="18"/>
                      </a:cubicBezTo>
                      <a:lnTo>
                        <a:pt x="65" y="20"/>
                      </a:lnTo>
                      <a:close/>
                      <a:moveTo>
                        <a:pt x="65" y="14"/>
                      </a:moveTo>
                      <a:cubicBezTo>
                        <a:pt x="45" y="14"/>
                        <a:pt x="45" y="14"/>
                        <a:pt x="45" y="14"/>
                      </a:cubicBezTo>
                      <a:cubicBezTo>
                        <a:pt x="45" y="12"/>
                        <a:pt x="45" y="12"/>
                        <a:pt x="45" y="12"/>
                      </a:cubicBezTo>
                      <a:cubicBezTo>
                        <a:pt x="65" y="12"/>
                        <a:pt x="65" y="12"/>
                        <a:pt x="65" y="12"/>
                      </a:cubicBezTo>
                      <a:lnTo>
                        <a:pt x="65" y="14"/>
                      </a:lnTo>
                      <a:close/>
                      <a:moveTo>
                        <a:pt x="65" y="8"/>
                      </a:moveTo>
                      <a:cubicBezTo>
                        <a:pt x="45" y="8"/>
                        <a:pt x="45" y="8"/>
                        <a:pt x="45" y="8"/>
                      </a:cubicBezTo>
                      <a:cubicBezTo>
                        <a:pt x="45" y="5"/>
                        <a:pt x="45" y="5"/>
                        <a:pt x="45" y="5"/>
                      </a:cubicBezTo>
                      <a:cubicBezTo>
                        <a:pt x="65" y="5"/>
                        <a:pt x="65" y="5"/>
                        <a:pt x="65" y="5"/>
                      </a:cubicBezTo>
                      <a:lnTo>
                        <a:pt x="65" y="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71" name="Freeform 205">
                  <a:extLst>
                    <a:ext uri="{FF2B5EF4-FFF2-40B4-BE49-F238E27FC236}">
                      <a16:creationId xmlns:a16="http://schemas.microsoft.com/office/drawing/2014/main" id="{60358268-E587-4394-9559-A46A29C4C4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39279" y="5597233"/>
                  <a:ext cx="661987" cy="442913"/>
                </a:xfrm>
                <a:custGeom>
                  <a:avLst/>
                  <a:gdLst>
                    <a:gd name="T0" fmla="*/ 203 w 230"/>
                    <a:gd name="T1" fmla="*/ 67 h 154"/>
                    <a:gd name="T2" fmla="*/ 203 w 230"/>
                    <a:gd name="T3" fmla="*/ 59 h 154"/>
                    <a:gd name="T4" fmla="*/ 144 w 230"/>
                    <a:gd name="T5" fmla="*/ 0 h 154"/>
                    <a:gd name="T6" fmla="*/ 94 w 230"/>
                    <a:gd name="T7" fmla="*/ 26 h 154"/>
                    <a:gd name="T8" fmla="*/ 77 w 230"/>
                    <a:gd name="T9" fmla="*/ 23 h 154"/>
                    <a:gd name="T10" fmla="*/ 31 w 230"/>
                    <a:gd name="T11" fmla="*/ 62 h 154"/>
                    <a:gd name="T12" fmla="*/ 0 w 230"/>
                    <a:gd name="T13" fmla="*/ 106 h 154"/>
                    <a:gd name="T14" fmla="*/ 44 w 230"/>
                    <a:gd name="T15" fmla="*/ 154 h 154"/>
                    <a:gd name="T16" fmla="*/ 51 w 230"/>
                    <a:gd name="T17" fmla="*/ 148 h 154"/>
                    <a:gd name="T18" fmla="*/ 45 w 230"/>
                    <a:gd name="T19" fmla="*/ 141 h 154"/>
                    <a:gd name="T20" fmla="*/ 12 w 230"/>
                    <a:gd name="T21" fmla="*/ 106 h 154"/>
                    <a:gd name="T22" fmla="*/ 38 w 230"/>
                    <a:gd name="T23" fmla="*/ 72 h 154"/>
                    <a:gd name="T24" fmla="*/ 42 w 230"/>
                    <a:gd name="T25" fmla="*/ 67 h 154"/>
                    <a:gd name="T26" fmla="*/ 77 w 230"/>
                    <a:gd name="T27" fmla="*/ 36 h 154"/>
                    <a:gd name="T28" fmla="*/ 94 w 230"/>
                    <a:gd name="T29" fmla="*/ 40 h 154"/>
                    <a:gd name="T30" fmla="*/ 102 w 230"/>
                    <a:gd name="T31" fmla="*/ 37 h 154"/>
                    <a:gd name="T32" fmla="*/ 144 w 230"/>
                    <a:gd name="T33" fmla="*/ 12 h 154"/>
                    <a:gd name="T34" fmla="*/ 191 w 230"/>
                    <a:gd name="T35" fmla="*/ 59 h 154"/>
                    <a:gd name="T36" fmla="*/ 190 w 230"/>
                    <a:gd name="T37" fmla="*/ 69 h 154"/>
                    <a:gd name="T38" fmla="*/ 194 w 230"/>
                    <a:gd name="T39" fmla="*/ 77 h 154"/>
                    <a:gd name="T40" fmla="*/ 218 w 230"/>
                    <a:gd name="T41" fmla="*/ 108 h 154"/>
                    <a:gd name="T42" fmla="*/ 185 w 230"/>
                    <a:gd name="T43" fmla="*/ 141 h 154"/>
                    <a:gd name="T44" fmla="*/ 179 w 230"/>
                    <a:gd name="T45" fmla="*/ 148 h 154"/>
                    <a:gd name="T46" fmla="*/ 185 w 230"/>
                    <a:gd name="T47" fmla="*/ 154 h 154"/>
                    <a:gd name="T48" fmla="*/ 230 w 230"/>
                    <a:gd name="T49" fmla="*/ 108 h 154"/>
                    <a:gd name="T50" fmla="*/ 203 w 230"/>
                    <a:gd name="T51" fmla="*/ 67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230" h="154">
                      <a:moveTo>
                        <a:pt x="203" y="67"/>
                      </a:moveTo>
                      <a:cubicBezTo>
                        <a:pt x="203" y="64"/>
                        <a:pt x="203" y="62"/>
                        <a:pt x="203" y="59"/>
                      </a:cubicBezTo>
                      <a:cubicBezTo>
                        <a:pt x="203" y="26"/>
                        <a:pt x="177" y="0"/>
                        <a:pt x="144" y="0"/>
                      </a:cubicBezTo>
                      <a:cubicBezTo>
                        <a:pt x="124" y="0"/>
                        <a:pt x="105" y="10"/>
                        <a:pt x="94" y="26"/>
                      </a:cubicBezTo>
                      <a:cubicBezTo>
                        <a:pt x="89" y="24"/>
                        <a:pt x="83" y="23"/>
                        <a:pt x="77" y="23"/>
                      </a:cubicBezTo>
                      <a:cubicBezTo>
                        <a:pt x="54" y="23"/>
                        <a:pt x="35" y="40"/>
                        <a:pt x="31" y="62"/>
                      </a:cubicBezTo>
                      <a:cubicBezTo>
                        <a:pt x="12" y="69"/>
                        <a:pt x="0" y="87"/>
                        <a:pt x="0" y="106"/>
                      </a:cubicBezTo>
                      <a:cubicBezTo>
                        <a:pt x="0" y="131"/>
                        <a:pt x="20" y="152"/>
                        <a:pt x="44" y="154"/>
                      </a:cubicBezTo>
                      <a:cubicBezTo>
                        <a:pt x="48" y="154"/>
                        <a:pt x="51" y="151"/>
                        <a:pt x="51" y="148"/>
                      </a:cubicBezTo>
                      <a:cubicBezTo>
                        <a:pt x="51" y="145"/>
                        <a:pt x="49" y="142"/>
                        <a:pt x="45" y="141"/>
                      </a:cubicBezTo>
                      <a:cubicBezTo>
                        <a:pt x="27" y="140"/>
                        <a:pt x="12" y="125"/>
                        <a:pt x="12" y="106"/>
                      </a:cubicBezTo>
                      <a:cubicBezTo>
                        <a:pt x="12" y="91"/>
                        <a:pt x="23" y="77"/>
                        <a:pt x="38" y="72"/>
                      </a:cubicBezTo>
                      <a:cubicBezTo>
                        <a:pt x="40" y="72"/>
                        <a:pt x="42" y="70"/>
                        <a:pt x="42" y="67"/>
                      </a:cubicBezTo>
                      <a:cubicBezTo>
                        <a:pt x="44" y="49"/>
                        <a:pt x="59" y="36"/>
                        <a:pt x="77" y="36"/>
                      </a:cubicBezTo>
                      <a:cubicBezTo>
                        <a:pt x="83" y="36"/>
                        <a:pt x="89" y="37"/>
                        <a:pt x="94" y="40"/>
                      </a:cubicBezTo>
                      <a:cubicBezTo>
                        <a:pt x="97" y="41"/>
                        <a:pt x="100" y="40"/>
                        <a:pt x="102" y="37"/>
                      </a:cubicBezTo>
                      <a:cubicBezTo>
                        <a:pt x="110" y="21"/>
                        <a:pt x="126" y="12"/>
                        <a:pt x="144" y="12"/>
                      </a:cubicBezTo>
                      <a:cubicBezTo>
                        <a:pt x="170" y="12"/>
                        <a:pt x="191" y="33"/>
                        <a:pt x="191" y="59"/>
                      </a:cubicBezTo>
                      <a:cubicBezTo>
                        <a:pt x="191" y="62"/>
                        <a:pt x="191" y="66"/>
                        <a:pt x="190" y="69"/>
                      </a:cubicBezTo>
                      <a:cubicBezTo>
                        <a:pt x="189" y="73"/>
                        <a:pt x="191" y="76"/>
                        <a:pt x="194" y="77"/>
                      </a:cubicBezTo>
                      <a:cubicBezTo>
                        <a:pt x="208" y="81"/>
                        <a:pt x="218" y="94"/>
                        <a:pt x="218" y="108"/>
                      </a:cubicBezTo>
                      <a:cubicBezTo>
                        <a:pt x="218" y="127"/>
                        <a:pt x="203" y="141"/>
                        <a:pt x="185" y="141"/>
                      </a:cubicBezTo>
                      <a:cubicBezTo>
                        <a:pt x="182" y="141"/>
                        <a:pt x="179" y="144"/>
                        <a:pt x="179" y="148"/>
                      </a:cubicBezTo>
                      <a:cubicBezTo>
                        <a:pt x="179" y="151"/>
                        <a:pt x="182" y="154"/>
                        <a:pt x="185" y="154"/>
                      </a:cubicBezTo>
                      <a:cubicBezTo>
                        <a:pt x="210" y="154"/>
                        <a:pt x="230" y="133"/>
                        <a:pt x="230" y="108"/>
                      </a:cubicBezTo>
                      <a:cubicBezTo>
                        <a:pt x="230" y="90"/>
                        <a:pt x="219" y="74"/>
                        <a:pt x="203" y="6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60" name="그룹 59">
                <a:extLst>
                  <a:ext uri="{FF2B5EF4-FFF2-40B4-BE49-F238E27FC236}">
                    <a16:creationId xmlns:a16="http://schemas.microsoft.com/office/drawing/2014/main" id="{1FE0E067-88F6-4AD6-8BCD-D4A47AD15406}"/>
                  </a:ext>
                </a:extLst>
              </p:cNvPr>
              <p:cNvGrpSpPr/>
              <p:nvPr/>
            </p:nvGrpSpPr>
            <p:grpSpPr>
              <a:xfrm>
                <a:off x="6931881" y="3748966"/>
                <a:ext cx="348911" cy="239300"/>
                <a:chOff x="4310672" y="4155231"/>
                <a:chExt cx="680428" cy="466670"/>
              </a:xfrm>
              <a:solidFill>
                <a:schemeClr val="bg1">
                  <a:lumMod val="85000"/>
                </a:schemeClr>
              </a:solidFill>
            </p:grpSpPr>
            <p:sp>
              <p:nvSpPr>
                <p:cNvPr id="65" name="Oval 57">
                  <a:extLst>
                    <a:ext uri="{FF2B5EF4-FFF2-40B4-BE49-F238E27FC236}">
                      <a16:creationId xmlns:a16="http://schemas.microsoft.com/office/drawing/2014/main" id="{57B1A903-884C-4155-83E4-DD19C00F1A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11733" y="4322428"/>
                  <a:ext cx="79366" cy="79366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66" name="Oval 58">
                  <a:extLst>
                    <a:ext uri="{FF2B5EF4-FFF2-40B4-BE49-F238E27FC236}">
                      <a16:creationId xmlns:a16="http://schemas.microsoft.com/office/drawing/2014/main" id="{FF19E748-E35F-4A31-AB1B-9ED450045E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17023" y="4415550"/>
                  <a:ext cx="130160" cy="130160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67" name="Freeform 59">
                  <a:extLst>
                    <a:ext uri="{FF2B5EF4-FFF2-40B4-BE49-F238E27FC236}">
                      <a16:creationId xmlns:a16="http://schemas.microsoft.com/office/drawing/2014/main" id="{6111D9AF-81F7-48D3-8261-B43D130980E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310672" y="4155231"/>
                  <a:ext cx="680428" cy="466670"/>
                </a:xfrm>
                <a:custGeom>
                  <a:avLst/>
                  <a:gdLst>
                    <a:gd name="T0" fmla="*/ 214 w 241"/>
                    <a:gd name="T1" fmla="*/ 78 h 165"/>
                    <a:gd name="T2" fmla="*/ 149 w 241"/>
                    <a:gd name="T3" fmla="*/ 31 h 165"/>
                    <a:gd name="T4" fmla="*/ 41 w 241"/>
                    <a:gd name="T5" fmla="*/ 57 h 165"/>
                    <a:gd name="T6" fmla="*/ 0 w 241"/>
                    <a:gd name="T7" fmla="*/ 114 h 165"/>
                    <a:gd name="T8" fmla="*/ 199 w 241"/>
                    <a:gd name="T9" fmla="*/ 165 h 165"/>
                    <a:gd name="T10" fmla="*/ 199 w 241"/>
                    <a:gd name="T11" fmla="*/ 165 h 165"/>
                    <a:gd name="T12" fmla="*/ 214 w 241"/>
                    <a:gd name="T13" fmla="*/ 84 h 165"/>
                    <a:gd name="T14" fmla="*/ 126 w 241"/>
                    <a:gd name="T15" fmla="*/ 128 h 165"/>
                    <a:gd name="T16" fmla="*/ 122 w 241"/>
                    <a:gd name="T17" fmla="*/ 147 h 165"/>
                    <a:gd name="T18" fmla="*/ 101 w 241"/>
                    <a:gd name="T19" fmla="*/ 157 h 165"/>
                    <a:gd name="T20" fmla="*/ 84 w 241"/>
                    <a:gd name="T21" fmla="*/ 145 h 165"/>
                    <a:gd name="T22" fmla="*/ 63 w 241"/>
                    <a:gd name="T23" fmla="*/ 141 h 165"/>
                    <a:gd name="T24" fmla="*/ 55 w 241"/>
                    <a:gd name="T25" fmla="*/ 120 h 165"/>
                    <a:gd name="T26" fmla="*/ 67 w 241"/>
                    <a:gd name="T27" fmla="*/ 103 h 165"/>
                    <a:gd name="T28" fmla="*/ 70 w 241"/>
                    <a:gd name="T29" fmla="*/ 83 h 165"/>
                    <a:gd name="T30" fmla="*/ 92 w 241"/>
                    <a:gd name="T31" fmla="*/ 74 h 165"/>
                    <a:gd name="T32" fmla="*/ 109 w 241"/>
                    <a:gd name="T33" fmla="*/ 86 h 165"/>
                    <a:gd name="T34" fmla="*/ 129 w 241"/>
                    <a:gd name="T35" fmla="*/ 90 h 165"/>
                    <a:gd name="T36" fmla="*/ 138 w 241"/>
                    <a:gd name="T37" fmla="*/ 112 h 165"/>
                    <a:gd name="T38" fmla="*/ 181 w 241"/>
                    <a:gd name="T39" fmla="*/ 76 h 165"/>
                    <a:gd name="T40" fmla="*/ 176 w 241"/>
                    <a:gd name="T41" fmla="*/ 89 h 165"/>
                    <a:gd name="T42" fmla="*/ 164 w 241"/>
                    <a:gd name="T43" fmla="*/ 92 h 165"/>
                    <a:gd name="T44" fmla="*/ 154 w 241"/>
                    <a:gd name="T45" fmla="*/ 99 h 165"/>
                    <a:gd name="T46" fmla="*/ 139 w 241"/>
                    <a:gd name="T47" fmla="*/ 93 h 165"/>
                    <a:gd name="T48" fmla="*/ 137 w 241"/>
                    <a:gd name="T49" fmla="*/ 81 h 165"/>
                    <a:gd name="T50" fmla="*/ 130 w 241"/>
                    <a:gd name="T51" fmla="*/ 71 h 165"/>
                    <a:gd name="T52" fmla="*/ 136 w 241"/>
                    <a:gd name="T53" fmla="*/ 57 h 165"/>
                    <a:gd name="T54" fmla="*/ 148 w 241"/>
                    <a:gd name="T55" fmla="*/ 54 h 165"/>
                    <a:gd name="T56" fmla="*/ 158 w 241"/>
                    <a:gd name="T57" fmla="*/ 48 h 165"/>
                    <a:gd name="T58" fmla="*/ 173 w 241"/>
                    <a:gd name="T59" fmla="*/ 54 h 165"/>
                    <a:gd name="T60" fmla="*/ 175 w 241"/>
                    <a:gd name="T61" fmla="*/ 65 h 165"/>
                    <a:gd name="T62" fmla="*/ 181 w 241"/>
                    <a:gd name="T63" fmla="*/ 76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241" h="165">
                      <a:moveTo>
                        <a:pt x="214" y="84"/>
                      </a:moveTo>
                      <a:cubicBezTo>
                        <a:pt x="214" y="82"/>
                        <a:pt x="214" y="80"/>
                        <a:pt x="214" y="78"/>
                      </a:cubicBezTo>
                      <a:cubicBezTo>
                        <a:pt x="214" y="51"/>
                        <a:pt x="192" y="28"/>
                        <a:pt x="164" y="28"/>
                      </a:cubicBezTo>
                      <a:cubicBezTo>
                        <a:pt x="159" y="28"/>
                        <a:pt x="154" y="29"/>
                        <a:pt x="149" y="31"/>
                      </a:cubicBezTo>
                      <a:cubicBezTo>
                        <a:pt x="139" y="12"/>
                        <a:pt x="120" y="0"/>
                        <a:pt x="98" y="0"/>
                      </a:cubicBezTo>
                      <a:cubicBezTo>
                        <a:pt x="66" y="0"/>
                        <a:pt x="41" y="25"/>
                        <a:pt x="41" y="57"/>
                      </a:cubicBezTo>
                      <a:cubicBezTo>
                        <a:pt x="41" y="60"/>
                        <a:pt x="41" y="62"/>
                        <a:pt x="41" y="65"/>
                      </a:cubicBezTo>
                      <a:cubicBezTo>
                        <a:pt x="18" y="69"/>
                        <a:pt x="0" y="90"/>
                        <a:pt x="0" y="114"/>
                      </a:cubicBezTo>
                      <a:cubicBezTo>
                        <a:pt x="0" y="142"/>
                        <a:pt x="22" y="165"/>
                        <a:pt x="50" y="165"/>
                      </a:cubicBezTo>
                      <a:cubicBezTo>
                        <a:pt x="199" y="165"/>
                        <a:pt x="199" y="165"/>
                        <a:pt x="199" y="165"/>
                      </a:cubicBezTo>
                      <a:cubicBezTo>
                        <a:pt x="199" y="165"/>
                        <a:pt x="199" y="165"/>
                        <a:pt x="199" y="165"/>
                      </a:cubicBezTo>
                      <a:cubicBezTo>
                        <a:pt x="199" y="165"/>
                        <a:pt x="199" y="165"/>
                        <a:pt x="199" y="165"/>
                      </a:cubicBezTo>
                      <a:cubicBezTo>
                        <a:pt x="222" y="165"/>
                        <a:pt x="241" y="146"/>
                        <a:pt x="241" y="123"/>
                      </a:cubicBezTo>
                      <a:cubicBezTo>
                        <a:pt x="241" y="105"/>
                        <a:pt x="230" y="90"/>
                        <a:pt x="214" y="84"/>
                      </a:cubicBezTo>
                      <a:moveTo>
                        <a:pt x="137" y="120"/>
                      </a:moveTo>
                      <a:cubicBezTo>
                        <a:pt x="132" y="121"/>
                        <a:pt x="128" y="123"/>
                        <a:pt x="126" y="128"/>
                      </a:cubicBezTo>
                      <a:cubicBezTo>
                        <a:pt x="124" y="132"/>
                        <a:pt x="125" y="137"/>
                        <a:pt x="129" y="141"/>
                      </a:cubicBezTo>
                      <a:cubicBezTo>
                        <a:pt x="127" y="144"/>
                        <a:pt x="125" y="146"/>
                        <a:pt x="122" y="147"/>
                      </a:cubicBezTo>
                      <a:cubicBezTo>
                        <a:pt x="118" y="144"/>
                        <a:pt x="114" y="144"/>
                        <a:pt x="109" y="146"/>
                      </a:cubicBezTo>
                      <a:cubicBezTo>
                        <a:pt x="104" y="148"/>
                        <a:pt x="102" y="152"/>
                        <a:pt x="101" y="157"/>
                      </a:cubicBezTo>
                      <a:cubicBezTo>
                        <a:pt x="98" y="157"/>
                        <a:pt x="95" y="157"/>
                        <a:pt x="92" y="157"/>
                      </a:cubicBezTo>
                      <a:cubicBezTo>
                        <a:pt x="92" y="152"/>
                        <a:pt x="88" y="147"/>
                        <a:pt x="84" y="145"/>
                      </a:cubicBezTo>
                      <a:cubicBezTo>
                        <a:pt x="79" y="143"/>
                        <a:pt x="74" y="144"/>
                        <a:pt x="69" y="147"/>
                      </a:cubicBezTo>
                      <a:cubicBezTo>
                        <a:pt x="67" y="145"/>
                        <a:pt x="65" y="143"/>
                        <a:pt x="63" y="141"/>
                      </a:cubicBezTo>
                      <a:cubicBezTo>
                        <a:pt x="67" y="137"/>
                        <a:pt x="67" y="133"/>
                        <a:pt x="65" y="128"/>
                      </a:cubicBezTo>
                      <a:cubicBezTo>
                        <a:pt x="63" y="123"/>
                        <a:pt x="60" y="121"/>
                        <a:pt x="55" y="120"/>
                      </a:cubicBezTo>
                      <a:cubicBezTo>
                        <a:pt x="54" y="117"/>
                        <a:pt x="54" y="114"/>
                        <a:pt x="55" y="111"/>
                      </a:cubicBezTo>
                      <a:cubicBezTo>
                        <a:pt x="60" y="111"/>
                        <a:pt x="65" y="107"/>
                        <a:pt x="67" y="103"/>
                      </a:cubicBezTo>
                      <a:cubicBezTo>
                        <a:pt x="69" y="98"/>
                        <a:pt x="67" y="94"/>
                        <a:pt x="64" y="89"/>
                      </a:cubicBezTo>
                      <a:cubicBezTo>
                        <a:pt x="66" y="87"/>
                        <a:pt x="68" y="85"/>
                        <a:pt x="70" y="83"/>
                      </a:cubicBezTo>
                      <a:cubicBezTo>
                        <a:pt x="74" y="86"/>
                        <a:pt x="79" y="86"/>
                        <a:pt x="84" y="84"/>
                      </a:cubicBezTo>
                      <a:cubicBezTo>
                        <a:pt x="88" y="82"/>
                        <a:pt x="91" y="79"/>
                        <a:pt x="92" y="74"/>
                      </a:cubicBezTo>
                      <a:cubicBezTo>
                        <a:pt x="94" y="73"/>
                        <a:pt x="97" y="74"/>
                        <a:pt x="100" y="74"/>
                      </a:cubicBezTo>
                      <a:cubicBezTo>
                        <a:pt x="101" y="79"/>
                        <a:pt x="104" y="84"/>
                        <a:pt x="109" y="86"/>
                      </a:cubicBezTo>
                      <a:cubicBezTo>
                        <a:pt x="113" y="88"/>
                        <a:pt x="119" y="87"/>
                        <a:pt x="123" y="84"/>
                      </a:cubicBezTo>
                      <a:cubicBezTo>
                        <a:pt x="126" y="85"/>
                        <a:pt x="128" y="87"/>
                        <a:pt x="129" y="90"/>
                      </a:cubicBezTo>
                      <a:cubicBezTo>
                        <a:pt x="126" y="94"/>
                        <a:pt x="125" y="98"/>
                        <a:pt x="127" y="103"/>
                      </a:cubicBezTo>
                      <a:cubicBezTo>
                        <a:pt x="129" y="107"/>
                        <a:pt x="132" y="111"/>
                        <a:pt x="138" y="112"/>
                      </a:cubicBezTo>
                      <a:cubicBezTo>
                        <a:pt x="138" y="114"/>
                        <a:pt x="138" y="117"/>
                        <a:pt x="137" y="120"/>
                      </a:cubicBezTo>
                      <a:moveTo>
                        <a:pt x="181" y="76"/>
                      </a:moveTo>
                      <a:cubicBezTo>
                        <a:pt x="178" y="77"/>
                        <a:pt x="175" y="78"/>
                        <a:pt x="174" y="81"/>
                      </a:cubicBezTo>
                      <a:cubicBezTo>
                        <a:pt x="173" y="84"/>
                        <a:pt x="174" y="87"/>
                        <a:pt x="176" y="89"/>
                      </a:cubicBezTo>
                      <a:cubicBezTo>
                        <a:pt x="175" y="91"/>
                        <a:pt x="173" y="92"/>
                        <a:pt x="172" y="93"/>
                      </a:cubicBezTo>
                      <a:cubicBezTo>
                        <a:pt x="169" y="91"/>
                        <a:pt x="167" y="91"/>
                        <a:pt x="164" y="92"/>
                      </a:cubicBezTo>
                      <a:cubicBezTo>
                        <a:pt x="161" y="93"/>
                        <a:pt x="159" y="95"/>
                        <a:pt x="159" y="99"/>
                      </a:cubicBezTo>
                      <a:cubicBezTo>
                        <a:pt x="157" y="99"/>
                        <a:pt x="155" y="99"/>
                        <a:pt x="154" y="99"/>
                      </a:cubicBezTo>
                      <a:cubicBezTo>
                        <a:pt x="153" y="95"/>
                        <a:pt x="151" y="93"/>
                        <a:pt x="148" y="91"/>
                      </a:cubicBezTo>
                      <a:cubicBezTo>
                        <a:pt x="146" y="90"/>
                        <a:pt x="142" y="91"/>
                        <a:pt x="139" y="93"/>
                      </a:cubicBezTo>
                      <a:cubicBezTo>
                        <a:pt x="138" y="92"/>
                        <a:pt x="137" y="90"/>
                        <a:pt x="136" y="89"/>
                      </a:cubicBezTo>
                      <a:cubicBezTo>
                        <a:pt x="138" y="86"/>
                        <a:pt x="138" y="84"/>
                        <a:pt x="137" y="81"/>
                      </a:cubicBezTo>
                      <a:cubicBezTo>
                        <a:pt x="136" y="78"/>
                        <a:pt x="134" y="76"/>
                        <a:pt x="130" y="76"/>
                      </a:cubicBezTo>
                      <a:cubicBezTo>
                        <a:pt x="130" y="74"/>
                        <a:pt x="130" y="73"/>
                        <a:pt x="130" y="71"/>
                      </a:cubicBezTo>
                      <a:cubicBezTo>
                        <a:pt x="134" y="70"/>
                        <a:pt x="137" y="68"/>
                        <a:pt x="138" y="65"/>
                      </a:cubicBezTo>
                      <a:cubicBezTo>
                        <a:pt x="139" y="63"/>
                        <a:pt x="138" y="60"/>
                        <a:pt x="136" y="57"/>
                      </a:cubicBezTo>
                      <a:cubicBezTo>
                        <a:pt x="137" y="56"/>
                        <a:pt x="139" y="54"/>
                        <a:pt x="140" y="53"/>
                      </a:cubicBezTo>
                      <a:cubicBezTo>
                        <a:pt x="143" y="55"/>
                        <a:pt x="145" y="55"/>
                        <a:pt x="148" y="54"/>
                      </a:cubicBezTo>
                      <a:cubicBezTo>
                        <a:pt x="151" y="53"/>
                        <a:pt x="153" y="51"/>
                        <a:pt x="153" y="48"/>
                      </a:cubicBezTo>
                      <a:cubicBezTo>
                        <a:pt x="155" y="47"/>
                        <a:pt x="157" y="47"/>
                        <a:pt x="158" y="48"/>
                      </a:cubicBezTo>
                      <a:cubicBezTo>
                        <a:pt x="159" y="51"/>
                        <a:pt x="161" y="54"/>
                        <a:pt x="164" y="55"/>
                      </a:cubicBezTo>
                      <a:cubicBezTo>
                        <a:pt x="167" y="56"/>
                        <a:pt x="170" y="56"/>
                        <a:pt x="173" y="54"/>
                      </a:cubicBezTo>
                      <a:cubicBezTo>
                        <a:pt x="174" y="55"/>
                        <a:pt x="175" y="56"/>
                        <a:pt x="176" y="57"/>
                      </a:cubicBezTo>
                      <a:cubicBezTo>
                        <a:pt x="174" y="60"/>
                        <a:pt x="174" y="63"/>
                        <a:pt x="175" y="65"/>
                      </a:cubicBezTo>
                      <a:cubicBezTo>
                        <a:pt x="176" y="68"/>
                        <a:pt x="178" y="70"/>
                        <a:pt x="181" y="71"/>
                      </a:cubicBezTo>
                      <a:cubicBezTo>
                        <a:pt x="182" y="73"/>
                        <a:pt x="182" y="74"/>
                        <a:pt x="181" y="76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61" name="그룹 60">
                <a:extLst>
                  <a:ext uri="{FF2B5EF4-FFF2-40B4-BE49-F238E27FC236}">
                    <a16:creationId xmlns:a16="http://schemas.microsoft.com/office/drawing/2014/main" id="{C04990DE-50DC-42A1-B646-EA155728CF57}"/>
                  </a:ext>
                </a:extLst>
              </p:cNvPr>
              <p:cNvGrpSpPr/>
              <p:nvPr/>
            </p:nvGrpSpPr>
            <p:grpSpPr>
              <a:xfrm>
                <a:off x="9571297" y="3485726"/>
                <a:ext cx="282660" cy="286050"/>
                <a:chOff x="1122363" y="3924300"/>
                <a:chExt cx="661988" cy="669925"/>
              </a:xfrm>
              <a:solidFill>
                <a:schemeClr val="bg1">
                  <a:lumMod val="95000"/>
                </a:schemeClr>
              </a:solidFill>
            </p:grpSpPr>
            <p:sp>
              <p:nvSpPr>
                <p:cNvPr id="62" name="Freeform 117">
                  <a:extLst>
                    <a:ext uri="{FF2B5EF4-FFF2-40B4-BE49-F238E27FC236}">
                      <a16:creationId xmlns:a16="http://schemas.microsoft.com/office/drawing/2014/main" id="{FBF414B7-CBF2-4C49-8769-EAF04CE933A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73163" y="3924300"/>
                  <a:ext cx="560388" cy="169863"/>
                </a:xfrm>
                <a:custGeom>
                  <a:avLst/>
                  <a:gdLst>
                    <a:gd name="T0" fmla="*/ 5 w 165"/>
                    <a:gd name="T1" fmla="*/ 50 h 50"/>
                    <a:gd name="T2" fmla="*/ 160 w 165"/>
                    <a:gd name="T3" fmla="*/ 50 h 50"/>
                    <a:gd name="T4" fmla="*/ 165 w 165"/>
                    <a:gd name="T5" fmla="*/ 45 h 50"/>
                    <a:gd name="T6" fmla="*/ 165 w 165"/>
                    <a:gd name="T7" fmla="*/ 5 h 50"/>
                    <a:gd name="T8" fmla="*/ 160 w 165"/>
                    <a:gd name="T9" fmla="*/ 0 h 50"/>
                    <a:gd name="T10" fmla="*/ 5 w 165"/>
                    <a:gd name="T11" fmla="*/ 0 h 50"/>
                    <a:gd name="T12" fmla="*/ 0 w 165"/>
                    <a:gd name="T13" fmla="*/ 5 h 50"/>
                    <a:gd name="T14" fmla="*/ 0 w 165"/>
                    <a:gd name="T15" fmla="*/ 45 h 50"/>
                    <a:gd name="T16" fmla="*/ 5 w 165"/>
                    <a:gd name="T17" fmla="*/ 50 h 50"/>
                    <a:gd name="T18" fmla="*/ 16 w 165"/>
                    <a:gd name="T19" fmla="*/ 11 h 50"/>
                    <a:gd name="T20" fmla="*/ 98 w 165"/>
                    <a:gd name="T21" fmla="*/ 11 h 50"/>
                    <a:gd name="T22" fmla="*/ 101 w 165"/>
                    <a:gd name="T23" fmla="*/ 14 h 50"/>
                    <a:gd name="T24" fmla="*/ 98 w 165"/>
                    <a:gd name="T25" fmla="*/ 17 h 50"/>
                    <a:gd name="T26" fmla="*/ 16 w 165"/>
                    <a:gd name="T27" fmla="*/ 17 h 50"/>
                    <a:gd name="T28" fmla="*/ 13 w 165"/>
                    <a:gd name="T29" fmla="*/ 14 h 50"/>
                    <a:gd name="T30" fmla="*/ 16 w 165"/>
                    <a:gd name="T31" fmla="*/ 11 h 50"/>
                    <a:gd name="T32" fmla="*/ 16 w 165"/>
                    <a:gd name="T33" fmla="*/ 22 h 50"/>
                    <a:gd name="T34" fmla="*/ 98 w 165"/>
                    <a:gd name="T35" fmla="*/ 22 h 50"/>
                    <a:gd name="T36" fmla="*/ 101 w 165"/>
                    <a:gd name="T37" fmla="*/ 25 h 50"/>
                    <a:gd name="T38" fmla="*/ 98 w 165"/>
                    <a:gd name="T39" fmla="*/ 28 h 50"/>
                    <a:gd name="T40" fmla="*/ 16 w 165"/>
                    <a:gd name="T41" fmla="*/ 28 h 50"/>
                    <a:gd name="T42" fmla="*/ 13 w 165"/>
                    <a:gd name="T43" fmla="*/ 25 h 50"/>
                    <a:gd name="T44" fmla="*/ 16 w 165"/>
                    <a:gd name="T45" fmla="*/ 22 h 50"/>
                    <a:gd name="T46" fmla="*/ 16 w 165"/>
                    <a:gd name="T47" fmla="*/ 33 h 50"/>
                    <a:gd name="T48" fmla="*/ 98 w 165"/>
                    <a:gd name="T49" fmla="*/ 33 h 50"/>
                    <a:gd name="T50" fmla="*/ 101 w 165"/>
                    <a:gd name="T51" fmla="*/ 36 h 50"/>
                    <a:gd name="T52" fmla="*/ 98 w 165"/>
                    <a:gd name="T53" fmla="*/ 39 h 50"/>
                    <a:gd name="T54" fmla="*/ 16 w 165"/>
                    <a:gd name="T55" fmla="*/ 39 h 50"/>
                    <a:gd name="T56" fmla="*/ 13 w 165"/>
                    <a:gd name="T57" fmla="*/ 36 h 50"/>
                    <a:gd name="T58" fmla="*/ 16 w 165"/>
                    <a:gd name="T59" fmla="*/ 33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165" h="50">
                      <a:moveTo>
                        <a:pt x="5" y="50"/>
                      </a:moveTo>
                      <a:cubicBezTo>
                        <a:pt x="160" y="50"/>
                        <a:pt x="160" y="50"/>
                        <a:pt x="160" y="50"/>
                      </a:cubicBezTo>
                      <a:cubicBezTo>
                        <a:pt x="163" y="50"/>
                        <a:pt x="165" y="48"/>
                        <a:pt x="165" y="45"/>
                      </a:cubicBezTo>
                      <a:cubicBezTo>
                        <a:pt x="165" y="5"/>
                        <a:pt x="165" y="5"/>
                        <a:pt x="165" y="5"/>
                      </a:cubicBezTo>
                      <a:cubicBezTo>
                        <a:pt x="165" y="2"/>
                        <a:pt x="163" y="0"/>
                        <a:pt x="160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2" y="0"/>
                        <a:pt x="0" y="2"/>
                        <a:pt x="0" y="5"/>
                      </a:cubicBezTo>
                      <a:cubicBezTo>
                        <a:pt x="0" y="45"/>
                        <a:pt x="0" y="45"/>
                        <a:pt x="0" y="45"/>
                      </a:cubicBezTo>
                      <a:cubicBezTo>
                        <a:pt x="0" y="48"/>
                        <a:pt x="2" y="50"/>
                        <a:pt x="5" y="50"/>
                      </a:cubicBezTo>
                      <a:close/>
                      <a:moveTo>
                        <a:pt x="16" y="11"/>
                      </a:moveTo>
                      <a:cubicBezTo>
                        <a:pt x="98" y="11"/>
                        <a:pt x="98" y="11"/>
                        <a:pt x="98" y="11"/>
                      </a:cubicBezTo>
                      <a:cubicBezTo>
                        <a:pt x="100" y="11"/>
                        <a:pt x="101" y="13"/>
                        <a:pt x="101" y="14"/>
                      </a:cubicBezTo>
                      <a:cubicBezTo>
                        <a:pt x="101" y="16"/>
                        <a:pt x="100" y="17"/>
                        <a:pt x="98" y="17"/>
                      </a:cubicBezTo>
                      <a:cubicBezTo>
                        <a:pt x="16" y="17"/>
                        <a:pt x="16" y="17"/>
                        <a:pt x="16" y="17"/>
                      </a:cubicBezTo>
                      <a:cubicBezTo>
                        <a:pt x="14" y="17"/>
                        <a:pt x="13" y="16"/>
                        <a:pt x="13" y="14"/>
                      </a:cubicBezTo>
                      <a:cubicBezTo>
                        <a:pt x="13" y="13"/>
                        <a:pt x="14" y="11"/>
                        <a:pt x="16" y="11"/>
                      </a:cubicBezTo>
                      <a:close/>
                      <a:moveTo>
                        <a:pt x="16" y="22"/>
                      </a:moveTo>
                      <a:cubicBezTo>
                        <a:pt x="98" y="22"/>
                        <a:pt x="98" y="22"/>
                        <a:pt x="98" y="22"/>
                      </a:cubicBezTo>
                      <a:cubicBezTo>
                        <a:pt x="100" y="22"/>
                        <a:pt x="101" y="24"/>
                        <a:pt x="101" y="25"/>
                      </a:cubicBezTo>
                      <a:cubicBezTo>
                        <a:pt x="101" y="27"/>
                        <a:pt x="100" y="28"/>
                        <a:pt x="98" y="28"/>
                      </a:cubicBezTo>
                      <a:cubicBezTo>
                        <a:pt x="16" y="28"/>
                        <a:pt x="16" y="28"/>
                        <a:pt x="16" y="28"/>
                      </a:cubicBezTo>
                      <a:cubicBezTo>
                        <a:pt x="14" y="28"/>
                        <a:pt x="13" y="27"/>
                        <a:pt x="13" y="25"/>
                      </a:cubicBezTo>
                      <a:cubicBezTo>
                        <a:pt x="13" y="24"/>
                        <a:pt x="14" y="22"/>
                        <a:pt x="16" y="22"/>
                      </a:cubicBezTo>
                      <a:close/>
                      <a:moveTo>
                        <a:pt x="16" y="33"/>
                      </a:moveTo>
                      <a:cubicBezTo>
                        <a:pt x="98" y="33"/>
                        <a:pt x="98" y="33"/>
                        <a:pt x="98" y="33"/>
                      </a:cubicBezTo>
                      <a:cubicBezTo>
                        <a:pt x="100" y="33"/>
                        <a:pt x="101" y="35"/>
                        <a:pt x="101" y="36"/>
                      </a:cubicBezTo>
                      <a:cubicBezTo>
                        <a:pt x="101" y="38"/>
                        <a:pt x="100" y="39"/>
                        <a:pt x="98" y="39"/>
                      </a:cubicBezTo>
                      <a:cubicBezTo>
                        <a:pt x="16" y="39"/>
                        <a:pt x="16" y="39"/>
                        <a:pt x="16" y="39"/>
                      </a:cubicBezTo>
                      <a:cubicBezTo>
                        <a:pt x="14" y="39"/>
                        <a:pt x="13" y="38"/>
                        <a:pt x="13" y="36"/>
                      </a:cubicBezTo>
                      <a:cubicBezTo>
                        <a:pt x="13" y="35"/>
                        <a:pt x="14" y="33"/>
                        <a:pt x="16" y="3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63" name="Freeform 118">
                  <a:extLst>
                    <a:ext uri="{FF2B5EF4-FFF2-40B4-BE49-F238E27FC236}">
                      <a16:creationId xmlns:a16="http://schemas.microsoft.com/office/drawing/2014/main" id="{8719437A-3B30-4B5B-8558-17364A6B09C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73163" y="4117975"/>
                  <a:ext cx="560388" cy="169863"/>
                </a:xfrm>
                <a:custGeom>
                  <a:avLst/>
                  <a:gdLst>
                    <a:gd name="T0" fmla="*/ 5 w 165"/>
                    <a:gd name="T1" fmla="*/ 50 h 50"/>
                    <a:gd name="T2" fmla="*/ 160 w 165"/>
                    <a:gd name="T3" fmla="*/ 50 h 50"/>
                    <a:gd name="T4" fmla="*/ 165 w 165"/>
                    <a:gd name="T5" fmla="*/ 45 h 50"/>
                    <a:gd name="T6" fmla="*/ 165 w 165"/>
                    <a:gd name="T7" fmla="*/ 5 h 50"/>
                    <a:gd name="T8" fmla="*/ 160 w 165"/>
                    <a:gd name="T9" fmla="*/ 0 h 50"/>
                    <a:gd name="T10" fmla="*/ 5 w 165"/>
                    <a:gd name="T11" fmla="*/ 0 h 50"/>
                    <a:gd name="T12" fmla="*/ 0 w 165"/>
                    <a:gd name="T13" fmla="*/ 5 h 50"/>
                    <a:gd name="T14" fmla="*/ 0 w 165"/>
                    <a:gd name="T15" fmla="*/ 45 h 50"/>
                    <a:gd name="T16" fmla="*/ 5 w 165"/>
                    <a:gd name="T17" fmla="*/ 50 h 50"/>
                    <a:gd name="T18" fmla="*/ 16 w 165"/>
                    <a:gd name="T19" fmla="*/ 11 h 50"/>
                    <a:gd name="T20" fmla="*/ 98 w 165"/>
                    <a:gd name="T21" fmla="*/ 11 h 50"/>
                    <a:gd name="T22" fmla="*/ 101 w 165"/>
                    <a:gd name="T23" fmla="*/ 14 h 50"/>
                    <a:gd name="T24" fmla="*/ 98 w 165"/>
                    <a:gd name="T25" fmla="*/ 17 h 50"/>
                    <a:gd name="T26" fmla="*/ 16 w 165"/>
                    <a:gd name="T27" fmla="*/ 17 h 50"/>
                    <a:gd name="T28" fmla="*/ 13 w 165"/>
                    <a:gd name="T29" fmla="*/ 14 h 50"/>
                    <a:gd name="T30" fmla="*/ 16 w 165"/>
                    <a:gd name="T31" fmla="*/ 11 h 50"/>
                    <a:gd name="T32" fmla="*/ 16 w 165"/>
                    <a:gd name="T33" fmla="*/ 22 h 50"/>
                    <a:gd name="T34" fmla="*/ 98 w 165"/>
                    <a:gd name="T35" fmla="*/ 22 h 50"/>
                    <a:gd name="T36" fmla="*/ 101 w 165"/>
                    <a:gd name="T37" fmla="*/ 25 h 50"/>
                    <a:gd name="T38" fmla="*/ 98 w 165"/>
                    <a:gd name="T39" fmla="*/ 28 h 50"/>
                    <a:gd name="T40" fmla="*/ 16 w 165"/>
                    <a:gd name="T41" fmla="*/ 28 h 50"/>
                    <a:gd name="T42" fmla="*/ 13 w 165"/>
                    <a:gd name="T43" fmla="*/ 25 h 50"/>
                    <a:gd name="T44" fmla="*/ 16 w 165"/>
                    <a:gd name="T45" fmla="*/ 22 h 50"/>
                    <a:gd name="T46" fmla="*/ 16 w 165"/>
                    <a:gd name="T47" fmla="*/ 33 h 50"/>
                    <a:gd name="T48" fmla="*/ 98 w 165"/>
                    <a:gd name="T49" fmla="*/ 33 h 50"/>
                    <a:gd name="T50" fmla="*/ 101 w 165"/>
                    <a:gd name="T51" fmla="*/ 36 h 50"/>
                    <a:gd name="T52" fmla="*/ 98 w 165"/>
                    <a:gd name="T53" fmla="*/ 39 h 50"/>
                    <a:gd name="T54" fmla="*/ 16 w 165"/>
                    <a:gd name="T55" fmla="*/ 39 h 50"/>
                    <a:gd name="T56" fmla="*/ 13 w 165"/>
                    <a:gd name="T57" fmla="*/ 36 h 50"/>
                    <a:gd name="T58" fmla="*/ 16 w 165"/>
                    <a:gd name="T59" fmla="*/ 33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165" h="50">
                      <a:moveTo>
                        <a:pt x="5" y="50"/>
                      </a:moveTo>
                      <a:cubicBezTo>
                        <a:pt x="160" y="50"/>
                        <a:pt x="160" y="50"/>
                        <a:pt x="160" y="50"/>
                      </a:cubicBezTo>
                      <a:cubicBezTo>
                        <a:pt x="163" y="50"/>
                        <a:pt x="165" y="48"/>
                        <a:pt x="165" y="45"/>
                      </a:cubicBezTo>
                      <a:cubicBezTo>
                        <a:pt x="165" y="5"/>
                        <a:pt x="165" y="5"/>
                        <a:pt x="165" y="5"/>
                      </a:cubicBezTo>
                      <a:cubicBezTo>
                        <a:pt x="165" y="2"/>
                        <a:pt x="163" y="0"/>
                        <a:pt x="160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2" y="0"/>
                        <a:pt x="0" y="2"/>
                        <a:pt x="0" y="5"/>
                      </a:cubicBezTo>
                      <a:cubicBezTo>
                        <a:pt x="0" y="45"/>
                        <a:pt x="0" y="45"/>
                        <a:pt x="0" y="45"/>
                      </a:cubicBezTo>
                      <a:cubicBezTo>
                        <a:pt x="0" y="48"/>
                        <a:pt x="2" y="50"/>
                        <a:pt x="5" y="50"/>
                      </a:cubicBezTo>
                      <a:close/>
                      <a:moveTo>
                        <a:pt x="16" y="11"/>
                      </a:moveTo>
                      <a:cubicBezTo>
                        <a:pt x="98" y="11"/>
                        <a:pt x="98" y="11"/>
                        <a:pt x="98" y="11"/>
                      </a:cubicBezTo>
                      <a:cubicBezTo>
                        <a:pt x="100" y="11"/>
                        <a:pt x="101" y="12"/>
                        <a:pt x="101" y="14"/>
                      </a:cubicBezTo>
                      <a:cubicBezTo>
                        <a:pt x="101" y="15"/>
                        <a:pt x="100" y="17"/>
                        <a:pt x="98" y="17"/>
                      </a:cubicBezTo>
                      <a:cubicBezTo>
                        <a:pt x="16" y="17"/>
                        <a:pt x="16" y="17"/>
                        <a:pt x="16" y="17"/>
                      </a:cubicBezTo>
                      <a:cubicBezTo>
                        <a:pt x="14" y="17"/>
                        <a:pt x="13" y="15"/>
                        <a:pt x="13" y="14"/>
                      </a:cubicBezTo>
                      <a:cubicBezTo>
                        <a:pt x="13" y="12"/>
                        <a:pt x="14" y="11"/>
                        <a:pt x="16" y="11"/>
                      </a:cubicBezTo>
                      <a:close/>
                      <a:moveTo>
                        <a:pt x="16" y="22"/>
                      </a:moveTo>
                      <a:cubicBezTo>
                        <a:pt x="98" y="22"/>
                        <a:pt x="98" y="22"/>
                        <a:pt x="98" y="22"/>
                      </a:cubicBezTo>
                      <a:cubicBezTo>
                        <a:pt x="100" y="22"/>
                        <a:pt x="101" y="23"/>
                        <a:pt x="101" y="25"/>
                      </a:cubicBezTo>
                      <a:cubicBezTo>
                        <a:pt x="101" y="26"/>
                        <a:pt x="100" y="28"/>
                        <a:pt x="98" y="28"/>
                      </a:cubicBezTo>
                      <a:cubicBezTo>
                        <a:pt x="16" y="28"/>
                        <a:pt x="16" y="28"/>
                        <a:pt x="16" y="28"/>
                      </a:cubicBezTo>
                      <a:cubicBezTo>
                        <a:pt x="14" y="28"/>
                        <a:pt x="13" y="26"/>
                        <a:pt x="13" y="25"/>
                      </a:cubicBezTo>
                      <a:cubicBezTo>
                        <a:pt x="13" y="23"/>
                        <a:pt x="14" y="22"/>
                        <a:pt x="16" y="22"/>
                      </a:cubicBezTo>
                      <a:close/>
                      <a:moveTo>
                        <a:pt x="16" y="33"/>
                      </a:moveTo>
                      <a:cubicBezTo>
                        <a:pt x="98" y="33"/>
                        <a:pt x="98" y="33"/>
                        <a:pt x="98" y="33"/>
                      </a:cubicBezTo>
                      <a:cubicBezTo>
                        <a:pt x="100" y="33"/>
                        <a:pt x="101" y="34"/>
                        <a:pt x="101" y="36"/>
                      </a:cubicBezTo>
                      <a:cubicBezTo>
                        <a:pt x="101" y="37"/>
                        <a:pt x="100" y="39"/>
                        <a:pt x="98" y="39"/>
                      </a:cubicBezTo>
                      <a:cubicBezTo>
                        <a:pt x="16" y="39"/>
                        <a:pt x="16" y="39"/>
                        <a:pt x="16" y="39"/>
                      </a:cubicBezTo>
                      <a:cubicBezTo>
                        <a:pt x="14" y="39"/>
                        <a:pt x="13" y="37"/>
                        <a:pt x="13" y="36"/>
                      </a:cubicBezTo>
                      <a:cubicBezTo>
                        <a:pt x="13" y="34"/>
                        <a:pt x="14" y="33"/>
                        <a:pt x="16" y="3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64" name="Freeform 119">
                  <a:extLst>
                    <a:ext uri="{FF2B5EF4-FFF2-40B4-BE49-F238E27FC236}">
                      <a16:creationId xmlns:a16="http://schemas.microsoft.com/office/drawing/2014/main" id="{E74E4F97-0041-4CA5-8082-D2CD2E85FCD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22363" y="4311650"/>
                  <a:ext cx="661988" cy="282575"/>
                </a:xfrm>
                <a:custGeom>
                  <a:avLst/>
                  <a:gdLst>
                    <a:gd name="T0" fmla="*/ 129 w 195"/>
                    <a:gd name="T1" fmla="*/ 69 h 83"/>
                    <a:gd name="T2" fmla="*/ 129 w 195"/>
                    <a:gd name="T3" fmla="*/ 68 h 83"/>
                    <a:gd name="T4" fmla="*/ 123 w 195"/>
                    <a:gd name="T5" fmla="*/ 63 h 83"/>
                    <a:gd name="T6" fmla="*/ 101 w 195"/>
                    <a:gd name="T7" fmla="*/ 63 h 83"/>
                    <a:gd name="T8" fmla="*/ 101 w 195"/>
                    <a:gd name="T9" fmla="*/ 49 h 83"/>
                    <a:gd name="T10" fmla="*/ 175 w 195"/>
                    <a:gd name="T11" fmla="*/ 49 h 83"/>
                    <a:gd name="T12" fmla="*/ 180 w 195"/>
                    <a:gd name="T13" fmla="*/ 45 h 83"/>
                    <a:gd name="T14" fmla="*/ 180 w 195"/>
                    <a:gd name="T15" fmla="*/ 4 h 83"/>
                    <a:gd name="T16" fmla="*/ 175 w 195"/>
                    <a:gd name="T17" fmla="*/ 0 h 83"/>
                    <a:gd name="T18" fmla="*/ 20 w 195"/>
                    <a:gd name="T19" fmla="*/ 0 h 83"/>
                    <a:gd name="T20" fmla="*/ 15 w 195"/>
                    <a:gd name="T21" fmla="*/ 4 h 83"/>
                    <a:gd name="T22" fmla="*/ 15 w 195"/>
                    <a:gd name="T23" fmla="*/ 45 h 83"/>
                    <a:gd name="T24" fmla="*/ 20 w 195"/>
                    <a:gd name="T25" fmla="*/ 49 h 83"/>
                    <a:gd name="T26" fmla="*/ 94 w 195"/>
                    <a:gd name="T27" fmla="*/ 49 h 83"/>
                    <a:gd name="T28" fmla="*/ 94 w 195"/>
                    <a:gd name="T29" fmla="*/ 63 h 83"/>
                    <a:gd name="T30" fmla="*/ 72 w 195"/>
                    <a:gd name="T31" fmla="*/ 63 h 83"/>
                    <a:gd name="T32" fmla="*/ 66 w 195"/>
                    <a:gd name="T33" fmla="*/ 68 h 83"/>
                    <a:gd name="T34" fmla="*/ 66 w 195"/>
                    <a:gd name="T35" fmla="*/ 69 h 83"/>
                    <a:gd name="T36" fmla="*/ 0 w 195"/>
                    <a:gd name="T37" fmla="*/ 69 h 83"/>
                    <a:gd name="T38" fmla="*/ 0 w 195"/>
                    <a:gd name="T39" fmla="*/ 76 h 83"/>
                    <a:gd name="T40" fmla="*/ 66 w 195"/>
                    <a:gd name="T41" fmla="*/ 76 h 83"/>
                    <a:gd name="T42" fmla="*/ 66 w 195"/>
                    <a:gd name="T43" fmla="*/ 77 h 83"/>
                    <a:gd name="T44" fmla="*/ 72 w 195"/>
                    <a:gd name="T45" fmla="*/ 83 h 83"/>
                    <a:gd name="T46" fmla="*/ 123 w 195"/>
                    <a:gd name="T47" fmla="*/ 83 h 83"/>
                    <a:gd name="T48" fmla="*/ 129 w 195"/>
                    <a:gd name="T49" fmla="*/ 77 h 83"/>
                    <a:gd name="T50" fmla="*/ 129 w 195"/>
                    <a:gd name="T51" fmla="*/ 76 h 83"/>
                    <a:gd name="T52" fmla="*/ 195 w 195"/>
                    <a:gd name="T53" fmla="*/ 76 h 83"/>
                    <a:gd name="T54" fmla="*/ 195 w 195"/>
                    <a:gd name="T55" fmla="*/ 69 h 83"/>
                    <a:gd name="T56" fmla="*/ 129 w 195"/>
                    <a:gd name="T57" fmla="*/ 69 h 83"/>
                    <a:gd name="T58" fmla="*/ 31 w 195"/>
                    <a:gd name="T59" fmla="*/ 11 h 83"/>
                    <a:gd name="T60" fmla="*/ 113 w 195"/>
                    <a:gd name="T61" fmla="*/ 11 h 83"/>
                    <a:gd name="T62" fmla="*/ 116 w 195"/>
                    <a:gd name="T63" fmla="*/ 14 h 83"/>
                    <a:gd name="T64" fmla="*/ 113 w 195"/>
                    <a:gd name="T65" fmla="*/ 16 h 83"/>
                    <a:gd name="T66" fmla="*/ 31 w 195"/>
                    <a:gd name="T67" fmla="*/ 16 h 83"/>
                    <a:gd name="T68" fmla="*/ 28 w 195"/>
                    <a:gd name="T69" fmla="*/ 14 h 83"/>
                    <a:gd name="T70" fmla="*/ 31 w 195"/>
                    <a:gd name="T71" fmla="*/ 11 h 83"/>
                    <a:gd name="T72" fmla="*/ 31 w 195"/>
                    <a:gd name="T73" fmla="*/ 22 h 83"/>
                    <a:gd name="T74" fmla="*/ 113 w 195"/>
                    <a:gd name="T75" fmla="*/ 22 h 83"/>
                    <a:gd name="T76" fmla="*/ 116 w 195"/>
                    <a:gd name="T77" fmla="*/ 25 h 83"/>
                    <a:gd name="T78" fmla="*/ 113 w 195"/>
                    <a:gd name="T79" fmla="*/ 27 h 83"/>
                    <a:gd name="T80" fmla="*/ 31 w 195"/>
                    <a:gd name="T81" fmla="*/ 27 h 83"/>
                    <a:gd name="T82" fmla="*/ 28 w 195"/>
                    <a:gd name="T83" fmla="*/ 25 h 83"/>
                    <a:gd name="T84" fmla="*/ 31 w 195"/>
                    <a:gd name="T85" fmla="*/ 22 h 83"/>
                    <a:gd name="T86" fmla="*/ 31 w 195"/>
                    <a:gd name="T87" fmla="*/ 38 h 83"/>
                    <a:gd name="T88" fmla="*/ 28 w 195"/>
                    <a:gd name="T89" fmla="*/ 36 h 83"/>
                    <a:gd name="T90" fmla="*/ 31 w 195"/>
                    <a:gd name="T91" fmla="*/ 33 h 83"/>
                    <a:gd name="T92" fmla="*/ 113 w 195"/>
                    <a:gd name="T93" fmla="*/ 33 h 83"/>
                    <a:gd name="T94" fmla="*/ 116 w 195"/>
                    <a:gd name="T95" fmla="*/ 36 h 83"/>
                    <a:gd name="T96" fmla="*/ 113 w 195"/>
                    <a:gd name="T97" fmla="*/ 38 h 83"/>
                    <a:gd name="T98" fmla="*/ 31 w 195"/>
                    <a:gd name="T99" fmla="*/ 38 h 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195" h="83">
                      <a:moveTo>
                        <a:pt x="129" y="69"/>
                      </a:moveTo>
                      <a:cubicBezTo>
                        <a:pt x="129" y="68"/>
                        <a:pt x="129" y="68"/>
                        <a:pt x="129" y="68"/>
                      </a:cubicBezTo>
                      <a:cubicBezTo>
                        <a:pt x="129" y="65"/>
                        <a:pt x="126" y="63"/>
                        <a:pt x="123" y="63"/>
                      </a:cubicBezTo>
                      <a:cubicBezTo>
                        <a:pt x="101" y="63"/>
                        <a:pt x="101" y="63"/>
                        <a:pt x="101" y="63"/>
                      </a:cubicBezTo>
                      <a:cubicBezTo>
                        <a:pt x="101" y="49"/>
                        <a:pt x="101" y="49"/>
                        <a:pt x="101" y="49"/>
                      </a:cubicBezTo>
                      <a:cubicBezTo>
                        <a:pt x="175" y="49"/>
                        <a:pt x="175" y="49"/>
                        <a:pt x="175" y="49"/>
                      </a:cubicBezTo>
                      <a:cubicBezTo>
                        <a:pt x="178" y="49"/>
                        <a:pt x="180" y="47"/>
                        <a:pt x="180" y="45"/>
                      </a:cubicBezTo>
                      <a:cubicBezTo>
                        <a:pt x="180" y="4"/>
                        <a:pt x="180" y="4"/>
                        <a:pt x="180" y="4"/>
                      </a:cubicBezTo>
                      <a:cubicBezTo>
                        <a:pt x="180" y="2"/>
                        <a:pt x="178" y="0"/>
                        <a:pt x="175" y="0"/>
                      </a:cubicBezTo>
                      <a:cubicBezTo>
                        <a:pt x="20" y="0"/>
                        <a:pt x="20" y="0"/>
                        <a:pt x="20" y="0"/>
                      </a:cubicBezTo>
                      <a:cubicBezTo>
                        <a:pt x="17" y="0"/>
                        <a:pt x="15" y="2"/>
                        <a:pt x="15" y="4"/>
                      </a:cubicBezTo>
                      <a:cubicBezTo>
                        <a:pt x="15" y="45"/>
                        <a:pt x="15" y="45"/>
                        <a:pt x="15" y="45"/>
                      </a:cubicBezTo>
                      <a:cubicBezTo>
                        <a:pt x="15" y="47"/>
                        <a:pt x="17" y="49"/>
                        <a:pt x="20" y="49"/>
                      </a:cubicBezTo>
                      <a:cubicBezTo>
                        <a:pt x="94" y="49"/>
                        <a:pt x="94" y="49"/>
                        <a:pt x="94" y="49"/>
                      </a:cubicBezTo>
                      <a:cubicBezTo>
                        <a:pt x="94" y="63"/>
                        <a:pt x="94" y="63"/>
                        <a:pt x="94" y="63"/>
                      </a:cubicBezTo>
                      <a:cubicBezTo>
                        <a:pt x="72" y="63"/>
                        <a:pt x="72" y="63"/>
                        <a:pt x="72" y="63"/>
                      </a:cubicBezTo>
                      <a:cubicBezTo>
                        <a:pt x="69" y="63"/>
                        <a:pt x="66" y="65"/>
                        <a:pt x="66" y="68"/>
                      </a:cubicBezTo>
                      <a:cubicBezTo>
                        <a:pt x="66" y="69"/>
                        <a:pt x="66" y="69"/>
                        <a:pt x="66" y="69"/>
                      </a:cubicBezTo>
                      <a:cubicBezTo>
                        <a:pt x="0" y="69"/>
                        <a:pt x="0" y="69"/>
                        <a:pt x="0" y="69"/>
                      </a:cubicBezTo>
                      <a:cubicBezTo>
                        <a:pt x="0" y="76"/>
                        <a:pt x="0" y="76"/>
                        <a:pt x="0" y="76"/>
                      </a:cubicBezTo>
                      <a:cubicBezTo>
                        <a:pt x="66" y="76"/>
                        <a:pt x="66" y="76"/>
                        <a:pt x="66" y="76"/>
                      </a:cubicBezTo>
                      <a:cubicBezTo>
                        <a:pt x="66" y="77"/>
                        <a:pt x="66" y="77"/>
                        <a:pt x="66" y="77"/>
                      </a:cubicBezTo>
                      <a:cubicBezTo>
                        <a:pt x="66" y="80"/>
                        <a:pt x="69" y="83"/>
                        <a:pt x="72" y="83"/>
                      </a:cubicBezTo>
                      <a:cubicBezTo>
                        <a:pt x="123" y="83"/>
                        <a:pt x="123" y="83"/>
                        <a:pt x="123" y="83"/>
                      </a:cubicBezTo>
                      <a:cubicBezTo>
                        <a:pt x="126" y="83"/>
                        <a:pt x="129" y="80"/>
                        <a:pt x="129" y="77"/>
                      </a:cubicBezTo>
                      <a:cubicBezTo>
                        <a:pt x="129" y="76"/>
                        <a:pt x="129" y="76"/>
                        <a:pt x="129" y="76"/>
                      </a:cubicBezTo>
                      <a:cubicBezTo>
                        <a:pt x="195" y="76"/>
                        <a:pt x="195" y="76"/>
                        <a:pt x="195" y="76"/>
                      </a:cubicBezTo>
                      <a:cubicBezTo>
                        <a:pt x="195" y="69"/>
                        <a:pt x="195" y="69"/>
                        <a:pt x="195" y="69"/>
                      </a:cubicBezTo>
                      <a:lnTo>
                        <a:pt x="129" y="69"/>
                      </a:lnTo>
                      <a:close/>
                      <a:moveTo>
                        <a:pt x="31" y="11"/>
                      </a:moveTo>
                      <a:cubicBezTo>
                        <a:pt x="113" y="11"/>
                        <a:pt x="113" y="11"/>
                        <a:pt x="113" y="11"/>
                      </a:cubicBezTo>
                      <a:cubicBezTo>
                        <a:pt x="115" y="11"/>
                        <a:pt x="116" y="12"/>
                        <a:pt x="116" y="14"/>
                      </a:cubicBezTo>
                      <a:cubicBezTo>
                        <a:pt x="116" y="15"/>
                        <a:pt x="115" y="16"/>
                        <a:pt x="113" y="16"/>
                      </a:cubicBezTo>
                      <a:cubicBezTo>
                        <a:pt x="31" y="16"/>
                        <a:pt x="31" y="16"/>
                        <a:pt x="31" y="16"/>
                      </a:cubicBezTo>
                      <a:cubicBezTo>
                        <a:pt x="29" y="16"/>
                        <a:pt x="28" y="15"/>
                        <a:pt x="28" y="14"/>
                      </a:cubicBezTo>
                      <a:cubicBezTo>
                        <a:pt x="28" y="12"/>
                        <a:pt x="29" y="11"/>
                        <a:pt x="31" y="11"/>
                      </a:cubicBezTo>
                      <a:close/>
                      <a:moveTo>
                        <a:pt x="31" y="22"/>
                      </a:moveTo>
                      <a:cubicBezTo>
                        <a:pt x="113" y="22"/>
                        <a:pt x="113" y="22"/>
                        <a:pt x="113" y="22"/>
                      </a:cubicBezTo>
                      <a:cubicBezTo>
                        <a:pt x="115" y="22"/>
                        <a:pt x="116" y="23"/>
                        <a:pt x="116" y="25"/>
                      </a:cubicBezTo>
                      <a:cubicBezTo>
                        <a:pt x="116" y="26"/>
                        <a:pt x="115" y="27"/>
                        <a:pt x="113" y="27"/>
                      </a:cubicBezTo>
                      <a:cubicBezTo>
                        <a:pt x="31" y="27"/>
                        <a:pt x="31" y="27"/>
                        <a:pt x="31" y="27"/>
                      </a:cubicBezTo>
                      <a:cubicBezTo>
                        <a:pt x="29" y="27"/>
                        <a:pt x="28" y="26"/>
                        <a:pt x="28" y="25"/>
                      </a:cubicBezTo>
                      <a:cubicBezTo>
                        <a:pt x="28" y="23"/>
                        <a:pt x="29" y="22"/>
                        <a:pt x="31" y="22"/>
                      </a:cubicBezTo>
                      <a:close/>
                      <a:moveTo>
                        <a:pt x="31" y="38"/>
                      </a:moveTo>
                      <a:cubicBezTo>
                        <a:pt x="29" y="38"/>
                        <a:pt x="28" y="37"/>
                        <a:pt x="28" y="36"/>
                      </a:cubicBezTo>
                      <a:cubicBezTo>
                        <a:pt x="28" y="34"/>
                        <a:pt x="29" y="33"/>
                        <a:pt x="31" y="33"/>
                      </a:cubicBezTo>
                      <a:cubicBezTo>
                        <a:pt x="113" y="33"/>
                        <a:pt x="113" y="33"/>
                        <a:pt x="113" y="33"/>
                      </a:cubicBezTo>
                      <a:cubicBezTo>
                        <a:pt x="115" y="33"/>
                        <a:pt x="116" y="34"/>
                        <a:pt x="116" y="36"/>
                      </a:cubicBezTo>
                      <a:cubicBezTo>
                        <a:pt x="116" y="37"/>
                        <a:pt x="115" y="38"/>
                        <a:pt x="113" y="38"/>
                      </a:cubicBezTo>
                      <a:lnTo>
                        <a:pt x="31" y="3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</p:grpSp>
        </p:grpSp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61C7F5D5-FFE1-4C45-A10D-06194BFF5A49}"/>
              </a:ext>
            </a:extLst>
          </p:cNvPr>
          <p:cNvSpPr/>
          <p:nvPr/>
        </p:nvSpPr>
        <p:spPr>
          <a:xfrm>
            <a:off x="2804748" y="1724619"/>
            <a:ext cx="320663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fontAlgn="base"/>
            <a:r>
              <a:rPr lang="en-US" altLang="ko-KR" sz="1100" kern="0" spc="-8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2021 </a:t>
            </a:r>
            <a:r>
              <a:rPr lang="ko-KR" altLang="en-US" sz="1100" kern="0" spc="-8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화학제품관리시스템 개선</a:t>
            </a:r>
            <a:r>
              <a:rPr lang="en-US" altLang="ko-KR" sz="1100" kern="0" spc="-8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·</a:t>
            </a:r>
            <a:r>
              <a:rPr lang="ko-KR" altLang="en-US" sz="1100" kern="0" spc="-8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운영 </a:t>
            </a:r>
            <a:r>
              <a:rPr lang="ko-KR" altLang="en-US" sz="1100" kern="0" spc="-8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사업 </a:t>
            </a:r>
            <a:r>
              <a:rPr lang="ko-KR" altLang="en-US" sz="1100" kern="0" spc="-8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착</a:t>
            </a:r>
            <a:r>
              <a:rPr lang="en-US" altLang="ko-KR" sz="1100" kern="0" spc="-8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/</a:t>
            </a:r>
            <a:r>
              <a:rPr lang="ko-KR" altLang="en-US" sz="1100" kern="0" spc="-8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수</a:t>
            </a:r>
            <a:r>
              <a:rPr lang="en-US" altLang="ko-KR" sz="1100" kern="0" spc="-8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/</a:t>
            </a:r>
            <a:r>
              <a:rPr lang="ko-KR" altLang="en-US" sz="1100" kern="0" spc="-8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보</a:t>
            </a:r>
            <a:r>
              <a:rPr lang="en-US" altLang="ko-KR" sz="1100" kern="0" spc="-8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/</a:t>
            </a:r>
            <a:r>
              <a:rPr lang="ko-KR" altLang="en-US" sz="1100" kern="0" spc="-8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고</a:t>
            </a:r>
            <a:r>
              <a:rPr lang="en-US" altLang="ko-KR" sz="1100" kern="0" spc="-8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/</a:t>
            </a:r>
            <a:r>
              <a:rPr lang="ko-KR" altLang="en-US" sz="1100" kern="0" spc="-8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회</a:t>
            </a:r>
            <a:endParaRPr lang="ko-KR" altLang="en-US" sz="1100" kern="0" spc="-8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defTabSz="914400" fontAlgn="base"/>
            <a:endParaRPr lang="ko-KR" altLang="en-US" sz="1100" kern="0" spc="-8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728550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그룹 30">
            <a:extLst>
              <a:ext uri="{FF2B5EF4-FFF2-40B4-BE49-F238E27FC236}">
                <a16:creationId xmlns:a16="http://schemas.microsoft.com/office/drawing/2014/main" id="{250286FF-91D0-4C43-8A6A-C3CC67000F85}"/>
              </a:ext>
            </a:extLst>
          </p:cNvPr>
          <p:cNvGrpSpPr/>
          <p:nvPr/>
        </p:nvGrpSpPr>
        <p:grpSpPr>
          <a:xfrm>
            <a:off x="557213" y="383430"/>
            <a:ext cx="9258750" cy="997729"/>
            <a:chOff x="557213" y="383430"/>
            <a:chExt cx="9258750" cy="997729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D277BAF4-FB86-4416-9702-1AB832F9C81A}"/>
                </a:ext>
              </a:extLst>
            </p:cNvPr>
            <p:cNvGrpSpPr/>
            <p:nvPr/>
          </p:nvGrpSpPr>
          <p:grpSpPr>
            <a:xfrm>
              <a:off x="557213" y="383430"/>
              <a:ext cx="7565068" cy="997729"/>
              <a:chOff x="557213" y="383430"/>
              <a:chExt cx="7565068" cy="997729"/>
            </a:xfrm>
          </p:grpSpPr>
          <p:sp>
            <p:nvSpPr>
              <p:cNvPr id="59" name="Rectangle 6">
                <a:extLst>
                  <a:ext uri="{FF2B5EF4-FFF2-40B4-BE49-F238E27FC236}">
                    <a16:creationId xmlns:a16="http://schemas.microsoft.com/office/drawing/2014/main" id="{E1A376AD-2FA0-427A-9B5D-504D72A8BE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7213" y="383430"/>
                <a:ext cx="531454" cy="5539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 anchor="b">
                <a:spAutoFit/>
              </a:bodyPr>
              <a:lstStyle/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itchFamily="2" charset="2"/>
                  <a:buNone/>
                  <a:tabLst/>
                  <a:defRPr/>
                </a:pPr>
                <a:r>
                  <a:rPr kumimoji="0" lang="en-US" altLang="ko-KR" sz="3600" b="0" i="0" u="none" strike="noStrike" kern="1200" cap="none" spc="-49" normalizeH="0" baseline="0" noProof="0">
                    <a:ln>
                      <a:solidFill>
                        <a:srgbClr val="D64E75">
                          <a:alpha val="0"/>
                        </a:srgbClr>
                      </a:solidFill>
                    </a:ln>
                    <a:solidFill>
                      <a:srgbClr val="A9CE56"/>
                    </a:solidFill>
                    <a:effectLst/>
                    <a:uLnTx/>
                    <a:uFillTx/>
                    <a:latin typeface="KoPub바탕체 Bold" panose="00000800000000000000" pitchFamily="2" charset="-127"/>
                    <a:ea typeface="KoPub바탕체 Bold" panose="00000800000000000000" pitchFamily="2" charset="-127"/>
                    <a:cs typeface="+mn-cs"/>
                  </a:rPr>
                  <a:t>0</a:t>
                </a:r>
                <a:r>
                  <a:rPr kumimoji="0" lang="en-US" altLang="ko-KR" sz="3600" b="0" i="0" u="none" strike="noStrike" kern="1200" cap="none" spc="-49" normalizeH="0" baseline="0" noProof="0" dirty="0">
                    <a:ln>
                      <a:solidFill>
                        <a:srgbClr val="D64E75">
                          <a:alpha val="0"/>
                        </a:srgbClr>
                      </a:solidFill>
                    </a:ln>
                    <a:solidFill>
                      <a:srgbClr val="4B8E42"/>
                    </a:solidFill>
                    <a:effectLst/>
                    <a:uLnTx/>
                    <a:uFillTx/>
                    <a:latin typeface="KoPub바탕체 Bold" panose="00000800000000000000" pitchFamily="2" charset="-127"/>
                    <a:ea typeface="KoPub바탕체 Bold" panose="00000800000000000000" pitchFamily="2" charset="-127"/>
                    <a:cs typeface="+mn-cs"/>
                  </a:rPr>
                  <a:t>1</a:t>
                </a:r>
                <a:endParaRPr kumimoji="0" lang="ko-KR" altLang="en-US" sz="3600" b="0" i="0" u="none" strike="noStrike" kern="1200" cap="none" spc="-49" normalizeH="0" baseline="0" noProof="0" dirty="0">
                  <a:ln>
                    <a:solidFill>
                      <a:srgbClr val="D64E75">
                        <a:alpha val="0"/>
                      </a:srgbClr>
                    </a:solidFill>
                  </a:ln>
                  <a:solidFill>
                    <a:srgbClr val="4B8E42"/>
                  </a:solidFill>
                  <a:effectLst/>
                  <a:uLnTx/>
                  <a:uFillTx/>
                  <a:latin typeface="KoPub바탕체 Bold" panose="00000800000000000000" pitchFamily="2" charset="-127"/>
                  <a:ea typeface="KoPub바탕체 Bold" panose="00000800000000000000" pitchFamily="2" charset="-127"/>
                  <a:cs typeface="+mn-cs"/>
                </a:endParaRPr>
              </a:p>
            </p:txBody>
          </p:sp>
          <p:sp>
            <p:nvSpPr>
              <p:cNvPr id="60" name="Rectangle 6">
                <a:extLst>
                  <a:ext uri="{FF2B5EF4-FFF2-40B4-BE49-F238E27FC236}">
                    <a16:creationId xmlns:a16="http://schemas.microsoft.com/office/drawing/2014/main" id="{AC352C42-6015-41C4-A05F-F5B59860C4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6235" y="598511"/>
                <a:ext cx="6743805" cy="3077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 anchor="b">
                <a:spAutoFit/>
              </a:bodyPr>
              <a:lstStyle/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itchFamily="2" charset="2"/>
                  <a:buNone/>
                  <a:tabLst/>
                  <a:defRPr/>
                </a:pPr>
                <a:r>
                  <a:rPr kumimoji="0" lang="ko-KR" altLang="en-US" sz="2000" b="0" i="0" u="none" strike="noStrike" kern="1200" cap="none" spc="-49" normalizeH="0" baseline="0">
                    <a:ln>
                      <a:solidFill>
                        <a:srgbClr val="D64E75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+mn-cs"/>
                  </a:rPr>
                  <a:t>화학제품관리시스템 기능 연계도</a:t>
                </a:r>
                <a:endParaRPr kumimoji="0" lang="ko-KR" altLang="en-US" sz="2000" b="0" i="0" u="none" strike="noStrike" kern="1200" cap="none" spc="-49" normalizeH="0" baseline="0" noProof="0" dirty="0">
                  <a:ln>
                    <a:solidFill>
                      <a:srgbClr val="D64E75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endParaRPr>
              </a:p>
            </p:txBody>
          </p:sp>
          <p:grpSp>
            <p:nvGrpSpPr>
              <p:cNvPr id="61" name="그룹 60">
                <a:extLst>
                  <a:ext uri="{FF2B5EF4-FFF2-40B4-BE49-F238E27FC236}">
                    <a16:creationId xmlns:a16="http://schemas.microsoft.com/office/drawing/2014/main" id="{74D6BEF5-3BF9-4AA3-B7E4-4272E12B19FE}"/>
                  </a:ext>
                </a:extLst>
              </p:cNvPr>
              <p:cNvGrpSpPr/>
              <p:nvPr/>
            </p:nvGrpSpPr>
            <p:grpSpPr>
              <a:xfrm>
                <a:off x="565201" y="1123003"/>
                <a:ext cx="7557080" cy="258156"/>
                <a:chOff x="1283748" y="1193940"/>
                <a:chExt cx="7557080" cy="258156"/>
              </a:xfrm>
            </p:grpSpPr>
            <p:sp>
              <p:nvSpPr>
                <p:cNvPr id="62" name="Freeform 31">
                  <a:extLst>
                    <a:ext uri="{FF2B5EF4-FFF2-40B4-BE49-F238E27FC236}">
                      <a16:creationId xmlns:a16="http://schemas.microsoft.com/office/drawing/2014/main" id="{73EE3838-E26E-4FD7-8A6B-B957D865140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283748" y="1193940"/>
                  <a:ext cx="240252" cy="239314"/>
                </a:xfrm>
                <a:custGeom>
                  <a:avLst/>
                  <a:gdLst>
                    <a:gd name="T0" fmla="*/ 96 w 192"/>
                    <a:gd name="T1" fmla="*/ 0 h 191"/>
                    <a:gd name="T2" fmla="*/ 0 w 192"/>
                    <a:gd name="T3" fmla="*/ 95 h 191"/>
                    <a:gd name="T4" fmla="*/ 96 w 192"/>
                    <a:gd name="T5" fmla="*/ 191 h 191"/>
                    <a:gd name="T6" fmla="*/ 192 w 192"/>
                    <a:gd name="T7" fmla="*/ 95 h 191"/>
                    <a:gd name="T8" fmla="*/ 96 w 192"/>
                    <a:gd name="T9" fmla="*/ 0 h 191"/>
                    <a:gd name="T10" fmla="*/ 156 w 192"/>
                    <a:gd name="T11" fmla="*/ 73 h 191"/>
                    <a:gd name="T12" fmla="*/ 86 w 192"/>
                    <a:gd name="T13" fmla="*/ 142 h 191"/>
                    <a:gd name="T14" fmla="*/ 77 w 192"/>
                    <a:gd name="T15" fmla="*/ 145 h 191"/>
                    <a:gd name="T16" fmla="*/ 68 w 192"/>
                    <a:gd name="T17" fmla="*/ 142 h 191"/>
                    <a:gd name="T18" fmla="*/ 37 w 192"/>
                    <a:gd name="T19" fmla="*/ 110 h 191"/>
                    <a:gd name="T20" fmla="*/ 37 w 192"/>
                    <a:gd name="T21" fmla="*/ 92 h 191"/>
                    <a:gd name="T22" fmla="*/ 55 w 192"/>
                    <a:gd name="T23" fmla="*/ 92 h 191"/>
                    <a:gd name="T24" fmla="*/ 77 w 192"/>
                    <a:gd name="T25" fmla="*/ 115 h 191"/>
                    <a:gd name="T26" fmla="*/ 138 w 192"/>
                    <a:gd name="T27" fmla="*/ 55 h 191"/>
                    <a:gd name="T28" fmla="*/ 156 w 192"/>
                    <a:gd name="T29" fmla="*/ 55 h 191"/>
                    <a:gd name="T30" fmla="*/ 156 w 192"/>
                    <a:gd name="T31" fmla="*/ 73 h 1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192" h="191">
                      <a:moveTo>
                        <a:pt x="96" y="0"/>
                      </a:moveTo>
                      <a:cubicBezTo>
                        <a:pt x="43" y="0"/>
                        <a:pt x="0" y="42"/>
                        <a:pt x="0" y="95"/>
                      </a:cubicBezTo>
                      <a:cubicBezTo>
                        <a:pt x="0" y="148"/>
                        <a:pt x="43" y="191"/>
                        <a:pt x="96" y="191"/>
                      </a:cubicBezTo>
                      <a:cubicBezTo>
                        <a:pt x="149" y="191"/>
                        <a:pt x="192" y="148"/>
                        <a:pt x="192" y="95"/>
                      </a:cubicBezTo>
                      <a:cubicBezTo>
                        <a:pt x="192" y="42"/>
                        <a:pt x="149" y="0"/>
                        <a:pt x="96" y="0"/>
                      </a:cubicBezTo>
                      <a:close/>
                      <a:moveTo>
                        <a:pt x="156" y="73"/>
                      </a:moveTo>
                      <a:cubicBezTo>
                        <a:pt x="86" y="142"/>
                        <a:pt x="86" y="142"/>
                        <a:pt x="86" y="142"/>
                      </a:cubicBezTo>
                      <a:cubicBezTo>
                        <a:pt x="84" y="144"/>
                        <a:pt x="81" y="145"/>
                        <a:pt x="77" y="145"/>
                      </a:cubicBezTo>
                      <a:cubicBezTo>
                        <a:pt x="74" y="145"/>
                        <a:pt x="71" y="144"/>
                        <a:pt x="68" y="142"/>
                      </a:cubicBezTo>
                      <a:cubicBezTo>
                        <a:pt x="37" y="110"/>
                        <a:pt x="37" y="110"/>
                        <a:pt x="37" y="110"/>
                      </a:cubicBezTo>
                      <a:cubicBezTo>
                        <a:pt x="32" y="105"/>
                        <a:pt x="32" y="97"/>
                        <a:pt x="37" y="92"/>
                      </a:cubicBezTo>
                      <a:cubicBezTo>
                        <a:pt x="42" y="87"/>
                        <a:pt x="50" y="87"/>
                        <a:pt x="55" y="92"/>
                      </a:cubicBezTo>
                      <a:cubicBezTo>
                        <a:pt x="77" y="115"/>
                        <a:pt x="77" y="115"/>
                        <a:pt x="77" y="115"/>
                      </a:cubicBezTo>
                      <a:cubicBezTo>
                        <a:pt x="138" y="55"/>
                        <a:pt x="138" y="55"/>
                        <a:pt x="138" y="55"/>
                      </a:cubicBezTo>
                      <a:cubicBezTo>
                        <a:pt x="143" y="50"/>
                        <a:pt x="151" y="50"/>
                        <a:pt x="156" y="55"/>
                      </a:cubicBezTo>
                      <a:cubicBezTo>
                        <a:pt x="161" y="60"/>
                        <a:pt x="161" y="68"/>
                        <a:pt x="156" y="7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92F256F7-5BEA-46B9-9462-EECE20BB170E}"/>
                    </a:ext>
                  </a:extLst>
                </p:cNvPr>
                <p:cNvSpPr txBox="1"/>
                <p:nvPr/>
              </p:nvSpPr>
              <p:spPr>
                <a:xfrm>
                  <a:off x="1627315" y="1236652"/>
                  <a:ext cx="7213513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ko-KR" altLang="en-US" sz="1400" b="1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prstClr val="white"/>
                      </a:solidFill>
                      <a:latin typeface="+mj-ea"/>
                      <a:ea typeface="+mj-ea"/>
                    </a:rPr>
                    <a:t>시스템 연계 중 민원요청이 가장 많은 연계 시스템은 수입자 정보 연계시스템인 </a:t>
                  </a:r>
                  <a:r>
                    <a:rPr lang="ko-KR" altLang="en-US" sz="1400" b="1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rgbClr val="FFFF00"/>
                      </a:solidFill>
                      <a:latin typeface="+mj-ea"/>
                      <a:ea typeface="+mj-ea"/>
                    </a:rPr>
                    <a:t>관세청 전자통관시스템</a:t>
                  </a:r>
                  <a:endParaRPr kumimoji="0" lang="ko-KR" altLang="en-US" sz="1400" b="1" i="0" u="none" strike="noStrike" kern="1200" cap="none" spc="0" normalizeH="0" baseline="0" noProof="0" dirty="0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+mj-ea"/>
                    <a:ea typeface="+mj-ea"/>
                    <a:cs typeface="+mn-cs"/>
                  </a:endParaRPr>
                </a:p>
              </p:txBody>
            </p:sp>
          </p:grpSp>
        </p:grp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28061A1D-5541-4FF3-BEB4-8C892FA0F642}"/>
                </a:ext>
              </a:extLst>
            </p:cNvPr>
            <p:cNvGrpSpPr/>
            <p:nvPr/>
          </p:nvGrpSpPr>
          <p:grpSpPr>
            <a:xfrm>
              <a:off x="8934005" y="699034"/>
              <a:ext cx="881958" cy="245691"/>
              <a:chOff x="8458455" y="782973"/>
              <a:chExt cx="881958" cy="245691"/>
            </a:xfrm>
          </p:grpSpPr>
          <p:grpSp>
            <p:nvGrpSpPr>
              <p:cNvPr id="34" name="그룹 33">
                <a:extLst>
                  <a:ext uri="{FF2B5EF4-FFF2-40B4-BE49-F238E27FC236}">
                    <a16:creationId xmlns:a16="http://schemas.microsoft.com/office/drawing/2014/main" id="{F30FD26E-0958-4BE7-937E-0350C66D6C7A}"/>
                  </a:ext>
                </a:extLst>
              </p:cNvPr>
              <p:cNvGrpSpPr/>
              <p:nvPr/>
            </p:nvGrpSpPr>
            <p:grpSpPr>
              <a:xfrm>
                <a:off x="8697949" y="782973"/>
                <a:ext cx="163476" cy="245691"/>
                <a:chOff x="8658927" y="782973"/>
                <a:chExt cx="163476" cy="245691"/>
              </a:xfrm>
            </p:grpSpPr>
            <p:sp>
              <p:nvSpPr>
                <p:cNvPr id="44" name="사각형: 둥근 위쪽 모서리 43">
                  <a:extLst>
                    <a:ext uri="{FF2B5EF4-FFF2-40B4-BE49-F238E27FC236}">
                      <a16:creationId xmlns:a16="http://schemas.microsoft.com/office/drawing/2014/main" id="{0ACFC5AA-E705-4466-ACC8-776E2596F441}"/>
                    </a:ext>
                  </a:extLst>
                </p:cNvPr>
                <p:cNvSpPr/>
                <p:nvPr/>
              </p:nvSpPr>
              <p:spPr>
                <a:xfrm>
                  <a:off x="8658927" y="956664"/>
                  <a:ext cx="163476" cy="72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rgbClr val="66B35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58" name="직사각형 57">
                  <a:extLst>
                    <a:ext uri="{FF2B5EF4-FFF2-40B4-BE49-F238E27FC236}">
                      <a16:creationId xmlns:a16="http://schemas.microsoft.com/office/drawing/2014/main" id="{A354ED15-3D73-4E95-A2EB-18D813D3ECED}"/>
                    </a:ext>
                  </a:extLst>
                </p:cNvPr>
                <p:cNvSpPr/>
                <p:nvPr/>
              </p:nvSpPr>
              <p:spPr>
                <a:xfrm>
                  <a:off x="8658927" y="782973"/>
                  <a:ext cx="163476" cy="14933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00" b="0" i="0" u="none" strike="noStrike" kern="0" cap="none" spc="-30" normalizeH="0" baseline="0" noProof="0" dirty="0">
                      <a:ln w="3175">
                        <a:solidFill>
                          <a:prstClr val="white">
                            <a:lumMod val="75000"/>
                            <a:alpha val="0"/>
                          </a:prstClr>
                        </a:solidFill>
                      </a:ln>
                      <a:solidFill>
                        <a:srgbClr val="4B8E42"/>
                      </a:solidFill>
                      <a:effectLst/>
                      <a:uLnTx/>
                      <a:uFillTx/>
                      <a:latin typeface="KoPub바탕체 Medium" panose="00000600000000000000" pitchFamily="2" charset="-127"/>
                      <a:ea typeface="KoPub바탕체 Medium" panose="00000600000000000000" pitchFamily="2" charset="-127"/>
                      <a:cs typeface="+mn-cs"/>
                    </a:rPr>
                    <a:t>Ⅱ</a:t>
                  </a:r>
                  <a:endParaRPr kumimoji="0" lang="ko-KR" altLang="en-US" sz="10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srgbClr val="4B8E42"/>
                    </a:solidFill>
                    <a:effectLst/>
                    <a:uLnTx/>
                    <a:uFillTx/>
                    <a:latin typeface="KoPub바탕체 Medium" panose="00000600000000000000" pitchFamily="2" charset="-127"/>
                    <a:ea typeface="KoPub바탕체 Medium" panose="00000600000000000000" pitchFamily="2" charset="-127"/>
                    <a:cs typeface="+mn-cs"/>
                  </a:endParaRPr>
                </a:p>
              </p:txBody>
            </p:sp>
          </p:grpSp>
          <p:grpSp>
            <p:nvGrpSpPr>
              <p:cNvPr id="35" name="그룹 34">
                <a:extLst>
                  <a:ext uri="{FF2B5EF4-FFF2-40B4-BE49-F238E27FC236}">
                    <a16:creationId xmlns:a16="http://schemas.microsoft.com/office/drawing/2014/main" id="{26ACEB8C-6E03-4863-A7A4-3BC3CEB11C32}"/>
                  </a:ext>
                </a:extLst>
              </p:cNvPr>
              <p:cNvGrpSpPr/>
              <p:nvPr/>
            </p:nvGrpSpPr>
            <p:grpSpPr>
              <a:xfrm>
                <a:off x="8458455" y="782973"/>
                <a:ext cx="163476" cy="245691"/>
                <a:chOff x="8458455" y="782973"/>
                <a:chExt cx="163476" cy="245691"/>
              </a:xfrm>
            </p:grpSpPr>
            <p:sp>
              <p:nvSpPr>
                <p:cNvPr id="42" name="사각형: 둥근 위쪽 모서리 41">
                  <a:extLst>
                    <a:ext uri="{FF2B5EF4-FFF2-40B4-BE49-F238E27FC236}">
                      <a16:creationId xmlns:a16="http://schemas.microsoft.com/office/drawing/2014/main" id="{FE1C1CA9-E907-4258-B1CD-F41BB1456DB3}"/>
                    </a:ext>
                  </a:extLst>
                </p:cNvPr>
                <p:cNvSpPr/>
                <p:nvPr/>
              </p:nvSpPr>
              <p:spPr>
                <a:xfrm>
                  <a:off x="8458455" y="956664"/>
                  <a:ext cx="163476" cy="72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43" name="직사각형 42">
                  <a:extLst>
                    <a:ext uri="{FF2B5EF4-FFF2-40B4-BE49-F238E27FC236}">
                      <a16:creationId xmlns:a16="http://schemas.microsoft.com/office/drawing/2014/main" id="{B366C2DA-8481-4B43-A2F3-3BDCD266FFB1}"/>
                    </a:ext>
                  </a:extLst>
                </p:cNvPr>
                <p:cNvSpPr/>
                <p:nvPr/>
              </p:nvSpPr>
              <p:spPr>
                <a:xfrm>
                  <a:off x="8458455" y="782973"/>
                  <a:ext cx="163476" cy="14933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0" cap="none" spc="-30" normalizeH="0" baseline="0" noProof="0" dirty="0">
                      <a:ln w="3175">
                        <a:solidFill>
                          <a:prstClr val="white">
                            <a:lumMod val="75000"/>
                            <a:alpha val="0"/>
                          </a:prstClr>
                        </a:solidFill>
                      </a:ln>
                      <a:solidFill>
                        <a:prstClr val="white">
                          <a:lumMod val="75000"/>
                        </a:prstClr>
                      </a:solidFill>
                      <a:effectLst/>
                      <a:uLnTx/>
                      <a:uFillTx/>
                      <a:latin typeface="KoPub바탕체 Light" panose="00000300000000000000" pitchFamily="2" charset="-127"/>
                      <a:ea typeface="KoPub바탕체 Light" panose="00000300000000000000" pitchFamily="2" charset="-127"/>
                      <a:cs typeface="+mn-cs"/>
                    </a:rPr>
                    <a:t>Ⅰ</a:t>
                  </a:r>
                  <a:endParaRPr kumimoji="0" lang="ko-KR" altLang="en-US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endParaRPr>
                </a:p>
              </p:txBody>
            </p:sp>
          </p:grpSp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122E0346-086D-4809-A62F-39C65F358112}"/>
                  </a:ext>
                </a:extLst>
              </p:cNvPr>
              <p:cNvGrpSpPr/>
              <p:nvPr/>
            </p:nvGrpSpPr>
            <p:grpSpPr>
              <a:xfrm>
                <a:off x="9176937" y="782973"/>
                <a:ext cx="163476" cy="245691"/>
                <a:chOff x="9059871" y="782973"/>
                <a:chExt cx="163476" cy="245691"/>
              </a:xfrm>
            </p:grpSpPr>
            <p:sp>
              <p:nvSpPr>
                <p:cNvPr id="40" name="사각형: 둥근 위쪽 모서리 39">
                  <a:extLst>
                    <a:ext uri="{FF2B5EF4-FFF2-40B4-BE49-F238E27FC236}">
                      <a16:creationId xmlns:a16="http://schemas.microsoft.com/office/drawing/2014/main" id="{DC7FE71B-6330-4A14-8680-F52DC38022CF}"/>
                    </a:ext>
                  </a:extLst>
                </p:cNvPr>
                <p:cNvSpPr/>
                <p:nvPr/>
              </p:nvSpPr>
              <p:spPr>
                <a:xfrm>
                  <a:off x="9059871" y="956664"/>
                  <a:ext cx="163476" cy="72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41" name="직사각형 40">
                  <a:extLst>
                    <a:ext uri="{FF2B5EF4-FFF2-40B4-BE49-F238E27FC236}">
                      <a16:creationId xmlns:a16="http://schemas.microsoft.com/office/drawing/2014/main" id="{7E0E38FB-D78C-4D26-BFC3-9C58E922ED8D}"/>
                    </a:ext>
                  </a:extLst>
                </p:cNvPr>
                <p:cNvSpPr/>
                <p:nvPr/>
              </p:nvSpPr>
              <p:spPr>
                <a:xfrm>
                  <a:off x="9059871" y="782973"/>
                  <a:ext cx="163476" cy="14933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0" cap="none" spc="-30" normalizeH="0" baseline="0" noProof="0" dirty="0">
                      <a:ln w="3175">
                        <a:solidFill>
                          <a:prstClr val="white">
                            <a:lumMod val="75000"/>
                            <a:alpha val="0"/>
                          </a:prstClr>
                        </a:solidFill>
                      </a:ln>
                      <a:solidFill>
                        <a:prstClr val="white">
                          <a:lumMod val="75000"/>
                        </a:prstClr>
                      </a:solidFill>
                      <a:effectLst/>
                      <a:uLnTx/>
                      <a:uFillTx/>
                      <a:latin typeface="KoPub바탕체 Light" panose="00000300000000000000" pitchFamily="2" charset="-127"/>
                      <a:ea typeface="KoPub바탕체 Light" panose="00000300000000000000" pitchFamily="2" charset="-127"/>
                      <a:cs typeface="+mn-cs"/>
                    </a:rPr>
                    <a:t>Ⅳ</a:t>
                  </a:r>
                  <a:endParaRPr kumimoji="0" lang="ko-KR" altLang="en-US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endParaRPr>
                </a:p>
              </p:txBody>
            </p:sp>
          </p:grp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4AD7B291-FC38-4497-9E25-49FA78B668C8}"/>
                  </a:ext>
                </a:extLst>
              </p:cNvPr>
              <p:cNvGrpSpPr/>
              <p:nvPr/>
            </p:nvGrpSpPr>
            <p:grpSpPr>
              <a:xfrm>
                <a:off x="8937443" y="782973"/>
                <a:ext cx="163476" cy="245691"/>
                <a:chOff x="8859399" y="782973"/>
                <a:chExt cx="163476" cy="245691"/>
              </a:xfrm>
            </p:grpSpPr>
            <p:sp>
              <p:nvSpPr>
                <p:cNvPr id="38" name="사각형: 둥근 위쪽 모서리 37">
                  <a:extLst>
                    <a:ext uri="{FF2B5EF4-FFF2-40B4-BE49-F238E27FC236}">
                      <a16:creationId xmlns:a16="http://schemas.microsoft.com/office/drawing/2014/main" id="{D4713393-CFC2-4122-877E-3034FE85FCDB}"/>
                    </a:ext>
                  </a:extLst>
                </p:cNvPr>
                <p:cNvSpPr/>
                <p:nvPr/>
              </p:nvSpPr>
              <p:spPr>
                <a:xfrm>
                  <a:off x="8859399" y="956664"/>
                  <a:ext cx="163476" cy="72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39" name="직사각형 38">
                  <a:extLst>
                    <a:ext uri="{FF2B5EF4-FFF2-40B4-BE49-F238E27FC236}">
                      <a16:creationId xmlns:a16="http://schemas.microsoft.com/office/drawing/2014/main" id="{1564775C-D34F-46E6-9891-2890F6AC79E1}"/>
                    </a:ext>
                  </a:extLst>
                </p:cNvPr>
                <p:cNvSpPr/>
                <p:nvPr/>
              </p:nvSpPr>
              <p:spPr>
                <a:xfrm>
                  <a:off x="8859399" y="782973"/>
                  <a:ext cx="163476" cy="14933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0" cap="none" spc="-30" normalizeH="0" baseline="0" noProof="0" dirty="0">
                      <a:ln w="3175">
                        <a:solidFill>
                          <a:prstClr val="white">
                            <a:lumMod val="75000"/>
                            <a:alpha val="0"/>
                          </a:prstClr>
                        </a:solidFill>
                      </a:ln>
                      <a:solidFill>
                        <a:prstClr val="white">
                          <a:lumMod val="75000"/>
                        </a:prstClr>
                      </a:solidFill>
                      <a:effectLst/>
                      <a:uLnTx/>
                      <a:uFillTx/>
                      <a:latin typeface="KoPub바탕체 Light" panose="00000300000000000000" pitchFamily="2" charset="-127"/>
                      <a:ea typeface="KoPub바탕체 Light" panose="00000300000000000000" pitchFamily="2" charset="-127"/>
                      <a:cs typeface="+mn-cs"/>
                    </a:rPr>
                    <a:t>Ⅲ</a:t>
                  </a:r>
                  <a:endParaRPr kumimoji="0" lang="ko-KR" altLang="en-US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endParaRPr>
                </a:p>
              </p:txBody>
            </p:sp>
          </p:grpSp>
        </p:grpSp>
      </p:grpSp>
      <p:sp>
        <p:nvSpPr>
          <p:cNvPr id="125" name="Rectangle 42" descr="o2">
            <a:extLst>
              <a:ext uri="{FF2B5EF4-FFF2-40B4-BE49-F238E27FC236}">
                <a16:creationId xmlns:a16="http://schemas.microsoft.com/office/drawing/2014/main" id="{6D80A0E0-BF5C-4E6C-B288-7A2777100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8419" y="3361761"/>
            <a:ext cx="1793213" cy="475884"/>
          </a:xfrm>
          <a:prstGeom prst="round2SameRect">
            <a:avLst>
              <a:gd name="adj1" fmla="val 6703"/>
              <a:gd name="adj2" fmla="val 8466"/>
            </a:avLst>
          </a:prstGeom>
          <a:gradFill>
            <a:gsLst>
              <a:gs pos="50000">
                <a:srgbClr val="EAE7E6"/>
              </a:gs>
              <a:gs pos="50000">
                <a:srgbClr val="E2DEDC"/>
              </a:gs>
            </a:gsLst>
            <a:lin ang="3600000" scaled="0"/>
          </a:gra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ctr">
              <a:buClr>
                <a:srgbClr val="175097"/>
              </a:buClr>
              <a:buSzPct val="80000"/>
              <a:tabLst>
                <a:tab pos="355636" algn="l"/>
              </a:tabLst>
            </a:pPr>
            <a:r>
              <a:rPr lang="ko-KR" altLang="en-US" sz="1400" b="1" spc="-6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j-cs"/>
              </a:rPr>
              <a:t>화학물질정보처리시스템</a:t>
            </a:r>
            <a:endParaRPr lang="en-US" altLang="ko-KR" sz="1400" b="1" spc="-60" dirty="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+mj-cs"/>
            </a:endParaRPr>
          </a:p>
          <a:p>
            <a:pPr algn="ctr" fontAlgn="ctr">
              <a:buClr>
                <a:srgbClr val="175097"/>
              </a:buClr>
              <a:buSzPct val="80000"/>
              <a:tabLst>
                <a:tab pos="355636" algn="l"/>
              </a:tabLst>
            </a:pPr>
            <a:r>
              <a:rPr lang="en-US" altLang="ko-KR" sz="1000" spc="-6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j-cs"/>
              </a:rPr>
              <a:t>(</a:t>
            </a:r>
            <a:r>
              <a:rPr lang="ko-KR" altLang="en-US" sz="1000" spc="-6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j-cs"/>
              </a:rPr>
              <a:t>환경부</a:t>
            </a:r>
            <a:r>
              <a:rPr lang="en-US" altLang="ko-KR" sz="1000" spc="-6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j-cs"/>
              </a:rPr>
              <a:t>, </a:t>
            </a:r>
            <a:r>
              <a:rPr lang="ko-KR" altLang="en-US" sz="1000" spc="-60" dirty="0" err="1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j-cs"/>
              </a:rPr>
              <a:t>화평법</a:t>
            </a:r>
            <a:r>
              <a:rPr lang="en-US" altLang="ko-KR" sz="1000" spc="-6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j-cs"/>
              </a:rPr>
              <a:t>*)</a:t>
            </a:r>
            <a:endParaRPr lang="ko-KR" altLang="en-US" sz="1000" spc="-60" dirty="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+mj-cs"/>
            </a:endParaRPr>
          </a:p>
        </p:txBody>
      </p:sp>
      <p:sp>
        <p:nvSpPr>
          <p:cNvPr id="126" name="Rectangle 42" descr="o2">
            <a:extLst>
              <a:ext uri="{FF2B5EF4-FFF2-40B4-BE49-F238E27FC236}">
                <a16:creationId xmlns:a16="http://schemas.microsoft.com/office/drawing/2014/main" id="{79C6F2D1-89BB-47DC-AD7D-623C4F0982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8419" y="2124854"/>
            <a:ext cx="1793213" cy="475884"/>
          </a:xfrm>
          <a:prstGeom prst="round2SameRect">
            <a:avLst>
              <a:gd name="adj1" fmla="val 6703"/>
              <a:gd name="adj2" fmla="val 8466"/>
            </a:avLst>
          </a:prstGeom>
          <a:gradFill>
            <a:gsLst>
              <a:gs pos="50000">
                <a:srgbClr val="EAE7E6"/>
              </a:gs>
              <a:gs pos="50000">
                <a:srgbClr val="E2DEDC"/>
              </a:gs>
            </a:gsLst>
            <a:lin ang="3600000" scaled="0"/>
          </a:gra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ctr">
              <a:buClr>
                <a:srgbClr val="175097"/>
              </a:buClr>
              <a:buSzPct val="80000"/>
              <a:tabLst>
                <a:tab pos="355636" algn="l"/>
              </a:tabLst>
            </a:pPr>
            <a:r>
              <a:rPr lang="ko-KR" altLang="en-US" sz="1400" b="1" spc="-6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j-cs"/>
              </a:rPr>
              <a:t>화학물질정보시스템</a:t>
            </a:r>
            <a:endParaRPr lang="en-US" altLang="ko-KR" sz="1400" b="1" spc="-60" dirty="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+mj-cs"/>
            </a:endParaRPr>
          </a:p>
          <a:p>
            <a:pPr algn="ctr" fontAlgn="ctr">
              <a:buClr>
                <a:srgbClr val="175097"/>
              </a:buClr>
              <a:buSzPct val="80000"/>
              <a:tabLst>
                <a:tab pos="355636" algn="l"/>
              </a:tabLst>
            </a:pPr>
            <a:r>
              <a:rPr lang="en-US" altLang="ko-KR" sz="1000" spc="-6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j-cs"/>
              </a:rPr>
              <a:t>(</a:t>
            </a:r>
            <a:r>
              <a:rPr lang="ko-KR" altLang="en-US" sz="1000" spc="-6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j-cs"/>
              </a:rPr>
              <a:t>국립환경과학원</a:t>
            </a:r>
            <a:r>
              <a:rPr lang="en-US" altLang="ko-KR" sz="1000" spc="-6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j-cs"/>
              </a:rPr>
              <a:t>)</a:t>
            </a:r>
            <a:endParaRPr lang="ko-KR" altLang="en-US" sz="1000" spc="-60" dirty="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+mj-cs"/>
            </a:endParaRPr>
          </a:p>
        </p:txBody>
      </p:sp>
      <p:sp>
        <p:nvSpPr>
          <p:cNvPr id="127" name="Rectangle 42" descr="o2">
            <a:extLst>
              <a:ext uri="{FF2B5EF4-FFF2-40B4-BE49-F238E27FC236}">
                <a16:creationId xmlns:a16="http://schemas.microsoft.com/office/drawing/2014/main" id="{198A40CD-BEDE-48CE-9C4F-5350F3BB5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8419" y="5837532"/>
            <a:ext cx="1793213" cy="475884"/>
          </a:xfrm>
          <a:prstGeom prst="round2SameRect">
            <a:avLst>
              <a:gd name="adj1" fmla="val 6703"/>
              <a:gd name="adj2" fmla="val 8466"/>
            </a:avLst>
          </a:prstGeom>
          <a:gradFill>
            <a:gsLst>
              <a:gs pos="50000">
                <a:srgbClr val="EAE7E6"/>
              </a:gs>
              <a:gs pos="50000">
                <a:srgbClr val="E2DEDC"/>
              </a:gs>
            </a:gsLst>
            <a:lin ang="3600000" scaled="0"/>
          </a:gra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ctr">
              <a:buClr>
                <a:srgbClr val="175097"/>
              </a:buClr>
              <a:buSzPct val="80000"/>
              <a:tabLst>
                <a:tab pos="355636" algn="l"/>
              </a:tabLst>
            </a:pPr>
            <a:r>
              <a:rPr lang="ko-KR" altLang="en-US" sz="1400" b="1" spc="-6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j-cs"/>
              </a:rPr>
              <a:t>시험검사기관</a:t>
            </a:r>
            <a:endParaRPr lang="en-US" altLang="ko-KR" sz="1400" b="1" spc="-60" dirty="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+mj-cs"/>
            </a:endParaRPr>
          </a:p>
          <a:p>
            <a:pPr algn="ctr" fontAlgn="ctr">
              <a:buClr>
                <a:srgbClr val="175097"/>
              </a:buClr>
              <a:buSzPct val="80000"/>
              <a:tabLst>
                <a:tab pos="355636" algn="l"/>
              </a:tabLst>
            </a:pPr>
            <a:r>
              <a:rPr lang="en-US" altLang="ko-KR" sz="1000" spc="-6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j-cs"/>
              </a:rPr>
              <a:t>(7</a:t>
            </a:r>
            <a:r>
              <a:rPr lang="ko-KR" altLang="en-US" sz="1000" spc="-6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j-cs"/>
              </a:rPr>
              <a:t>기관</a:t>
            </a:r>
            <a:r>
              <a:rPr lang="en-US" altLang="ko-KR" sz="1000" b="1" spc="-6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j-cs"/>
              </a:rPr>
              <a:t>,</a:t>
            </a:r>
            <a:r>
              <a:rPr lang="en-US" altLang="ko-KR" sz="1000" spc="-6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j-cs"/>
              </a:rPr>
              <a:t>)</a:t>
            </a:r>
            <a:endParaRPr lang="ko-KR" altLang="en-US" sz="1000" spc="-60" dirty="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+mj-cs"/>
            </a:endParaRPr>
          </a:p>
        </p:txBody>
      </p:sp>
      <p:cxnSp>
        <p:nvCxnSpPr>
          <p:cNvPr id="128" name="직선 화살표 연결선 127">
            <a:extLst>
              <a:ext uri="{FF2B5EF4-FFF2-40B4-BE49-F238E27FC236}">
                <a16:creationId xmlns:a16="http://schemas.microsoft.com/office/drawing/2014/main" id="{62B3BA91-CD4E-41CF-B072-69ED762400D5}"/>
              </a:ext>
            </a:extLst>
          </p:cNvPr>
          <p:cNvCxnSpPr>
            <a:cxnSpLocks/>
            <a:stCxn id="125" idx="0"/>
            <a:endCxn id="154" idx="2"/>
          </p:cNvCxnSpPr>
          <p:nvPr/>
        </p:nvCxnSpPr>
        <p:spPr>
          <a:xfrm>
            <a:off x="2861632" y="3599703"/>
            <a:ext cx="2166176" cy="619642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화살표 연결선 128">
            <a:extLst>
              <a:ext uri="{FF2B5EF4-FFF2-40B4-BE49-F238E27FC236}">
                <a16:creationId xmlns:a16="http://schemas.microsoft.com/office/drawing/2014/main" id="{CAA95BE7-117A-40C3-A7E7-6AE680FEFCEB}"/>
              </a:ext>
            </a:extLst>
          </p:cNvPr>
          <p:cNvCxnSpPr>
            <a:cxnSpLocks/>
            <a:stCxn id="126" idx="0"/>
          </p:cNvCxnSpPr>
          <p:nvPr/>
        </p:nvCxnSpPr>
        <p:spPr>
          <a:xfrm>
            <a:off x="2861632" y="2362796"/>
            <a:ext cx="2146339" cy="1705601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화살표 연결선 129">
            <a:extLst>
              <a:ext uri="{FF2B5EF4-FFF2-40B4-BE49-F238E27FC236}">
                <a16:creationId xmlns:a16="http://schemas.microsoft.com/office/drawing/2014/main" id="{253375FF-D53E-4930-8623-6673701960C7}"/>
              </a:ext>
            </a:extLst>
          </p:cNvPr>
          <p:cNvCxnSpPr>
            <a:cxnSpLocks/>
            <a:stCxn id="127" idx="0"/>
          </p:cNvCxnSpPr>
          <p:nvPr/>
        </p:nvCxnSpPr>
        <p:spPr>
          <a:xfrm flipV="1">
            <a:off x="2861632" y="4347898"/>
            <a:ext cx="2146339" cy="1727576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양쪽 모서리가 둥근 사각형 270">
            <a:extLst>
              <a:ext uri="{FF2B5EF4-FFF2-40B4-BE49-F238E27FC236}">
                <a16:creationId xmlns:a16="http://schemas.microsoft.com/office/drawing/2014/main" id="{7AFE9C37-A80E-45F6-9F52-88FC9569DCBE}"/>
              </a:ext>
            </a:extLst>
          </p:cNvPr>
          <p:cNvSpPr/>
          <p:nvPr/>
        </p:nvSpPr>
        <p:spPr>
          <a:xfrm>
            <a:off x="3159255" y="3046778"/>
            <a:ext cx="1263962" cy="25710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9296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화학물질정보</a:t>
            </a:r>
            <a:endParaRPr lang="en-US" altLang="ko-KR" sz="1200" b="1" noProof="0" dirty="0">
              <a:ln>
                <a:solidFill>
                  <a:prstClr val="white">
                    <a:lumMod val="50000"/>
                    <a:alpha val="0"/>
                  </a:prst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32" name="양쪽 모서리가 둥근 사각형 270">
            <a:extLst>
              <a:ext uri="{FF2B5EF4-FFF2-40B4-BE49-F238E27FC236}">
                <a16:creationId xmlns:a16="http://schemas.microsoft.com/office/drawing/2014/main" id="{1CD35B4B-3305-491B-AA50-2823FC48048B}"/>
              </a:ext>
            </a:extLst>
          </p:cNvPr>
          <p:cNvSpPr/>
          <p:nvPr/>
        </p:nvSpPr>
        <p:spPr>
          <a:xfrm>
            <a:off x="3369662" y="3755749"/>
            <a:ext cx="843148" cy="25710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2962" latinLnBrk="1"/>
            <a:r>
              <a:rPr lang="ko-KR" altLang="en-US" sz="1200" b="1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프로세스</a:t>
            </a:r>
            <a:endParaRPr lang="en-US" altLang="ko-KR" sz="1200" b="1" dirty="0">
              <a:ln>
                <a:solidFill>
                  <a:prstClr val="white">
                    <a:lumMod val="50000"/>
                    <a:alpha val="0"/>
                  </a:prst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33" name="양쪽 모서리가 둥근 사각형 270">
            <a:extLst>
              <a:ext uri="{FF2B5EF4-FFF2-40B4-BE49-F238E27FC236}">
                <a16:creationId xmlns:a16="http://schemas.microsoft.com/office/drawing/2014/main" id="{D857E619-A055-474F-8B39-F8AF42500AD9}"/>
              </a:ext>
            </a:extLst>
          </p:cNvPr>
          <p:cNvSpPr/>
          <p:nvPr/>
        </p:nvSpPr>
        <p:spPr>
          <a:xfrm>
            <a:off x="3316420" y="5325308"/>
            <a:ext cx="949633" cy="25710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9296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noProof="0" dirty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chemeClr val="accent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시험성적서</a:t>
            </a:r>
            <a:endParaRPr lang="en-US" altLang="ko-KR" sz="1200" b="1" noProof="0" dirty="0">
              <a:ln>
                <a:solidFill>
                  <a:prstClr val="white">
                    <a:lumMod val="50000"/>
                    <a:alpha val="0"/>
                  </a:prstClr>
                </a:solidFill>
              </a:ln>
              <a:solidFill>
                <a:schemeClr val="accent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34" name="Rectangle 42" descr="o2">
            <a:extLst>
              <a:ext uri="{FF2B5EF4-FFF2-40B4-BE49-F238E27FC236}">
                <a16:creationId xmlns:a16="http://schemas.microsoft.com/office/drawing/2014/main" id="{CD9FBA2D-DEAF-42AC-B1ED-01ADAC9FC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1773" y="3981193"/>
            <a:ext cx="1793213" cy="475884"/>
          </a:xfrm>
          <a:prstGeom prst="round2SameRect">
            <a:avLst>
              <a:gd name="adj1" fmla="val 6703"/>
              <a:gd name="adj2" fmla="val 8466"/>
            </a:avLst>
          </a:prstGeom>
          <a:gradFill>
            <a:gsLst>
              <a:gs pos="50000">
                <a:srgbClr val="EAE7E6"/>
              </a:gs>
              <a:gs pos="50000">
                <a:srgbClr val="E2DEDC"/>
              </a:gs>
            </a:gsLst>
            <a:lin ang="3600000" scaled="0"/>
          </a:gra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ctr">
              <a:buClr>
                <a:srgbClr val="175097"/>
              </a:buClr>
              <a:buSzPct val="80000"/>
              <a:tabLst>
                <a:tab pos="355636" algn="l"/>
              </a:tabLst>
            </a:pPr>
            <a:r>
              <a:rPr lang="ko-KR" altLang="en-US" sz="1400" b="1" spc="-6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j-cs"/>
              </a:rPr>
              <a:t>생활환경안전정보시스템</a:t>
            </a:r>
            <a:endParaRPr lang="en-US" altLang="ko-KR" sz="1400" b="1" spc="-60" dirty="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+mj-cs"/>
            </a:endParaRPr>
          </a:p>
          <a:p>
            <a:pPr algn="ctr" fontAlgn="ctr">
              <a:buClr>
                <a:srgbClr val="175097"/>
              </a:buClr>
              <a:buSzPct val="80000"/>
              <a:tabLst>
                <a:tab pos="355636" algn="l"/>
              </a:tabLst>
            </a:pPr>
            <a:r>
              <a:rPr lang="en-US" altLang="ko-KR" sz="1000" spc="-6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j-cs"/>
              </a:rPr>
              <a:t>(</a:t>
            </a:r>
            <a:r>
              <a:rPr lang="ko-KR" altLang="en-US" sz="1000" spc="-6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j-cs"/>
              </a:rPr>
              <a:t>환경부</a:t>
            </a:r>
            <a:r>
              <a:rPr lang="en-US" altLang="ko-KR" sz="1000" spc="-6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j-cs"/>
              </a:rPr>
              <a:t>)</a:t>
            </a:r>
            <a:endParaRPr lang="ko-KR" altLang="en-US" sz="1000" spc="-60" dirty="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+mj-cs"/>
            </a:endParaRPr>
          </a:p>
        </p:txBody>
      </p:sp>
      <p:sp>
        <p:nvSpPr>
          <p:cNvPr id="135" name="Rectangle 42" descr="o2">
            <a:extLst>
              <a:ext uri="{FF2B5EF4-FFF2-40B4-BE49-F238E27FC236}">
                <a16:creationId xmlns:a16="http://schemas.microsoft.com/office/drawing/2014/main" id="{5E2CD72F-042D-47EB-896E-074344E6EB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1773" y="2124854"/>
            <a:ext cx="1793213" cy="475884"/>
          </a:xfrm>
          <a:prstGeom prst="round2SameRect">
            <a:avLst>
              <a:gd name="adj1" fmla="val 6703"/>
              <a:gd name="adj2" fmla="val 8466"/>
            </a:avLst>
          </a:prstGeom>
          <a:gradFill>
            <a:gsLst>
              <a:gs pos="50000">
                <a:srgbClr val="EAE7E6"/>
              </a:gs>
              <a:gs pos="50000">
                <a:srgbClr val="E2DEDC"/>
              </a:gs>
            </a:gsLst>
            <a:lin ang="3600000" scaled="0"/>
          </a:gra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ctr">
              <a:buClr>
                <a:srgbClr val="175097"/>
              </a:buClr>
              <a:buSzPct val="80000"/>
              <a:tabLst>
                <a:tab pos="355636" algn="l"/>
              </a:tabLst>
            </a:pPr>
            <a:r>
              <a:rPr lang="ko-KR" altLang="en-US" sz="1400" b="1" spc="-6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j-cs"/>
              </a:rPr>
              <a:t>관세청 전자통관시스템</a:t>
            </a:r>
            <a:endParaRPr lang="en-US" altLang="ko-KR" sz="1400" b="1" spc="-60" dirty="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+mj-cs"/>
            </a:endParaRPr>
          </a:p>
          <a:p>
            <a:pPr algn="ctr" fontAlgn="ctr">
              <a:buClr>
                <a:srgbClr val="175097"/>
              </a:buClr>
              <a:buSzPct val="80000"/>
              <a:tabLst>
                <a:tab pos="355636" algn="l"/>
              </a:tabLst>
            </a:pPr>
            <a:r>
              <a:rPr lang="en-US" altLang="ko-KR" sz="1000" spc="-6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j-cs"/>
              </a:rPr>
              <a:t>(</a:t>
            </a:r>
            <a:r>
              <a:rPr lang="ko-KR" altLang="en-US" sz="1000" spc="-6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j-cs"/>
              </a:rPr>
              <a:t>관세청</a:t>
            </a:r>
            <a:r>
              <a:rPr lang="en-US" altLang="ko-KR" sz="1000" spc="-6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j-cs"/>
              </a:rPr>
              <a:t>, </a:t>
            </a:r>
            <a:r>
              <a:rPr lang="ko-KR" altLang="en-US" sz="1000" spc="-6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j-cs"/>
              </a:rPr>
              <a:t>유니패스</a:t>
            </a:r>
            <a:r>
              <a:rPr lang="en-US" altLang="ko-KR" sz="1000" spc="-6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j-cs"/>
              </a:rPr>
              <a:t>)</a:t>
            </a:r>
            <a:endParaRPr lang="ko-KR" altLang="en-US" sz="1000" spc="-60" dirty="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+mj-cs"/>
            </a:endParaRPr>
          </a:p>
        </p:txBody>
      </p:sp>
      <p:sp>
        <p:nvSpPr>
          <p:cNvPr id="136" name="Rectangle 42" descr="o2">
            <a:extLst>
              <a:ext uri="{FF2B5EF4-FFF2-40B4-BE49-F238E27FC236}">
                <a16:creationId xmlns:a16="http://schemas.microsoft.com/office/drawing/2014/main" id="{85C76474-3063-44EA-ACE0-AD3E7D77F0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1773" y="5837532"/>
            <a:ext cx="1793213" cy="475884"/>
          </a:xfrm>
          <a:prstGeom prst="round2SameRect">
            <a:avLst>
              <a:gd name="adj1" fmla="val 6703"/>
              <a:gd name="adj2" fmla="val 8466"/>
            </a:avLst>
          </a:prstGeom>
          <a:gradFill>
            <a:gsLst>
              <a:gs pos="50000">
                <a:srgbClr val="EAE7E6"/>
              </a:gs>
              <a:gs pos="50000">
                <a:srgbClr val="E2DEDC"/>
              </a:gs>
            </a:gsLst>
            <a:lin ang="3600000" scaled="0"/>
          </a:gra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ctr">
              <a:buClr>
                <a:srgbClr val="175097"/>
              </a:buClr>
              <a:buSzPct val="80000"/>
              <a:tabLst>
                <a:tab pos="355636" algn="l"/>
              </a:tabLst>
            </a:pPr>
            <a:r>
              <a:rPr lang="ko-KR" altLang="en-US" sz="1400" b="1" spc="-6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j-cs"/>
              </a:rPr>
              <a:t>환경부 </a:t>
            </a:r>
            <a:r>
              <a:rPr lang="ko-KR" altLang="en-US" sz="1400" b="1" spc="-60" dirty="0" err="1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j-cs"/>
              </a:rPr>
              <a:t>민원포털</a:t>
            </a:r>
            <a:endParaRPr lang="en-US" altLang="ko-KR" sz="1400" b="1" spc="-60" dirty="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+mj-cs"/>
            </a:endParaRPr>
          </a:p>
          <a:p>
            <a:pPr algn="ctr" fontAlgn="ctr">
              <a:buClr>
                <a:srgbClr val="175097"/>
              </a:buClr>
              <a:buSzPct val="80000"/>
              <a:tabLst>
                <a:tab pos="355636" algn="l"/>
              </a:tabLst>
            </a:pPr>
            <a:r>
              <a:rPr lang="en-US" altLang="ko-KR" sz="1000" spc="-6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j-cs"/>
              </a:rPr>
              <a:t>(</a:t>
            </a:r>
            <a:r>
              <a:rPr lang="ko-KR" altLang="en-US" sz="1000" spc="-6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j-cs"/>
              </a:rPr>
              <a:t>환경부</a:t>
            </a:r>
            <a:r>
              <a:rPr lang="en-US" altLang="ko-KR" sz="1000" spc="-6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j-cs"/>
              </a:rPr>
              <a:t>)</a:t>
            </a:r>
            <a:endParaRPr lang="ko-KR" altLang="en-US" sz="1000" spc="-60" dirty="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+mj-cs"/>
            </a:endParaRPr>
          </a:p>
        </p:txBody>
      </p:sp>
      <p:cxnSp>
        <p:nvCxnSpPr>
          <p:cNvPr id="137" name="직선 화살표 연결선 136">
            <a:extLst>
              <a:ext uri="{FF2B5EF4-FFF2-40B4-BE49-F238E27FC236}">
                <a16:creationId xmlns:a16="http://schemas.microsoft.com/office/drawing/2014/main" id="{81EF563F-A689-455A-AD3C-0E4D6D6D1A35}"/>
              </a:ext>
            </a:extLst>
          </p:cNvPr>
          <p:cNvCxnSpPr>
            <a:cxnSpLocks/>
            <a:endCxn id="135" idx="2"/>
          </p:cNvCxnSpPr>
          <p:nvPr/>
        </p:nvCxnSpPr>
        <p:spPr>
          <a:xfrm flipV="1">
            <a:off x="6374292" y="2362796"/>
            <a:ext cx="1537481" cy="1618818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직선 화살표 연결선 137">
            <a:extLst>
              <a:ext uri="{FF2B5EF4-FFF2-40B4-BE49-F238E27FC236}">
                <a16:creationId xmlns:a16="http://schemas.microsoft.com/office/drawing/2014/main" id="{A4E4483F-1B81-4A65-9EB2-2317E82C944A}"/>
              </a:ext>
            </a:extLst>
          </p:cNvPr>
          <p:cNvCxnSpPr>
            <a:cxnSpLocks/>
            <a:stCxn id="154" idx="6"/>
            <a:endCxn id="134" idx="2"/>
          </p:cNvCxnSpPr>
          <p:nvPr/>
        </p:nvCxnSpPr>
        <p:spPr>
          <a:xfrm flipV="1">
            <a:off x="6390534" y="4219135"/>
            <a:ext cx="1521239" cy="21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화살표 연결선 138">
            <a:extLst>
              <a:ext uri="{FF2B5EF4-FFF2-40B4-BE49-F238E27FC236}">
                <a16:creationId xmlns:a16="http://schemas.microsoft.com/office/drawing/2014/main" id="{E3BC0D72-EFE2-451D-81CE-4C6EAF0D4389}"/>
              </a:ext>
            </a:extLst>
          </p:cNvPr>
          <p:cNvCxnSpPr>
            <a:cxnSpLocks/>
            <a:endCxn id="136" idx="2"/>
          </p:cNvCxnSpPr>
          <p:nvPr/>
        </p:nvCxnSpPr>
        <p:spPr>
          <a:xfrm>
            <a:off x="6410371" y="4425396"/>
            <a:ext cx="1501402" cy="1650078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양쪽 모서리가 둥근 사각형 270">
            <a:extLst>
              <a:ext uri="{FF2B5EF4-FFF2-40B4-BE49-F238E27FC236}">
                <a16:creationId xmlns:a16="http://schemas.microsoft.com/office/drawing/2014/main" id="{4C0EB35B-C379-41E6-B843-838B2C6A41FC}"/>
              </a:ext>
            </a:extLst>
          </p:cNvPr>
          <p:cNvSpPr/>
          <p:nvPr/>
        </p:nvSpPr>
        <p:spPr>
          <a:xfrm>
            <a:off x="6714216" y="3046778"/>
            <a:ext cx="1044596" cy="25710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9296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noProof="0" dirty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chemeClr val="accent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수입자정보</a:t>
            </a:r>
            <a:endParaRPr lang="en-US" altLang="ko-KR" sz="1200" b="1" noProof="0" dirty="0">
              <a:ln>
                <a:solidFill>
                  <a:prstClr val="white">
                    <a:lumMod val="50000"/>
                    <a:alpha val="0"/>
                  </a:prstClr>
                </a:solidFill>
              </a:ln>
              <a:solidFill>
                <a:schemeClr val="accent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41" name="양쪽 모서리가 둥근 사각형 270">
            <a:extLst>
              <a:ext uri="{FF2B5EF4-FFF2-40B4-BE49-F238E27FC236}">
                <a16:creationId xmlns:a16="http://schemas.microsoft.com/office/drawing/2014/main" id="{95FC941D-EE37-47E6-82E1-4721F8132B79}"/>
              </a:ext>
            </a:extLst>
          </p:cNvPr>
          <p:cNvSpPr/>
          <p:nvPr/>
        </p:nvSpPr>
        <p:spPr>
          <a:xfrm>
            <a:off x="6804863" y="4090793"/>
            <a:ext cx="863303" cy="25710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9296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chemeClr val="accent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제품정보</a:t>
            </a:r>
            <a:endParaRPr lang="en-US" altLang="ko-KR" sz="1200" b="1" noProof="0" dirty="0">
              <a:ln>
                <a:solidFill>
                  <a:prstClr val="white">
                    <a:lumMod val="50000"/>
                    <a:alpha val="0"/>
                  </a:prstClr>
                </a:solidFill>
              </a:ln>
              <a:solidFill>
                <a:schemeClr val="accent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42" name="양쪽 모서리가 둥근 사각형 270">
            <a:extLst>
              <a:ext uri="{FF2B5EF4-FFF2-40B4-BE49-F238E27FC236}">
                <a16:creationId xmlns:a16="http://schemas.microsoft.com/office/drawing/2014/main" id="{B52714D7-0BFE-4D99-9A82-7F79F3B92DC0}"/>
              </a:ext>
            </a:extLst>
          </p:cNvPr>
          <p:cNvSpPr/>
          <p:nvPr/>
        </p:nvSpPr>
        <p:spPr>
          <a:xfrm>
            <a:off x="6661986" y="5325308"/>
            <a:ext cx="1149056" cy="25710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89296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dirty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chemeClr val="accent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민원접수정보</a:t>
            </a:r>
            <a:endParaRPr lang="en-US" altLang="ko-KR" sz="1200" b="1" noProof="0" dirty="0">
              <a:ln>
                <a:solidFill>
                  <a:prstClr val="white">
                    <a:lumMod val="50000"/>
                    <a:alpha val="0"/>
                  </a:prstClr>
                </a:solidFill>
              </a:ln>
              <a:solidFill>
                <a:schemeClr val="accent2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E4A145E1-96FD-4254-9F55-233D1E0B81A4}"/>
              </a:ext>
            </a:extLst>
          </p:cNvPr>
          <p:cNvSpPr/>
          <p:nvPr/>
        </p:nvSpPr>
        <p:spPr>
          <a:xfrm>
            <a:off x="5027808" y="3537982"/>
            <a:ext cx="1362726" cy="1362726"/>
          </a:xfrm>
          <a:prstGeom prst="ellipse">
            <a:avLst/>
          </a:prstGeom>
          <a:noFill/>
          <a:ln w="19050" cap="flat" cmpd="sng" algn="ctr">
            <a:solidFill>
              <a:srgbClr val="D5760D"/>
            </a:solidFill>
            <a:prstDash val="solid"/>
          </a:ln>
          <a:effectLst>
            <a:glow rad="63500">
              <a:srgbClr val="FFC000">
                <a:alpha val="56000"/>
              </a:srgbClr>
            </a:glow>
          </a:effectLst>
        </p:spPr>
        <p:txBody>
          <a:bodyPr rot="0" spcFirstLastPara="0" vertOverflow="overflow" horzOverflow="overflow" vert="horz" wrap="square" lIns="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1015797" fontAlgn="base">
              <a:spcBef>
                <a:spcPts val="100"/>
              </a:spcBef>
              <a:spcAft>
                <a:spcPts val="100"/>
              </a:spcAft>
            </a:pPr>
            <a:endParaRPr kumimoji="1" lang="en-US" altLang="ko-KR" sz="800" dirty="0">
              <a:solidFill>
                <a:srgbClr val="0679CF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F4EAD0D9-6F47-4896-B00B-C5C81B934385}"/>
              </a:ext>
            </a:extLst>
          </p:cNvPr>
          <p:cNvSpPr/>
          <p:nvPr/>
        </p:nvSpPr>
        <p:spPr>
          <a:xfrm>
            <a:off x="5226026" y="4314861"/>
            <a:ext cx="96629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spc="-6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화학제품안전법</a:t>
            </a:r>
            <a:r>
              <a:rPr lang="en-US" altLang="ko-KR" sz="1000" spc="-6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prstClr val="black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*</a:t>
            </a:r>
            <a:endParaRPr lang="ko-KR" altLang="en-US" dirty="0"/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026013FE-821F-4ABB-BDEE-4F4E2C7A4B7A}"/>
              </a:ext>
            </a:extLst>
          </p:cNvPr>
          <p:cNvSpPr/>
          <p:nvPr/>
        </p:nvSpPr>
        <p:spPr>
          <a:xfrm>
            <a:off x="5123007" y="3728431"/>
            <a:ext cx="115608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pc="-6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rgbClr val="C00000"/>
                </a:solidFill>
                <a:latin typeface="+mj-ea"/>
                <a:ea typeface="+mj-ea"/>
              </a:rPr>
              <a:t>화학제품</a:t>
            </a:r>
            <a:endParaRPr lang="en-US" altLang="ko-KR" spc="-60" dirty="0">
              <a:ln>
                <a:solidFill>
                  <a:srgbClr val="6D88AF">
                    <a:alpha val="0"/>
                  </a:srgbClr>
                </a:solidFill>
              </a:ln>
              <a:solidFill>
                <a:srgbClr val="C00000"/>
              </a:solidFill>
              <a:latin typeface="+mj-ea"/>
              <a:ea typeface="+mj-ea"/>
            </a:endParaRPr>
          </a:p>
          <a:p>
            <a:pPr algn="ctr"/>
            <a:r>
              <a:rPr lang="ko-KR" altLang="en-US" spc="-6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rgbClr val="C00000"/>
                </a:solidFill>
                <a:latin typeface="+mj-ea"/>
                <a:ea typeface="+mj-ea"/>
              </a:rPr>
              <a:t>관리시스템</a:t>
            </a:r>
            <a:endParaRPr lang="ko-KR" altLang="en-US" sz="4000" dirty="0">
              <a:solidFill>
                <a:srgbClr val="C00000"/>
              </a:solidFill>
              <a:latin typeface="+mj-ea"/>
              <a:ea typeface="+mj-ea"/>
            </a:endParaRPr>
          </a:p>
        </p:txBody>
      </p:sp>
      <p:sp>
        <p:nvSpPr>
          <p:cNvPr id="174" name="Rectangle 42" descr="o2">
            <a:extLst>
              <a:ext uri="{FF2B5EF4-FFF2-40B4-BE49-F238E27FC236}">
                <a16:creationId xmlns:a16="http://schemas.microsoft.com/office/drawing/2014/main" id="{F9C0EF03-73AA-477D-84DE-A2010922F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8419" y="4552555"/>
            <a:ext cx="1793213" cy="475884"/>
          </a:xfrm>
          <a:prstGeom prst="round2SameRect">
            <a:avLst>
              <a:gd name="adj1" fmla="val 6703"/>
              <a:gd name="adj2" fmla="val 8466"/>
            </a:avLst>
          </a:prstGeom>
          <a:gradFill>
            <a:gsLst>
              <a:gs pos="50000">
                <a:srgbClr val="EAE7E6"/>
              </a:gs>
              <a:gs pos="50000">
                <a:srgbClr val="E2DEDC"/>
              </a:gs>
            </a:gsLst>
            <a:lin ang="3600000" scaled="0"/>
          </a:gra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ctr">
              <a:buClr>
                <a:srgbClr val="175097"/>
              </a:buClr>
              <a:buSzPct val="80000"/>
              <a:tabLst>
                <a:tab pos="355636" algn="l"/>
              </a:tabLst>
            </a:pPr>
            <a:r>
              <a:rPr lang="ko-KR" altLang="en-US" sz="1400" b="1" spc="-6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j-cs"/>
              </a:rPr>
              <a:t>공공데이터 포털</a:t>
            </a:r>
            <a:endParaRPr lang="en-US" altLang="ko-KR" sz="1400" b="1" spc="-60" dirty="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+mj-cs"/>
            </a:endParaRPr>
          </a:p>
          <a:p>
            <a:pPr algn="ctr" fontAlgn="ctr">
              <a:buClr>
                <a:srgbClr val="175097"/>
              </a:buClr>
              <a:buSzPct val="80000"/>
              <a:tabLst>
                <a:tab pos="355636" algn="l"/>
              </a:tabLst>
            </a:pPr>
            <a:r>
              <a:rPr lang="en-US" altLang="ko-KR" sz="1000" spc="-6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j-cs"/>
              </a:rPr>
              <a:t>(data.co.kr)</a:t>
            </a:r>
            <a:endParaRPr lang="ko-KR" altLang="en-US" sz="1000" spc="-60" dirty="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+mj-cs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9A518D83-D13F-483F-AEED-67C08737D2DC}"/>
              </a:ext>
            </a:extLst>
          </p:cNvPr>
          <p:cNvCxnSpPr>
            <a:stCxn id="174" idx="0"/>
            <a:endCxn id="154" idx="2"/>
          </p:cNvCxnSpPr>
          <p:nvPr/>
        </p:nvCxnSpPr>
        <p:spPr>
          <a:xfrm flipV="1">
            <a:off x="2861632" y="4219345"/>
            <a:ext cx="2166176" cy="571152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양쪽 모서리가 둥근 사각형 270">
            <a:extLst>
              <a:ext uri="{FF2B5EF4-FFF2-40B4-BE49-F238E27FC236}">
                <a16:creationId xmlns:a16="http://schemas.microsoft.com/office/drawing/2014/main" id="{8A1205C1-37C8-49AD-A9BC-F718DEDDAB1E}"/>
              </a:ext>
            </a:extLst>
          </p:cNvPr>
          <p:cNvSpPr/>
          <p:nvPr/>
        </p:nvSpPr>
        <p:spPr>
          <a:xfrm>
            <a:off x="3369662" y="4407819"/>
            <a:ext cx="843148" cy="25710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892962" latinLnBrk="1"/>
            <a:r>
              <a:rPr lang="ko-KR" altLang="en-US" sz="1200" b="1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chemeClr val="accent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주소</a:t>
            </a:r>
            <a:endParaRPr lang="en-US" altLang="ko-KR" sz="1200" b="1" dirty="0">
              <a:ln>
                <a:solidFill>
                  <a:prstClr val="white">
                    <a:lumMod val="50000"/>
                    <a:alpha val="0"/>
                  </a:prstClr>
                </a:solidFill>
              </a:ln>
              <a:solidFill>
                <a:schemeClr val="accent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5A75FDC8-1615-4B4D-A41A-D6B688FD1BB3}"/>
              </a:ext>
            </a:extLst>
          </p:cNvPr>
          <p:cNvGrpSpPr/>
          <p:nvPr/>
        </p:nvGrpSpPr>
        <p:grpSpPr>
          <a:xfrm>
            <a:off x="4980604" y="5771120"/>
            <a:ext cx="1305698" cy="257105"/>
            <a:chOff x="4482209" y="5946921"/>
            <a:chExt cx="1305698" cy="257105"/>
          </a:xfrm>
        </p:grpSpPr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BBF211CA-CB7A-4DDA-9AE6-EE89BC5F6BC7}"/>
                </a:ext>
              </a:extLst>
            </p:cNvPr>
            <p:cNvCxnSpPr>
              <a:cxnSpLocks/>
            </p:cNvCxnSpPr>
            <p:nvPr/>
          </p:nvCxnSpPr>
          <p:spPr>
            <a:xfrm>
              <a:off x="4482209" y="6075474"/>
              <a:ext cx="624663" cy="0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0" name="양쪽 모서리가 둥근 사각형 270">
              <a:extLst>
                <a:ext uri="{FF2B5EF4-FFF2-40B4-BE49-F238E27FC236}">
                  <a16:creationId xmlns:a16="http://schemas.microsoft.com/office/drawing/2014/main" id="{30086121-9372-4208-AE67-30091B6750CD}"/>
                </a:ext>
              </a:extLst>
            </p:cNvPr>
            <p:cNvSpPr/>
            <p:nvPr/>
          </p:nvSpPr>
          <p:spPr>
            <a:xfrm>
              <a:off x="5170932" y="5946921"/>
              <a:ext cx="616975" cy="257105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892962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000">
                  <a:ln>
                    <a:solidFill>
                      <a:prstClr val="white">
                        <a:lumMod val="50000"/>
                        <a:alpha val="0"/>
                      </a:prstClr>
                    </a:solidFill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참조용</a:t>
              </a:r>
              <a:endParaRPr lang="en-US" altLang="ko-KR" sz="1000" noProof="0" dirty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902CDC5-961C-4D72-9F34-CAADBE6933A9}"/>
              </a:ext>
            </a:extLst>
          </p:cNvPr>
          <p:cNvGrpSpPr/>
          <p:nvPr/>
        </p:nvGrpSpPr>
        <p:grpSpPr>
          <a:xfrm>
            <a:off x="4980604" y="6020116"/>
            <a:ext cx="1681382" cy="257105"/>
            <a:chOff x="4482209" y="6204026"/>
            <a:chExt cx="1681382" cy="257105"/>
          </a:xfrm>
        </p:grpSpPr>
        <p:cxnSp>
          <p:nvCxnSpPr>
            <p:cNvPr id="188" name="직선 화살표 연결선 187">
              <a:extLst>
                <a:ext uri="{FF2B5EF4-FFF2-40B4-BE49-F238E27FC236}">
                  <a16:creationId xmlns:a16="http://schemas.microsoft.com/office/drawing/2014/main" id="{9511B69F-5316-471F-8CD8-1A083143AF49}"/>
                </a:ext>
              </a:extLst>
            </p:cNvPr>
            <p:cNvCxnSpPr>
              <a:cxnSpLocks/>
            </p:cNvCxnSpPr>
            <p:nvPr/>
          </p:nvCxnSpPr>
          <p:spPr>
            <a:xfrm>
              <a:off x="4482209" y="6332578"/>
              <a:ext cx="624663" cy="0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1" name="양쪽 모서리가 둥근 사각형 270">
              <a:extLst>
                <a:ext uri="{FF2B5EF4-FFF2-40B4-BE49-F238E27FC236}">
                  <a16:creationId xmlns:a16="http://schemas.microsoft.com/office/drawing/2014/main" id="{57D73AA4-4C8B-416F-802E-5111246AEB5A}"/>
                </a:ext>
              </a:extLst>
            </p:cNvPr>
            <p:cNvSpPr/>
            <p:nvPr/>
          </p:nvSpPr>
          <p:spPr>
            <a:xfrm>
              <a:off x="5170932" y="6204026"/>
              <a:ext cx="992659" cy="257105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892962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000">
                  <a:ln>
                    <a:solidFill>
                      <a:prstClr val="white">
                        <a:lumMod val="50000"/>
                        <a:alpha val="0"/>
                      </a:prstClr>
                    </a:solidFill>
                  </a:ln>
                  <a:solidFill>
                    <a:schemeClr val="accent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연계완료</a:t>
              </a:r>
              <a:endParaRPr lang="en-US" altLang="ko-KR" sz="1000" noProof="0" dirty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chemeClr val="accent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32017A69-9DAE-4F1C-A497-323C7AFD9DCD}"/>
              </a:ext>
            </a:extLst>
          </p:cNvPr>
          <p:cNvGrpSpPr/>
          <p:nvPr/>
        </p:nvGrpSpPr>
        <p:grpSpPr>
          <a:xfrm>
            <a:off x="4980604" y="6269113"/>
            <a:ext cx="1605632" cy="257105"/>
            <a:chOff x="4482209" y="6444914"/>
            <a:chExt cx="1605632" cy="257105"/>
          </a:xfrm>
        </p:grpSpPr>
        <p:cxnSp>
          <p:nvCxnSpPr>
            <p:cNvPr id="189" name="직선 화살표 연결선 188">
              <a:extLst>
                <a:ext uri="{FF2B5EF4-FFF2-40B4-BE49-F238E27FC236}">
                  <a16:creationId xmlns:a16="http://schemas.microsoft.com/office/drawing/2014/main" id="{9B6CCBE7-5CC2-4F2B-BC9B-82BBAFC1649C}"/>
                </a:ext>
              </a:extLst>
            </p:cNvPr>
            <p:cNvCxnSpPr>
              <a:cxnSpLocks/>
            </p:cNvCxnSpPr>
            <p:nvPr/>
          </p:nvCxnSpPr>
          <p:spPr>
            <a:xfrm>
              <a:off x="4482209" y="6573466"/>
              <a:ext cx="624663" cy="0"/>
            </a:xfrm>
            <a:prstGeom prst="straightConnector1">
              <a:avLst/>
            </a:prstGeom>
            <a:ln w="190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2" name="양쪽 모서리가 둥근 사각형 270">
              <a:extLst>
                <a:ext uri="{FF2B5EF4-FFF2-40B4-BE49-F238E27FC236}">
                  <a16:creationId xmlns:a16="http://schemas.microsoft.com/office/drawing/2014/main" id="{5B3D49B4-27A9-4F9D-A992-66A600A8F653}"/>
                </a:ext>
              </a:extLst>
            </p:cNvPr>
            <p:cNvSpPr/>
            <p:nvPr/>
          </p:nvSpPr>
          <p:spPr>
            <a:xfrm>
              <a:off x="5170932" y="6444914"/>
              <a:ext cx="916909" cy="257105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892962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000">
                  <a:ln>
                    <a:solidFill>
                      <a:prstClr val="white">
                        <a:lumMod val="50000"/>
                        <a:alpha val="0"/>
                      </a:prstClr>
                    </a:solidFill>
                  </a:ln>
                  <a:solidFill>
                    <a:schemeClr val="accent2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연계예정</a:t>
              </a:r>
              <a:endParaRPr lang="en-US" altLang="ko-KR" sz="1000" noProof="0" dirty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chemeClr val="accent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74408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그룹 30">
            <a:extLst>
              <a:ext uri="{FF2B5EF4-FFF2-40B4-BE49-F238E27FC236}">
                <a16:creationId xmlns:a16="http://schemas.microsoft.com/office/drawing/2014/main" id="{250286FF-91D0-4C43-8A6A-C3CC67000F85}"/>
              </a:ext>
            </a:extLst>
          </p:cNvPr>
          <p:cNvGrpSpPr/>
          <p:nvPr/>
        </p:nvGrpSpPr>
        <p:grpSpPr>
          <a:xfrm>
            <a:off x="557213" y="383430"/>
            <a:ext cx="9258750" cy="978887"/>
            <a:chOff x="557213" y="383430"/>
            <a:chExt cx="9258750" cy="978887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D277BAF4-FB86-4416-9702-1AB832F9C81A}"/>
                </a:ext>
              </a:extLst>
            </p:cNvPr>
            <p:cNvGrpSpPr/>
            <p:nvPr/>
          </p:nvGrpSpPr>
          <p:grpSpPr>
            <a:xfrm>
              <a:off x="557213" y="383430"/>
              <a:ext cx="8671140" cy="978887"/>
              <a:chOff x="557213" y="383430"/>
              <a:chExt cx="8671140" cy="978887"/>
            </a:xfrm>
          </p:grpSpPr>
          <p:sp>
            <p:nvSpPr>
              <p:cNvPr id="59" name="Rectangle 6">
                <a:extLst>
                  <a:ext uri="{FF2B5EF4-FFF2-40B4-BE49-F238E27FC236}">
                    <a16:creationId xmlns:a16="http://schemas.microsoft.com/office/drawing/2014/main" id="{E1A376AD-2FA0-427A-9B5D-504D72A8BE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7213" y="383430"/>
                <a:ext cx="531454" cy="5539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 anchor="b">
                <a:spAutoFit/>
              </a:bodyPr>
              <a:lstStyle/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itchFamily="2" charset="2"/>
                  <a:buNone/>
                  <a:tabLst/>
                  <a:defRPr/>
                </a:pPr>
                <a:r>
                  <a:rPr kumimoji="0" lang="en-US" altLang="ko-KR" sz="3600" b="0" i="0" u="none" strike="noStrike" kern="1200" cap="none" spc="-49" normalizeH="0" baseline="0" noProof="0">
                    <a:ln>
                      <a:solidFill>
                        <a:srgbClr val="D64E75">
                          <a:alpha val="0"/>
                        </a:srgbClr>
                      </a:solidFill>
                    </a:ln>
                    <a:solidFill>
                      <a:srgbClr val="A9CE56"/>
                    </a:solidFill>
                    <a:effectLst/>
                    <a:uLnTx/>
                    <a:uFillTx/>
                    <a:latin typeface="KoPub바탕체 Bold" panose="00000800000000000000" pitchFamily="2" charset="-127"/>
                    <a:ea typeface="KoPub바탕체 Bold" panose="00000800000000000000" pitchFamily="2" charset="-127"/>
                    <a:cs typeface="+mn-cs"/>
                  </a:rPr>
                  <a:t>0</a:t>
                </a:r>
                <a:r>
                  <a:rPr lang="en-US" altLang="ko-KR" sz="3600" spc="-49" dirty="0">
                    <a:ln>
                      <a:solidFill>
                        <a:srgbClr val="D64E75">
                          <a:alpha val="0"/>
                        </a:srgbClr>
                      </a:solidFill>
                    </a:ln>
                    <a:solidFill>
                      <a:srgbClr val="4B8E42"/>
                    </a:solidFill>
                    <a:latin typeface="KoPub바탕체 Bold" panose="00000800000000000000" pitchFamily="2" charset="-127"/>
                    <a:ea typeface="KoPub바탕체 Bold" panose="00000800000000000000" pitchFamily="2" charset="-127"/>
                  </a:rPr>
                  <a:t>2</a:t>
                </a:r>
                <a:endParaRPr kumimoji="0" lang="ko-KR" altLang="en-US" sz="3600" b="0" i="0" u="none" strike="noStrike" kern="1200" cap="none" spc="-49" normalizeH="0" baseline="0" noProof="0" dirty="0">
                  <a:ln>
                    <a:solidFill>
                      <a:srgbClr val="D64E75">
                        <a:alpha val="0"/>
                      </a:srgbClr>
                    </a:solidFill>
                  </a:ln>
                  <a:solidFill>
                    <a:srgbClr val="4B8E42"/>
                  </a:solidFill>
                  <a:effectLst/>
                  <a:uLnTx/>
                  <a:uFillTx/>
                  <a:latin typeface="KoPub바탕체 Bold" panose="00000800000000000000" pitchFamily="2" charset="-127"/>
                  <a:ea typeface="KoPub바탕체 Bold" panose="00000800000000000000" pitchFamily="2" charset="-127"/>
                  <a:cs typeface="+mn-cs"/>
                </a:endParaRPr>
              </a:p>
            </p:txBody>
          </p:sp>
          <p:sp>
            <p:nvSpPr>
              <p:cNvPr id="60" name="Rectangle 6">
                <a:extLst>
                  <a:ext uri="{FF2B5EF4-FFF2-40B4-BE49-F238E27FC236}">
                    <a16:creationId xmlns:a16="http://schemas.microsoft.com/office/drawing/2014/main" id="{AC352C42-6015-41C4-A05F-F5B59860C4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6235" y="598511"/>
                <a:ext cx="6743805" cy="3077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 anchor="b">
                <a:spAutoFit/>
              </a:bodyPr>
              <a:lstStyle/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itchFamily="2" charset="2"/>
                  <a:buNone/>
                  <a:tabLst/>
                  <a:defRPr/>
                </a:pPr>
                <a:r>
                  <a:rPr kumimoji="0" lang="ko-KR" altLang="en-US" sz="2000" b="0" i="0" u="none" strike="noStrike" kern="1200" cap="none" spc="-49" normalizeH="0" baseline="0">
                    <a:ln>
                      <a:solidFill>
                        <a:srgbClr val="D64E75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+mn-cs"/>
                  </a:rPr>
                  <a:t>기업회원 및 일반회원 관리</a:t>
                </a:r>
                <a:r>
                  <a:rPr lang="en-US" altLang="ko-KR" sz="2000" spc="-49">
                    <a:ln>
                      <a:solidFill>
                        <a:srgbClr val="D64E75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_</a:t>
                </a:r>
                <a:r>
                  <a:rPr lang="ko-KR" altLang="en-US" sz="2000" spc="-49">
                    <a:ln>
                      <a:solidFill>
                        <a:srgbClr val="D64E75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회원정보 수정 프로세스</a:t>
                </a:r>
                <a:endParaRPr kumimoji="0" lang="ko-KR" altLang="en-US" sz="2000" b="0" i="0" u="none" strike="noStrike" kern="1200" cap="none" spc="-49" normalizeH="0" baseline="0" noProof="0" dirty="0">
                  <a:ln>
                    <a:solidFill>
                      <a:srgbClr val="D64E75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endParaRPr>
              </a:p>
            </p:txBody>
          </p:sp>
          <p:grpSp>
            <p:nvGrpSpPr>
              <p:cNvPr id="61" name="그룹 60">
                <a:extLst>
                  <a:ext uri="{FF2B5EF4-FFF2-40B4-BE49-F238E27FC236}">
                    <a16:creationId xmlns:a16="http://schemas.microsoft.com/office/drawing/2014/main" id="{74D6BEF5-3BF9-4AA3-B7E4-4272E12B19FE}"/>
                  </a:ext>
                </a:extLst>
              </p:cNvPr>
              <p:cNvGrpSpPr/>
              <p:nvPr/>
            </p:nvGrpSpPr>
            <p:grpSpPr>
              <a:xfrm>
                <a:off x="565201" y="1123003"/>
                <a:ext cx="8663152" cy="239314"/>
                <a:chOff x="1283748" y="1193940"/>
                <a:chExt cx="8663152" cy="239314"/>
              </a:xfrm>
            </p:grpSpPr>
            <p:sp>
              <p:nvSpPr>
                <p:cNvPr id="62" name="Freeform 31">
                  <a:extLst>
                    <a:ext uri="{FF2B5EF4-FFF2-40B4-BE49-F238E27FC236}">
                      <a16:creationId xmlns:a16="http://schemas.microsoft.com/office/drawing/2014/main" id="{73EE3838-E26E-4FD7-8A6B-B957D865140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283748" y="1193940"/>
                  <a:ext cx="240252" cy="239314"/>
                </a:xfrm>
                <a:custGeom>
                  <a:avLst/>
                  <a:gdLst>
                    <a:gd name="T0" fmla="*/ 96 w 192"/>
                    <a:gd name="T1" fmla="*/ 0 h 191"/>
                    <a:gd name="T2" fmla="*/ 0 w 192"/>
                    <a:gd name="T3" fmla="*/ 95 h 191"/>
                    <a:gd name="T4" fmla="*/ 96 w 192"/>
                    <a:gd name="T5" fmla="*/ 191 h 191"/>
                    <a:gd name="T6" fmla="*/ 192 w 192"/>
                    <a:gd name="T7" fmla="*/ 95 h 191"/>
                    <a:gd name="T8" fmla="*/ 96 w 192"/>
                    <a:gd name="T9" fmla="*/ 0 h 191"/>
                    <a:gd name="T10" fmla="*/ 156 w 192"/>
                    <a:gd name="T11" fmla="*/ 73 h 191"/>
                    <a:gd name="T12" fmla="*/ 86 w 192"/>
                    <a:gd name="T13" fmla="*/ 142 h 191"/>
                    <a:gd name="T14" fmla="*/ 77 w 192"/>
                    <a:gd name="T15" fmla="*/ 145 h 191"/>
                    <a:gd name="T16" fmla="*/ 68 w 192"/>
                    <a:gd name="T17" fmla="*/ 142 h 191"/>
                    <a:gd name="T18" fmla="*/ 37 w 192"/>
                    <a:gd name="T19" fmla="*/ 110 h 191"/>
                    <a:gd name="T20" fmla="*/ 37 w 192"/>
                    <a:gd name="T21" fmla="*/ 92 h 191"/>
                    <a:gd name="T22" fmla="*/ 55 w 192"/>
                    <a:gd name="T23" fmla="*/ 92 h 191"/>
                    <a:gd name="T24" fmla="*/ 77 w 192"/>
                    <a:gd name="T25" fmla="*/ 115 h 191"/>
                    <a:gd name="T26" fmla="*/ 138 w 192"/>
                    <a:gd name="T27" fmla="*/ 55 h 191"/>
                    <a:gd name="T28" fmla="*/ 156 w 192"/>
                    <a:gd name="T29" fmla="*/ 55 h 191"/>
                    <a:gd name="T30" fmla="*/ 156 w 192"/>
                    <a:gd name="T31" fmla="*/ 73 h 1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192" h="191">
                      <a:moveTo>
                        <a:pt x="96" y="0"/>
                      </a:moveTo>
                      <a:cubicBezTo>
                        <a:pt x="43" y="0"/>
                        <a:pt x="0" y="42"/>
                        <a:pt x="0" y="95"/>
                      </a:cubicBezTo>
                      <a:cubicBezTo>
                        <a:pt x="0" y="148"/>
                        <a:pt x="43" y="191"/>
                        <a:pt x="96" y="191"/>
                      </a:cubicBezTo>
                      <a:cubicBezTo>
                        <a:pt x="149" y="191"/>
                        <a:pt x="192" y="148"/>
                        <a:pt x="192" y="95"/>
                      </a:cubicBezTo>
                      <a:cubicBezTo>
                        <a:pt x="192" y="42"/>
                        <a:pt x="149" y="0"/>
                        <a:pt x="96" y="0"/>
                      </a:cubicBezTo>
                      <a:close/>
                      <a:moveTo>
                        <a:pt x="156" y="73"/>
                      </a:moveTo>
                      <a:cubicBezTo>
                        <a:pt x="86" y="142"/>
                        <a:pt x="86" y="142"/>
                        <a:pt x="86" y="142"/>
                      </a:cubicBezTo>
                      <a:cubicBezTo>
                        <a:pt x="84" y="144"/>
                        <a:pt x="81" y="145"/>
                        <a:pt x="77" y="145"/>
                      </a:cubicBezTo>
                      <a:cubicBezTo>
                        <a:pt x="74" y="145"/>
                        <a:pt x="71" y="144"/>
                        <a:pt x="68" y="142"/>
                      </a:cubicBezTo>
                      <a:cubicBezTo>
                        <a:pt x="37" y="110"/>
                        <a:pt x="37" y="110"/>
                        <a:pt x="37" y="110"/>
                      </a:cubicBezTo>
                      <a:cubicBezTo>
                        <a:pt x="32" y="105"/>
                        <a:pt x="32" y="97"/>
                        <a:pt x="37" y="92"/>
                      </a:cubicBezTo>
                      <a:cubicBezTo>
                        <a:pt x="42" y="87"/>
                        <a:pt x="50" y="87"/>
                        <a:pt x="55" y="92"/>
                      </a:cubicBezTo>
                      <a:cubicBezTo>
                        <a:pt x="77" y="115"/>
                        <a:pt x="77" y="115"/>
                        <a:pt x="77" y="115"/>
                      </a:cubicBezTo>
                      <a:cubicBezTo>
                        <a:pt x="138" y="55"/>
                        <a:pt x="138" y="55"/>
                        <a:pt x="138" y="55"/>
                      </a:cubicBezTo>
                      <a:cubicBezTo>
                        <a:pt x="143" y="50"/>
                        <a:pt x="151" y="50"/>
                        <a:pt x="156" y="55"/>
                      </a:cubicBezTo>
                      <a:cubicBezTo>
                        <a:pt x="161" y="60"/>
                        <a:pt x="161" y="68"/>
                        <a:pt x="156" y="7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92F256F7-5BEA-46B9-9462-EECE20BB170E}"/>
                    </a:ext>
                  </a:extLst>
                </p:cNvPr>
                <p:cNvSpPr txBox="1"/>
                <p:nvPr/>
              </p:nvSpPr>
              <p:spPr>
                <a:xfrm>
                  <a:off x="1627315" y="1205875"/>
                  <a:ext cx="8319585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ko-KR" altLang="en-US" sz="140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prstClr val="white"/>
                      </a:solidFill>
                      <a:latin typeface="+mj-ea"/>
                      <a:ea typeface="+mj-ea"/>
                    </a:rPr>
                    <a:t>화학제품안전법에 신청인 정보 변경</a:t>
                  </a:r>
                  <a:r>
                    <a:rPr lang="en-US" altLang="ko-KR" sz="140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prstClr val="white"/>
                      </a:solidFill>
                      <a:latin typeface="+mj-ea"/>
                      <a:ea typeface="+mj-ea"/>
                    </a:rPr>
                    <a:t>(</a:t>
                  </a:r>
                  <a:r>
                    <a:rPr lang="ko-KR" altLang="en-US" sz="140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prstClr val="white"/>
                      </a:solidFill>
                      <a:latin typeface="+mj-ea"/>
                      <a:ea typeface="+mj-ea"/>
                    </a:rPr>
                    <a:t>변경승인</a:t>
                  </a:r>
                  <a:r>
                    <a:rPr lang="en-US" altLang="ko-KR" sz="140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prstClr val="white"/>
                      </a:solidFill>
                      <a:latin typeface="+mj-ea"/>
                      <a:ea typeface="+mj-ea"/>
                    </a:rPr>
                    <a:t>, </a:t>
                  </a:r>
                  <a:r>
                    <a:rPr lang="ko-KR" altLang="en-US" sz="140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prstClr val="white"/>
                      </a:solidFill>
                      <a:latin typeface="+mj-ea"/>
                      <a:ea typeface="+mj-ea"/>
                    </a:rPr>
                    <a:t>변경신청 등</a:t>
                  </a:r>
                  <a:r>
                    <a:rPr lang="en-US" altLang="ko-KR" sz="140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prstClr val="white"/>
                      </a:solidFill>
                      <a:latin typeface="+mj-ea"/>
                      <a:ea typeface="+mj-ea"/>
                    </a:rPr>
                    <a:t>)</a:t>
                  </a:r>
                  <a:r>
                    <a:rPr lang="ko-KR" altLang="en-US" sz="140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prstClr val="white"/>
                      </a:solidFill>
                      <a:latin typeface="+mj-ea"/>
                      <a:ea typeface="+mj-ea"/>
                    </a:rPr>
                    <a:t>이 정의되지 않은 업무는 </a:t>
                  </a:r>
                  <a:r>
                    <a:rPr lang="ko-KR" altLang="en-US" sz="140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rgbClr val="FFFF00"/>
                      </a:solidFill>
                      <a:latin typeface="+mj-ea"/>
                      <a:ea typeface="+mj-ea"/>
                    </a:rPr>
                    <a:t>기업정보 변경 승인 후 즉시 반영 </a:t>
                  </a:r>
                  <a:endParaRPr kumimoji="0" lang="ko-KR" altLang="en-US" sz="1400" i="0" u="none" strike="noStrike" kern="1200" cap="none" spc="0" normalizeH="0" baseline="0" noProof="0" dirty="0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+mj-ea"/>
                    <a:ea typeface="+mj-ea"/>
                    <a:cs typeface="+mn-cs"/>
                  </a:endParaRPr>
                </a:p>
              </p:txBody>
            </p:sp>
          </p:grpSp>
        </p:grp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28061A1D-5541-4FF3-BEB4-8C892FA0F642}"/>
                </a:ext>
              </a:extLst>
            </p:cNvPr>
            <p:cNvGrpSpPr/>
            <p:nvPr/>
          </p:nvGrpSpPr>
          <p:grpSpPr>
            <a:xfrm>
              <a:off x="8934005" y="699034"/>
              <a:ext cx="881958" cy="245691"/>
              <a:chOff x="8458455" y="782973"/>
              <a:chExt cx="881958" cy="245691"/>
            </a:xfrm>
          </p:grpSpPr>
          <p:grpSp>
            <p:nvGrpSpPr>
              <p:cNvPr id="34" name="그룹 33">
                <a:extLst>
                  <a:ext uri="{FF2B5EF4-FFF2-40B4-BE49-F238E27FC236}">
                    <a16:creationId xmlns:a16="http://schemas.microsoft.com/office/drawing/2014/main" id="{F30FD26E-0958-4BE7-937E-0350C66D6C7A}"/>
                  </a:ext>
                </a:extLst>
              </p:cNvPr>
              <p:cNvGrpSpPr/>
              <p:nvPr/>
            </p:nvGrpSpPr>
            <p:grpSpPr>
              <a:xfrm>
                <a:off x="8697949" y="782973"/>
                <a:ext cx="163476" cy="245691"/>
                <a:chOff x="8658927" y="782973"/>
                <a:chExt cx="163476" cy="245691"/>
              </a:xfrm>
            </p:grpSpPr>
            <p:sp>
              <p:nvSpPr>
                <p:cNvPr id="44" name="사각형: 둥근 위쪽 모서리 43">
                  <a:extLst>
                    <a:ext uri="{FF2B5EF4-FFF2-40B4-BE49-F238E27FC236}">
                      <a16:creationId xmlns:a16="http://schemas.microsoft.com/office/drawing/2014/main" id="{0ACFC5AA-E705-4466-ACC8-776E2596F441}"/>
                    </a:ext>
                  </a:extLst>
                </p:cNvPr>
                <p:cNvSpPr/>
                <p:nvPr/>
              </p:nvSpPr>
              <p:spPr>
                <a:xfrm>
                  <a:off x="8658927" y="956664"/>
                  <a:ext cx="163476" cy="72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rgbClr val="66B35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58" name="직사각형 57">
                  <a:extLst>
                    <a:ext uri="{FF2B5EF4-FFF2-40B4-BE49-F238E27FC236}">
                      <a16:creationId xmlns:a16="http://schemas.microsoft.com/office/drawing/2014/main" id="{A354ED15-3D73-4E95-A2EB-18D813D3ECED}"/>
                    </a:ext>
                  </a:extLst>
                </p:cNvPr>
                <p:cNvSpPr/>
                <p:nvPr/>
              </p:nvSpPr>
              <p:spPr>
                <a:xfrm>
                  <a:off x="8658927" y="782973"/>
                  <a:ext cx="163476" cy="14933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00" b="0" i="0" u="none" strike="noStrike" kern="0" cap="none" spc="-30" normalizeH="0" baseline="0" noProof="0" dirty="0">
                      <a:ln w="3175">
                        <a:solidFill>
                          <a:prstClr val="white">
                            <a:lumMod val="75000"/>
                            <a:alpha val="0"/>
                          </a:prstClr>
                        </a:solidFill>
                      </a:ln>
                      <a:solidFill>
                        <a:srgbClr val="4B8E42"/>
                      </a:solidFill>
                      <a:effectLst/>
                      <a:uLnTx/>
                      <a:uFillTx/>
                      <a:latin typeface="KoPub바탕체 Medium" panose="00000600000000000000" pitchFamily="2" charset="-127"/>
                      <a:ea typeface="KoPub바탕체 Medium" panose="00000600000000000000" pitchFamily="2" charset="-127"/>
                      <a:cs typeface="+mn-cs"/>
                    </a:rPr>
                    <a:t>Ⅱ</a:t>
                  </a:r>
                  <a:endParaRPr kumimoji="0" lang="ko-KR" altLang="en-US" sz="10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srgbClr val="4B8E42"/>
                    </a:solidFill>
                    <a:effectLst/>
                    <a:uLnTx/>
                    <a:uFillTx/>
                    <a:latin typeface="KoPub바탕체 Medium" panose="00000600000000000000" pitchFamily="2" charset="-127"/>
                    <a:ea typeface="KoPub바탕체 Medium" panose="00000600000000000000" pitchFamily="2" charset="-127"/>
                    <a:cs typeface="+mn-cs"/>
                  </a:endParaRPr>
                </a:p>
              </p:txBody>
            </p:sp>
          </p:grpSp>
          <p:grpSp>
            <p:nvGrpSpPr>
              <p:cNvPr id="35" name="그룹 34">
                <a:extLst>
                  <a:ext uri="{FF2B5EF4-FFF2-40B4-BE49-F238E27FC236}">
                    <a16:creationId xmlns:a16="http://schemas.microsoft.com/office/drawing/2014/main" id="{26ACEB8C-6E03-4863-A7A4-3BC3CEB11C32}"/>
                  </a:ext>
                </a:extLst>
              </p:cNvPr>
              <p:cNvGrpSpPr/>
              <p:nvPr/>
            </p:nvGrpSpPr>
            <p:grpSpPr>
              <a:xfrm>
                <a:off x="8458455" y="782973"/>
                <a:ext cx="163476" cy="245691"/>
                <a:chOff x="8458455" y="782973"/>
                <a:chExt cx="163476" cy="245691"/>
              </a:xfrm>
            </p:grpSpPr>
            <p:sp>
              <p:nvSpPr>
                <p:cNvPr id="42" name="사각형: 둥근 위쪽 모서리 41">
                  <a:extLst>
                    <a:ext uri="{FF2B5EF4-FFF2-40B4-BE49-F238E27FC236}">
                      <a16:creationId xmlns:a16="http://schemas.microsoft.com/office/drawing/2014/main" id="{FE1C1CA9-E907-4258-B1CD-F41BB1456DB3}"/>
                    </a:ext>
                  </a:extLst>
                </p:cNvPr>
                <p:cNvSpPr/>
                <p:nvPr/>
              </p:nvSpPr>
              <p:spPr>
                <a:xfrm>
                  <a:off x="8458455" y="956664"/>
                  <a:ext cx="163476" cy="72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43" name="직사각형 42">
                  <a:extLst>
                    <a:ext uri="{FF2B5EF4-FFF2-40B4-BE49-F238E27FC236}">
                      <a16:creationId xmlns:a16="http://schemas.microsoft.com/office/drawing/2014/main" id="{B366C2DA-8481-4B43-A2F3-3BDCD266FFB1}"/>
                    </a:ext>
                  </a:extLst>
                </p:cNvPr>
                <p:cNvSpPr/>
                <p:nvPr/>
              </p:nvSpPr>
              <p:spPr>
                <a:xfrm>
                  <a:off x="8458455" y="782973"/>
                  <a:ext cx="163476" cy="14933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0" cap="none" spc="-30" normalizeH="0" baseline="0" noProof="0" dirty="0">
                      <a:ln w="3175">
                        <a:solidFill>
                          <a:prstClr val="white">
                            <a:lumMod val="75000"/>
                            <a:alpha val="0"/>
                          </a:prstClr>
                        </a:solidFill>
                      </a:ln>
                      <a:solidFill>
                        <a:prstClr val="white">
                          <a:lumMod val="75000"/>
                        </a:prstClr>
                      </a:solidFill>
                      <a:effectLst/>
                      <a:uLnTx/>
                      <a:uFillTx/>
                      <a:latin typeface="KoPub바탕체 Light" panose="00000300000000000000" pitchFamily="2" charset="-127"/>
                      <a:ea typeface="KoPub바탕체 Light" panose="00000300000000000000" pitchFamily="2" charset="-127"/>
                      <a:cs typeface="+mn-cs"/>
                    </a:rPr>
                    <a:t>Ⅰ</a:t>
                  </a:r>
                  <a:endParaRPr kumimoji="0" lang="ko-KR" altLang="en-US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endParaRPr>
                </a:p>
              </p:txBody>
            </p:sp>
          </p:grpSp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122E0346-086D-4809-A62F-39C65F358112}"/>
                  </a:ext>
                </a:extLst>
              </p:cNvPr>
              <p:cNvGrpSpPr/>
              <p:nvPr/>
            </p:nvGrpSpPr>
            <p:grpSpPr>
              <a:xfrm>
                <a:off x="9176937" y="782973"/>
                <a:ext cx="163476" cy="245691"/>
                <a:chOff x="9059871" y="782973"/>
                <a:chExt cx="163476" cy="245691"/>
              </a:xfrm>
            </p:grpSpPr>
            <p:sp>
              <p:nvSpPr>
                <p:cNvPr id="40" name="사각형: 둥근 위쪽 모서리 39">
                  <a:extLst>
                    <a:ext uri="{FF2B5EF4-FFF2-40B4-BE49-F238E27FC236}">
                      <a16:creationId xmlns:a16="http://schemas.microsoft.com/office/drawing/2014/main" id="{DC7FE71B-6330-4A14-8680-F52DC38022CF}"/>
                    </a:ext>
                  </a:extLst>
                </p:cNvPr>
                <p:cNvSpPr/>
                <p:nvPr/>
              </p:nvSpPr>
              <p:spPr>
                <a:xfrm>
                  <a:off x="9059871" y="956664"/>
                  <a:ext cx="163476" cy="72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41" name="직사각형 40">
                  <a:extLst>
                    <a:ext uri="{FF2B5EF4-FFF2-40B4-BE49-F238E27FC236}">
                      <a16:creationId xmlns:a16="http://schemas.microsoft.com/office/drawing/2014/main" id="{7E0E38FB-D78C-4D26-BFC3-9C58E922ED8D}"/>
                    </a:ext>
                  </a:extLst>
                </p:cNvPr>
                <p:cNvSpPr/>
                <p:nvPr/>
              </p:nvSpPr>
              <p:spPr>
                <a:xfrm>
                  <a:off x="9059871" y="782973"/>
                  <a:ext cx="163476" cy="14933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0" cap="none" spc="-30" normalizeH="0" baseline="0" noProof="0" dirty="0">
                      <a:ln w="3175">
                        <a:solidFill>
                          <a:prstClr val="white">
                            <a:lumMod val="75000"/>
                            <a:alpha val="0"/>
                          </a:prstClr>
                        </a:solidFill>
                      </a:ln>
                      <a:solidFill>
                        <a:prstClr val="white">
                          <a:lumMod val="75000"/>
                        </a:prstClr>
                      </a:solidFill>
                      <a:effectLst/>
                      <a:uLnTx/>
                      <a:uFillTx/>
                      <a:latin typeface="KoPub바탕체 Light" panose="00000300000000000000" pitchFamily="2" charset="-127"/>
                      <a:ea typeface="KoPub바탕체 Light" panose="00000300000000000000" pitchFamily="2" charset="-127"/>
                      <a:cs typeface="+mn-cs"/>
                    </a:rPr>
                    <a:t>Ⅳ</a:t>
                  </a:r>
                  <a:endParaRPr kumimoji="0" lang="ko-KR" altLang="en-US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endParaRPr>
                </a:p>
              </p:txBody>
            </p:sp>
          </p:grp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4AD7B291-FC38-4497-9E25-49FA78B668C8}"/>
                  </a:ext>
                </a:extLst>
              </p:cNvPr>
              <p:cNvGrpSpPr/>
              <p:nvPr/>
            </p:nvGrpSpPr>
            <p:grpSpPr>
              <a:xfrm>
                <a:off x="8937443" y="782973"/>
                <a:ext cx="163476" cy="245691"/>
                <a:chOff x="8859399" y="782973"/>
                <a:chExt cx="163476" cy="245691"/>
              </a:xfrm>
            </p:grpSpPr>
            <p:sp>
              <p:nvSpPr>
                <p:cNvPr id="38" name="사각형: 둥근 위쪽 모서리 37">
                  <a:extLst>
                    <a:ext uri="{FF2B5EF4-FFF2-40B4-BE49-F238E27FC236}">
                      <a16:creationId xmlns:a16="http://schemas.microsoft.com/office/drawing/2014/main" id="{D4713393-CFC2-4122-877E-3034FE85FCDB}"/>
                    </a:ext>
                  </a:extLst>
                </p:cNvPr>
                <p:cNvSpPr/>
                <p:nvPr/>
              </p:nvSpPr>
              <p:spPr>
                <a:xfrm>
                  <a:off x="8859399" y="956664"/>
                  <a:ext cx="163476" cy="72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39" name="직사각형 38">
                  <a:extLst>
                    <a:ext uri="{FF2B5EF4-FFF2-40B4-BE49-F238E27FC236}">
                      <a16:creationId xmlns:a16="http://schemas.microsoft.com/office/drawing/2014/main" id="{1564775C-D34F-46E6-9891-2890F6AC79E1}"/>
                    </a:ext>
                  </a:extLst>
                </p:cNvPr>
                <p:cNvSpPr/>
                <p:nvPr/>
              </p:nvSpPr>
              <p:spPr>
                <a:xfrm>
                  <a:off x="8859399" y="782973"/>
                  <a:ext cx="163476" cy="14933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0" cap="none" spc="-30" normalizeH="0" baseline="0" noProof="0" dirty="0">
                      <a:ln w="3175">
                        <a:solidFill>
                          <a:prstClr val="white">
                            <a:lumMod val="75000"/>
                            <a:alpha val="0"/>
                          </a:prstClr>
                        </a:solidFill>
                      </a:ln>
                      <a:solidFill>
                        <a:prstClr val="white">
                          <a:lumMod val="75000"/>
                        </a:prstClr>
                      </a:solidFill>
                      <a:effectLst/>
                      <a:uLnTx/>
                      <a:uFillTx/>
                      <a:latin typeface="KoPub바탕체 Light" panose="00000300000000000000" pitchFamily="2" charset="-127"/>
                      <a:ea typeface="KoPub바탕체 Light" panose="00000300000000000000" pitchFamily="2" charset="-127"/>
                      <a:cs typeface="+mn-cs"/>
                    </a:rPr>
                    <a:t>Ⅲ</a:t>
                  </a:r>
                  <a:endParaRPr kumimoji="0" lang="ko-KR" altLang="en-US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endParaRPr>
                </a:p>
              </p:txBody>
            </p:sp>
          </p:grpSp>
        </p:grp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5A4426F4-B636-41D5-BBC2-316E35DB3AAD}"/>
              </a:ext>
            </a:extLst>
          </p:cNvPr>
          <p:cNvGrpSpPr/>
          <p:nvPr/>
        </p:nvGrpSpPr>
        <p:grpSpPr>
          <a:xfrm>
            <a:off x="1215445" y="2833590"/>
            <a:ext cx="551393" cy="707432"/>
            <a:chOff x="1235416" y="2776440"/>
            <a:chExt cx="551393" cy="707432"/>
          </a:xfrm>
        </p:grpSpPr>
        <p:pic>
          <p:nvPicPr>
            <p:cNvPr id="215" name="그림 214">
              <a:extLst>
                <a:ext uri="{FF2B5EF4-FFF2-40B4-BE49-F238E27FC236}">
                  <a16:creationId xmlns:a16="http://schemas.microsoft.com/office/drawing/2014/main" id="{A6129C0A-C284-4C49-A19A-19D2DCDDD6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35416" y="2776440"/>
              <a:ext cx="551393" cy="530185"/>
            </a:xfrm>
            <a:prstGeom prst="rect">
              <a:avLst/>
            </a:prstGeom>
          </p:spPr>
        </p:pic>
        <p:sp>
          <p:nvSpPr>
            <p:cNvPr id="216" name="Text Box 148">
              <a:extLst>
                <a:ext uri="{FF2B5EF4-FFF2-40B4-BE49-F238E27FC236}">
                  <a16:creationId xmlns:a16="http://schemas.microsoft.com/office/drawing/2014/main" id="{7C3F9444-9A19-4758-86B7-04790743C6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7994" y="3329984"/>
              <a:ext cx="423193" cy="153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ko-KR"/>
              </a:defPPr>
              <a:lvl1pPr algn="ctr" latinLnBrk="0">
                <a:defRPr kumimoji="1" sz="800" spc="-5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itchFamily="18" charset="-127"/>
                  <a:ea typeface="KoPub돋움체 Light" pitchFamily="18" charset="-127"/>
                </a:defRPr>
              </a:lvl1pPr>
              <a:lvl2pPr marL="742950" indent="-28575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0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기업회원</a:t>
              </a:r>
              <a:endParaRPr kumimoji="1" lang="ko-KR" altLang="en-US" sz="1000" b="0" i="0" u="none" strike="noStrike" kern="1200" cap="none" spc="-50" normalizeH="0" baseline="0" noProof="0" dirty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CF9AAD5D-E385-40E4-B684-1E3F0C02E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9531" y="2221603"/>
            <a:ext cx="2886237" cy="206464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58D4E573-A446-430F-AD8F-A2D1BDA786C7}"/>
              </a:ext>
            </a:extLst>
          </p:cNvPr>
          <p:cNvGrpSpPr/>
          <p:nvPr/>
        </p:nvGrpSpPr>
        <p:grpSpPr>
          <a:xfrm>
            <a:off x="8358106" y="2833590"/>
            <a:ext cx="952184" cy="707432"/>
            <a:chOff x="8033028" y="3041532"/>
            <a:chExt cx="952184" cy="707432"/>
          </a:xfrm>
        </p:grpSpPr>
        <p:pic>
          <p:nvPicPr>
            <p:cNvPr id="217" name="그림 216">
              <a:extLst>
                <a:ext uri="{FF2B5EF4-FFF2-40B4-BE49-F238E27FC236}">
                  <a16:creationId xmlns:a16="http://schemas.microsoft.com/office/drawing/2014/main" id="{12C84309-3238-4FBD-973B-7EFB7EC1FC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44944" y="3041532"/>
              <a:ext cx="551393" cy="530185"/>
            </a:xfrm>
            <a:prstGeom prst="rect">
              <a:avLst/>
            </a:prstGeom>
          </p:spPr>
        </p:pic>
        <p:sp>
          <p:nvSpPr>
            <p:cNvPr id="218" name="Text Box 148">
              <a:extLst>
                <a:ext uri="{FF2B5EF4-FFF2-40B4-BE49-F238E27FC236}">
                  <a16:creationId xmlns:a16="http://schemas.microsoft.com/office/drawing/2014/main" id="{DCA455BA-4F7F-434C-A2EE-162ED93002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33028" y="3595076"/>
              <a:ext cx="952184" cy="153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ko-KR"/>
              </a:defPPr>
              <a:lvl1pPr algn="ctr" latinLnBrk="0">
                <a:defRPr kumimoji="1" sz="800" spc="-5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itchFamily="18" charset="-127"/>
                  <a:ea typeface="KoPub돋움체 Light" pitchFamily="18" charset="-127"/>
                </a:defRPr>
              </a:lvl1pPr>
              <a:lvl2pPr marL="742950" indent="-28575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1200" cap="none" spc="-50" normalizeH="0" baseline="0" noProof="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한국환경산업기술원</a:t>
              </a:r>
              <a:endParaRPr kumimoji="1" lang="ko-KR" altLang="en-US" sz="1000" b="0" i="0" u="none" strike="noStrike" kern="1200" cap="none" spc="-50" normalizeH="0" baseline="0" noProof="0" dirty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FABFB7E5-3207-4B09-9A5E-466606B1854F}"/>
              </a:ext>
            </a:extLst>
          </p:cNvPr>
          <p:cNvGrpSpPr/>
          <p:nvPr/>
        </p:nvGrpSpPr>
        <p:grpSpPr>
          <a:xfrm>
            <a:off x="1953916" y="2366444"/>
            <a:ext cx="1532234" cy="224356"/>
            <a:chOff x="1953916" y="2366444"/>
            <a:chExt cx="1532234" cy="224356"/>
          </a:xfrm>
        </p:grpSpPr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3F826CCD-6744-4E5A-B8F1-215E66707454}"/>
                </a:ext>
              </a:extLst>
            </p:cNvPr>
            <p:cNvCxnSpPr>
              <a:cxnSpLocks/>
            </p:cNvCxnSpPr>
            <p:nvPr/>
          </p:nvCxnSpPr>
          <p:spPr>
            <a:xfrm>
              <a:off x="2019300" y="2590800"/>
              <a:ext cx="1466850" cy="0"/>
            </a:xfrm>
            <a:prstGeom prst="straightConnector1">
              <a:avLst/>
            </a:prstGeom>
            <a:ln w="25400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9" name="Text Box 148">
              <a:extLst>
                <a:ext uri="{FF2B5EF4-FFF2-40B4-BE49-F238E27FC236}">
                  <a16:creationId xmlns:a16="http://schemas.microsoft.com/office/drawing/2014/main" id="{6A174D14-C510-4B57-BFB9-42998F4DCD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3916" y="2366444"/>
              <a:ext cx="1517596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ko-KR"/>
              </a:defPPr>
              <a:lvl1pPr algn="ctr" latinLnBrk="0">
                <a:defRPr kumimoji="1" sz="800" spc="-5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itchFamily="18" charset="-127"/>
                  <a:ea typeface="KoPub돋움체 Light" pitchFamily="18" charset="-127"/>
                </a:defRPr>
              </a:lvl1pPr>
              <a:lvl2pPr marL="742950" indent="-28575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1200" cap="none" spc="-50" normalizeH="0" baseline="0" noProof="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schemeClr val="accent2"/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1. </a:t>
              </a:r>
              <a:r>
                <a:rPr kumimoji="1" lang="ko-KR" altLang="en-US" sz="1200" b="1" i="0" u="none" strike="noStrike" kern="1200" cap="none" spc="-50" normalizeH="0" baseline="0" noProof="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schemeClr val="accent2"/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회원정보 변경신청</a:t>
              </a:r>
              <a:endParaRPr kumimoji="1" lang="en-US" altLang="ko-KR" sz="1200" b="1" i="0" u="none" strike="noStrike" kern="1200" cap="none" spc="-50" normalizeH="0" baseline="0" noProof="0" dirty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accent2"/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4F315D46-63D2-463B-A166-A86C4B5E5037}"/>
              </a:ext>
            </a:extLst>
          </p:cNvPr>
          <p:cNvGrpSpPr/>
          <p:nvPr/>
        </p:nvGrpSpPr>
        <p:grpSpPr>
          <a:xfrm>
            <a:off x="6602919" y="2366444"/>
            <a:ext cx="1569531" cy="233881"/>
            <a:chOff x="6602919" y="2366444"/>
            <a:chExt cx="1569531" cy="233881"/>
          </a:xfrm>
        </p:grpSpPr>
        <p:cxnSp>
          <p:nvCxnSpPr>
            <p:cNvPr id="220" name="직선 화살표 연결선 219">
              <a:extLst>
                <a:ext uri="{FF2B5EF4-FFF2-40B4-BE49-F238E27FC236}">
                  <a16:creationId xmlns:a16="http://schemas.microsoft.com/office/drawing/2014/main" id="{ADABD0E9-B852-4D0C-8035-46F05088C10B}"/>
                </a:ext>
              </a:extLst>
            </p:cNvPr>
            <p:cNvCxnSpPr>
              <a:cxnSpLocks/>
            </p:cNvCxnSpPr>
            <p:nvPr/>
          </p:nvCxnSpPr>
          <p:spPr>
            <a:xfrm>
              <a:off x="6705600" y="2600325"/>
              <a:ext cx="1466850" cy="0"/>
            </a:xfrm>
            <a:prstGeom prst="straightConnector1">
              <a:avLst/>
            </a:prstGeom>
            <a:ln w="25400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1" name="Text Box 148">
              <a:extLst>
                <a:ext uri="{FF2B5EF4-FFF2-40B4-BE49-F238E27FC236}">
                  <a16:creationId xmlns:a16="http://schemas.microsoft.com/office/drawing/2014/main" id="{4FAE68E6-DEBB-4DBD-A87F-B909393A6F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02919" y="2366444"/>
              <a:ext cx="1517596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ko-KR"/>
              </a:defPPr>
              <a:lvl1pPr algn="ctr" latinLnBrk="0">
                <a:defRPr kumimoji="1" sz="800" spc="-5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itchFamily="18" charset="-127"/>
                  <a:ea typeface="KoPub돋움체 Light" pitchFamily="18" charset="-127"/>
                </a:defRPr>
              </a:lvl1pPr>
              <a:lvl2pPr marL="742950" indent="-28575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200" b="1">
                  <a:solidFill>
                    <a:schemeClr val="accent2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2</a:t>
              </a:r>
              <a:r>
                <a:rPr kumimoji="1" lang="en-US" altLang="ko-KR" sz="1200" b="1" i="0" u="none" strike="noStrike" kern="1200" cap="none" spc="-50" normalizeH="0" baseline="0" noProof="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schemeClr val="accent2"/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. </a:t>
              </a:r>
              <a:r>
                <a:rPr kumimoji="1" lang="ko-KR" altLang="en-US" sz="1200" b="1" i="0" u="none" strike="noStrike" kern="1200" cap="none" spc="-50" normalizeH="0" baseline="0" noProof="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schemeClr val="accent2"/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회원정보 변경신청 접수</a:t>
              </a:r>
              <a:endParaRPr kumimoji="1" lang="en-US" altLang="ko-KR" sz="1200" b="1" i="0" u="none" strike="noStrike" kern="1200" cap="none" spc="-50" normalizeH="0" baseline="0" noProof="0" dirty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accent2"/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F0746860-BFC0-4A06-9A2B-C703156858FA}"/>
              </a:ext>
            </a:extLst>
          </p:cNvPr>
          <p:cNvGrpSpPr/>
          <p:nvPr/>
        </p:nvGrpSpPr>
        <p:grpSpPr>
          <a:xfrm>
            <a:off x="1953916" y="2888162"/>
            <a:ext cx="1532234" cy="221766"/>
            <a:chOff x="1953916" y="2769084"/>
            <a:chExt cx="1532234" cy="221766"/>
          </a:xfrm>
        </p:grpSpPr>
        <p:cxnSp>
          <p:nvCxnSpPr>
            <p:cNvPr id="222" name="직선 화살표 연결선 221">
              <a:extLst>
                <a:ext uri="{FF2B5EF4-FFF2-40B4-BE49-F238E27FC236}">
                  <a16:creationId xmlns:a16="http://schemas.microsoft.com/office/drawing/2014/main" id="{894608FF-97CC-4041-9A8A-BB648B84AAC5}"/>
                </a:ext>
              </a:extLst>
            </p:cNvPr>
            <p:cNvCxnSpPr>
              <a:cxnSpLocks/>
            </p:cNvCxnSpPr>
            <p:nvPr/>
          </p:nvCxnSpPr>
          <p:spPr>
            <a:xfrm>
              <a:off x="2019300" y="2990850"/>
              <a:ext cx="1466850" cy="0"/>
            </a:xfrm>
            <a:prstGeom prst="straightConnector1">
              <a:avLst/>
            </a:prstGeom>
            <a:ln w="9525">
              <a:solidFill>
                <a:schemeClr val="tx1">
                  <a:lumMod val="50000"/>
                  <a:lumOff val="50000"/>
                </a:schemeClr>
              </a:solidFill>
              <a:prstDash val="sysDash"/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3" name="Text Box 148">
              <a:extLst>
                <a:ext uri="{FF2B5EF4-FFF2-40B4-BE49-F238E27FC236}">
                  <a16:creationId xmlns:a16="http://schemas.microsoft.com/office/drawing/2014/main" id="{524A70F3-8964-42B9-A9D3-78E863B332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3916" y="2769084"/>
              <a:ext cx="1517596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ko-KR"/>
              </a:defPPr>
              <a:lvl1pPr algn="ctr" latinLnBrk="0">
                <a:defRPr kumimoji="1" sz="800" spc="-5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itchFamily="18" charset="-127"/>
                  <a:ea typeface="KoPub돋움체 Light" pitchFamily="18" charset="-127"/>
                </a:defRPr>
              </a:lvl1pPr>
              <a:lvl2pPr marL="742950" indent="-28575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200" b="1"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승인되기전 접속 불가</a:t>
              </a:r>
              <a:endParaRPr kumimoji="1" lang="en-US" altLang="ko-KR" sz="1200" b="1" i="0" u="none" strike="noStrike" kern="1200" cap="none" spc="-50" normalizeH="0" baseline="0" noProof="0" dirty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FA24145-6342-4AAC-9BF7-6AD54E7F81CD}"/>
              </a:ext>
            </a:extLst>
          </p:cNvPr>
          <p:cNvGrpSpPr/>
          <p:nvPr/>
        </p:nvGrpSpPr>
        <p:grpSpPr>
          <a:xfrm>
            <a:off x="6602919" y="2891337"/>
            <a:ext cx="1569531" cy="221766"/>
            <a:chOff x="6602919" y="2769084"/>
            <a:chExt cx="1569531" cy="221766"/>
          </a:xfrm>
        </p:grpSpPr>
        <p:cxnSp>
          <p:nvCxnSpPr>
            <p:cNvPr id="224" name="직선 화살표 연결선 223">
              <a:extLst>
                <a:ext uri="{FF2B5EF4-FFF2-40B4-BE49-F238E27FC236}">
                  <a16:creationId xmlns:a16="http://schemas.microsoft.com/office/drawing/2014/main" id="{EB94F839-8BD5-460C-BFBE-819BBA37A00E}"/>
                </a:ext>
              </a:extLst>
            </p:cNvPr>
            <p:cNvCxnSpPr>
              <a:cxnSpLocks/>
            </p:cNvCxnSpPr>
            <p:nvPr/>
          </p:nvCxnSpPr>
          <p:spPr>
            <a:xfrm>
              <a:off x="6705600" y="2990850"/>
              <a:ext cx="1466850" cy="0"/>
            </a:xfrm>
            <a:prstGeom prst="straightConnector1">
              <a:avLst/>
            </a:prstGeom>
            <a:ln w="9525">
              <a:solidFill>
                <a:schemeClr val="tx1">
                  <a:lumMod val="50000"/>
                  <a:lumOff val="50000"/>
                </a:schemeClr>
              </a:solidFill>
              <a:prstDash val="sysDash"/>
              <a:headEnd type="triangl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5" name="Text Box 148">
              <a:extLst>
                <a:ext uri="{FF2B5EF4-FFF2-40B4-BE49-F238E27FC236}">
                  <a16:creationId xmlns:a16="http://schemas.microsoft.com/office/drawing/2014/main" id="{FB5914C8-F32D-44F7-8658-A35A80ADD4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02919" y="2769084"/>
              <a:ext cx="1517596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ko-KR"/>
              </a:defPPr>
              <a:lvl1pPr algn="ctr" latinLnBrk="0">
                <a:defRPr kumimoji="1" sz="800" spc="-5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itchFamily="18" charset="-127"/>
                  <a:ea typeface="KoPub돋움체 Light" pitchFamily="18" charset="-127"/>
                </a:defRPr>
              </a:lvl1pPr>
              <a:lvl2pPr marL="742950" indent="-28575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1" i="0" u="none" strike="noStrike" kern="1200" cap="none" spc="-50" normalizeH="0" baseline="0" noProof="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보완요청</a:t>
              </a:r>
              <a:endParaRPr kumimoji="1" lang="en-US" altLang="ko-KR" sz="1200" b="1" i="0" u="none" strike="noStrike" kern="1200" cap="none" spc="-50" normalizeH="0" baseline="0" noProof="0" dirty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ACE1F457-1ACE-4C97-9DBD-1F39D1B7643A}"/>
              </a:ext>
            </a:extLst>
          </p:cNvPr>
          <p:cNvGrpSpPr/>
          <p:nvPr/>
        </p:nvGrpSpPr>
        <p:grpSpPr>
          <a:xfrm>
            <a:off x="1953916" y="3407290"/>
            <a:ext cx="1532234" cy="221766"/>
            <a:chOff x="1953916" y="3249924"/>
            <a:chExt cx="1532234" cy="221766"/>
          </a:xfrm>
        </p:grpSpPr>
        <p:cxnSp>
          <p:nvCxnSpPr>
            <p:cNvPr id="226" name="직선 화살표 연결선 225">
              <a:extLst>
                <a:ext uri="{FF2B5EF4-FFF2-40B4-BE49-F238E27FC236}">
                  <a16:creationId xmlns:a16="http://schemas.microsoft.com/office/drawing/2014/main" id="{4952AA29-6D1B-4F52-9899-622076902BFD}"/>
                </a:ext>
              </a:extLst>
            </p:cNvPr>
            <p:cNvCxnSpPr>
              <a:cxnSpLocks/>
            </p:cNvCxnSpPr>
            <p:nvPr/>
          </p:nvCxnSpPr>
          <p:spPr>
            <a:xfrm>
              <a:off x="2019300" y="3471690"/>
              <a:ext cx="1466850" cy="0"/>
            </a:xfrm>
            <a:prstGeom prst="straightConnector1">
              <a:avLst/>
            </a:prstGeom>
            <a:ln w="9525">
              <a:solidFill>
                <a:schemeClr val="tx1">
                  <a:lumMod val="50000"/>
                  <a:lumOff val="50000"/>
                </a:schemeClr>
              </a:solidFill>
              <a:prstDash val="sysDash"/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Text Box 148">
              <a:extLst>
                <a:ext uri="{FF2B5EF4-FFF2-40B4-BE49-F238E27FC236}">
                  <a16:creationId xmlns:a16="http://schemas.microsoft.com/office/drawing/2014/main" id="{AB9C61BA-689A-41CE-A5E7-05386A1D82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3916" y="3249924"/>
              <a:ext cx="1517596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ko-KR"/>
              </a:defPPr>
              <a:lvl1pPr algn="ctr" latinLnBrk="0">
                <a:defRPr kumimoji="1" sz="800" spc="-5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itchFamily="18" charset="-127"/>
                  <a:ea typeface="KoPub돋움체 Light" pitchFamily="18" charset="-127"/>
                </a:defRPr>
              </a:lvl1pPr>
              <a:lvl2pPr marL="742950" indent="-28575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1" i="0" u="none" strike="noStrike" kern="1200" cap="none" spc="-50" normalizeH="0" baseline="0" noProof="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보완요청 제출</a:t>
              </a:r>
              <a:endParaRPr kumimoji="1" lang="en-US" altLang="ko-KR" sz="1200" b="1" i="0" u="none" strike="noStrike" kern="1200" cap="none" spc="-50" normalizeH="0" baseline="0" noProof="0" dirty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C31CFF8D-E8CA-4E7D-9A6B-D87A85AD1F06}"/>
              </a:ext>
            </a:extLst>
          </p:cNvPr>
          <p:cNvGrpSpPr/>
          <p:nvPr/>
        </p:nvGrpSpPr>
        <p:grpSpPr>
          <a:xfrm>
            <a:off x="6602919" y="3404115"/>
            <a:ext cx="1569531" cy="221766"/>
            <a:chOff x="6602919" y="3171724"/>
            <a:chExt cx="1569531" cy="221766"/>
          </a:xfrm>
        </p:grpSpPr>
        <p:cxnSp>
          <p:nvCxnSpPr>
            <p:cNvPr id="228" name="직선 화살표 연결선 227">
              <a:extLst>
                <a:ext uri="{FF2B5EF4-FFF2-40B4-BE49-F238E27FC236}">
                  <a16:creationId xmlns:a16="http://schemas.microsoft.com/office/drawing/2014/main" id="{1AA572E9-AE10-487D-9409-E4B6FC34494C}"/>
                </a:ext>
              </a:extLst>
            </p:cNvPr>
            <p:cNvCxnSpPr>
              <a:cxnSpLocks/>
            </p:cNvCxnSpPr>
            <p:nvPr/>
          </p:nvCxnSpPr>
          <p:spPr>
            <a:xfrm>
              <a:off x="6705600" y="3393490"/>
              <a:ext cx="1466850" cy="0"/>
            </a:xfrm>
            <a:prstGeom prst="straightConnector1">
              <a:avLst/>
            </a:prstGeom>
            <a:ln w="9525">
              <a:solidFill>
                <a:schemeClr val="tx1">
                  <a:lumMod val="50000"/>
                  <a:lumOff val="50000"/>
                </a:schemeClr>
              </a:solidFill>
              <a:prstDash val="sysDash"/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9" name="Text Box 148">
              <a:extLst>
                <a:ext uri="{FF2B5EF4-FFF2-40B4-BE49-F238E27FC236}">
                  <a16:creationId xmlns:a16="http://schemas.microsoft.com/office/drawing/2014/main" id="{AA04EAE1-547C-4957-9E1C-98EE9AB467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02919" y="3171724"/>
              <a:ext cx="1517596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ko-KR"/>
              </a:defPPr>
              <a:lvl1pPr algn="ctr" latinLnBrk="0">
                <a:defRPr kumimoji="1" sz="800" spc="-5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itchFamily="18" charset="-127"/>
                  <a:ea typeface="KoPub돋움체 Light" pitchFamily="18" charset="-127"/>
                </a:defRPr>
              </a:lvl1pPr>
              <a:lvl2pPr marL="742950" indent="-28575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1" i="0" u="none" strike="noStrike" kern="1200" cap="none" spc="-50" normalizeH="0" baseline="0" noProof="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보완요청 확인</a:t>
              </a:r>
              <a:endParaRPr kumimoji="1" lang="en-US" altLang="ko-KR" sz="1200" b="1" i="0" u="none" strike="noStrike" kern="1200" cap="none" spc="-50" normalizeH="0" baseline="0" noProof="0" dirty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3A3A7273-1D5C-4799-9852-7073473B6A9C}"/>
              </a:ext>
            </a:extLst>
          </p:cNvPr>
          <p:cNvGrpSpPr/>
          <p:nvPr/>
        </p:nvGrpSpPr>
        <p:grpSpPr>
          <a:xfrm>
            <a:off x="6602919" y="3916892"/>
            <a:ext cx="1569531" cy="233881"/>
            <a:chOff x="6602919" y="3715338"/>
            <a:chExt cx="1569531" cy="233881"/>
          </a:xfrm>
        </p:grpSpPr>
        <p:cxnSp>
          <p:nvCxnSpPr>
            <p:cNvPr id="230" name="직선 화살표 연결선 229">
              <a:extLst>
                <a:ext uri="{FF2B5EF4-FFF2-40B4-BE49-F238E27FC236}">
                  <a16:creationId xmlns:a16="http://schemas.microsoft.com/office/drawing/2014/main" id="{FD3EF6B9-84F3-445C-87E2-F829F3D8146D}"/>
                </a:ext>
              </a:extLst>
            </p:cNvPr>
            <p:cNvCxnSpPr>
              <a:cxnSpLocks/>
            </p:cNvCxnSpPr>
            <p:nvPr/>
          </p:nvCxnSpPr>
          <p:spPr>
            <a:xfrm>
              <a:off x="6705600" y="3949219"/>
              <a:ext cx="1466850" cy="0"/>
            </a:xfrm>
            <a:prstGeom prst="straightConnector1">
              <a:avLst/>
            </a:prstGeom>
            <a:ln w="25400">
              <a:solidFill>
                <a:schemeClr val="accent1"/>
              </a:solidFill>
              <a:headEnd type="triangl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1" name="Text Box 148">
              <a:extLst>
                <a:ext uri="{FF2B5EF4-FFF2-40B4-BE49-F238E27FC236}">
                  <a16:creationId xmlns:a16="http://schemas.microsoft.com/office/drawing/2014/main" id="{A44FF5E7-59BE-45B1-B948-C6E72AF68D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02919" y="3715338"/>
              <a:ext cx="1517596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ko-KR"/>
              </a:defPPr>
              <a:lvl1pPr algn="ctr" latinLnBrk="0">
                <a:defRPr kumimoji="1" sz="800" spc="-5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itchFamily="18" charset="-127"/>
                  <a:ea typeface="KoPub돋움체 Light" pitchFamily="18" charset="-127"/>
                </a:defRPr>
              </a:lvl1pPr>
              <a:lvl2pPr marL="742950" indent="-28575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1200" cap="none" spc="-50" normalizeH="0" baseline="0" noProof="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schemeClr val="accent2"/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3. </a:t>
              </a:r>
              <a:r>
                <a:rPr kumimoji="1" lang="ko-KR" altLang="en-US" sz="1200" b="1" i="0" u="none" strike="noStrike" kern="1200" cap="none" spc="-50" normalizeH="0" baseline="0" noProof="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schemeClr val="accent2"/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회원정보 변경신청 승인</a:t>
              </a:r>
              <a:endParaRPr kumimoji="1" lang="en-US" altLang="ko-KR" sz="1200" b="1" i="0" u="none" strike="noStrike" kern="1200" cap="none" spc="-50" normalizeH="0" baseline="0" noProof="0" dirty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accent2"/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pSp>
        <p:nvGrpSpPr>
          <p:cNvPr id="232" name="그룹 231">
            <a:extLst>
              <a:ext uri="{FF2B5EF4-FFF2-40B4-BE49-F238E27FC236}">
                <a16:creationId xmlns:a16="http://schemas.microsoft.com/office/drawing/2014/main" id="{C0A55357-5192-4642-8C39-BF9725B77C82}"/>
              </a:ext>
            </a:extLst>
          </p:cNvPr>
          <p:cNvGrpSpPr/>
          <p:nvPr/>
        </p:nvGrpSpPr>
        <p:grpSpPr>
          <a:xfrm>
            <a:off x="1960471" y="3926417"/>
            <a:ext cx="1532234" cy="224356"/>
            <a:chOff x="1953916" y="2366444"/>
            <a:chExt cx="1532234" cy="224356"/>
          </a:xfrm>
        </p:grpSpPr>
        <p:cxnSp>
          <p:nvCxnSpPr>
            <p:cNvPr id="233" name="직선 화살표 연결선 232">
              <a:extLst>
                <a:ext uri="{FF2B5EF4-FFF2-40B4-BE49-F238E27FC236}">
                  <a16:creationId xmlns:a16="http://schemas.microsoft.com/office/drawing/2014/main" id="{D4A7B8B8-B275-42BD-8AA9-F38E8420446C}"/>
                </a:ext>
              </a:extLst>
            </p:cNvPr>
            <p:cNvCxnSpPr>
              <a:cxnSpLocks/>
            </p:cNvCxnSpPr>
            <p:nvPr/>
          </p:nvCxnSpPr>
          <p:spPr>
            <a:xfrm>
              <a:off x="2019300" y="2590800"/>
              <a:ext cx="1466850" cy="0"/>
            </a:xfrm>
            <a:prstGeom prst="straightConnector1">
              <a:avLst/>
            </a:prstGeom>
            <a:ln w="25400">
              <a:solidFill>
                <a:schemeClr val="accent1"/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4" name="Text Box 148">
              <a:extLst>
                <a:ext uri="{FF2B5EF4-FFF2-40B4-BE49-F238E27FC236}">
                  <a16:creationId xmlns:a16="http://schemas.microsoft.com/office/drawing/2014/main" id="{5AB48B7D-9FF9-4B06-BE58-BE0C5D5ADE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3916" y="2366444"/>
              <a:ext cx="1517596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ko-KR"/>
              </a:defPPr>
              <a:lvl1pPr algn="ctr" latinLnBrk="0">
                <a:defRPr kumimoji="1" sz="800" spc="-5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itchFamily="18" charset="-127"/>
                  <a:ea typeface="KoPub돋움체 Light" pitchFamily="18" charset="-127"/>
                </a:defRPr>
              </a:lvl1pPr>
              <a:lvl2pPr marL="742950" indent="-28575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200" b="1">
                  <a:solidFill>
                    <a:schemeClr val="accent2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4</a:t>
              </a:r>
              <a:r>
                <a:rPr kumimoji="1" lang="en-US" altLang="ko-KR" sz="1200" b="1" i="0" u="none" strike="noStrike" kern="1200" cap="none" spc="-50" normalizeH="0" baseline="0" noProof="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schemeClr val="accent2"/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. </a:t>
              </a:r>
              <a:r>
                <a:rPr kumimoji="1" lang="ko-KR" altLang="en-US" sz="1200" b="1" i="0" u="none" strike="noStrike" kern="1200" cap="none" spc="-50" normalizeH="0" baseline="0" noProof="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schemeClr val="accent2"/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시스템 접속 </a:t>
              </a:r>
              <a:endParaRPr kumimoji="1" lang="en-US" altLang="ko-KR" sz="1200" b="1" i="0" u="none" strike="noStrike" kern="1200" cap="none" spc="-50" normalizeH="0" baseline="0" noProof="0" dirty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accent2"/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sp>
        <p:nvSpPr>
          <p:cNvPr id="235" name="Text Box 148">
            <a:extLst>
              <a:ext uri="{FF2B5EF4-FFF2-40B4-BE49-F238E27FC236}">
                <a16:creationId xmlns:a16="http://schemas.microsoft.com/office/drawing/2014/main" id="{750F6CD5-85A3-4A10-B0F0-A9FEEB78F7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9530" y="1873050"/>
            <a:ext cx="288623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lvl="0">
              <a:defRPr/>
            </a:pPr>
            <a:r>
              <a:rPr lang="ko-KR" altLang="en-US" sz="1600" b="1" u="sng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화학제품관리시스템 </a:t>
            </a:r>
            <a:endParaRPr kumimoji="1" lang="en-US" altLang="ko-KR" sz="1600" b="1" i="0" u="sng" strike="noStrike" kern="1200" cap="none" spc="-50" normalizeH="0" baseline="0" noProof="0" dirty="0">
              <a:ln>
                <a:solidFill>
                  <a:srgbClr val="7593B5">
                    <a:alpha val="0"/>
                  </a:srgbClr>
                </a:solidFill>
              </a:ln>
              <a:solidFill>
                <a:schemeClr val="accent2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116616D-F302-4329-81E0-3B04BDE9434D}"/>
              </a:ext>
            </a:extLst>
          </p:cNvPr>
          <p:cNvSpPr/>
          <p:nvPr/>
        </p:nvSpPr>
        <p:spPr>
          <a:xfrm>
            <a:off x="5695950" y="3541022"/>
            <a:ext cx="438150" cy="848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237" name="AutoShape 124">
            <a:extLst>
              <a:ext uri="{FF2B5EF4-FFF2-40B4-BE49-F238E27FC236}">
                <a16:creationId xmlns:a16="http://schemas.microsoft.com/office/drawing/2014/main" id="{297B1D11-B71A-4EFB-BD75-6364EA07D0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5767" y="3876552"/>
            <a:ext cx="1773011" cy="409697"/>
          </a:xfrm>
          <a:prstGeom prst="roundRect">
            <a:avLst>
              <a:gd name="adj" fmla="val 3981"/>
            </a:avLst>
          </a:prstGeom>
          <a:noFill/>
          <a:ln w="28575" algn="ctr">
            <a:pattFill prst="wdUpDiag">
              <a:fgClr>
                <a:srgbClr val="EB4036"/>
              </a:fgClr>
              <a:bgClr>
                <a:srgbClr val="F17973"/>
              </a:bgClr>
            </a:patt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38" name="타원 237">
            <a:extLst>
              <a:ext uri="{FF2B5EF4-FFF2-40B4-BE49-F238E27FC236}">
                <a16:creationId xmlns:a16="http://schemas.microsoft.com/office/drawing/2014/main" id="{CE20AEA9-A711-416F-9410-5920B5CEA982}"/>
              </a:ext>
            </a:extLst>
          </p:cNvPr>
          <p:cNvSpPr/>
          <p:nvPr/>
        </p:nvSpPr>
        <p:spPr>
          <a:xfrm flipH="1">
            <a:off x="1390492" y="5278143"/>
            <a:ext cx="867284" cy="867284"/>
          </a:xfrm>
          <a:prstGeom prst="ellipse">
            <a:avLst/>
          </a:prstGeom>
          <a:blipFill>
            <a:blip r:embed="rId4">
              <a:duotone>
                <a:srgbClr val="808080">
                  <a:shade val="45000"/>
                  <a:satMod val="135000"/>
                </a:srgbClr>
                <a:prstClr val="white"/>
              </a:duotone>
            </a:blip>
            <a:stretch>
              <a:fillRect/>
            </a:stretch>
          </a:blipFill>
          <a:ln w="25400" cap="flat" cmpd="sng" algn="ctr">
            <a:solidFill>
              <a:schemeClr val="accent1"/>
            </a:solidFill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75097"/>
              </a:buClr>
              <a:buSzPct val="80000"/>
              <a:buFontTx/>
              <a:buNone/>
              <a:tabLst>
                <a:tab pos="355636" algn="l"/>
              </a:tabLst>
              <a:defRPr/>
            </a:pPr>
            <a:r>
              <a:rPr kumimoji="1" lang="ko-KR" altLang="en-US" sz="1400" kern="0" spc="-6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변경신청</a:t>
            </a:r>
            <a:endParaRPr kumimoji="1" lang="en-US" altLang="ko-KR" sz="1400" kern="0" spc="-60">
              <a:ln>
                <a:solidFill>
                  <a:srgbClr val="6D88AF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0" marR="0" lvl="0" indent="0" algn="ctr" defTabSz="91440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75097"/>
              </a:buClr>
              <a:buSzPct val="80000"/>
              <a:buFontTx/>
              <a:buNone/>
              <a:tabLst>
                <a:tab pos="355636" algn="l"/>
              </a:tabLst>
              <a:defRPr/>
            </a:pPr>
            <a:r>
              <a:rPr kumimoji="1" lang="ko-KR" altLang="en-US" sz="1400" kern="0" spc="-6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유무</a:t>
            </a:r>
            <a:endParaRPr kumimoji="1" lang="en-US" altLang="ko-KR" sz="1400" kern="0" spc="-60" dirty="0">
              <a:ln>
                <a:solidFill>
                  <a:srgbClr val="6D88AF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46" name="연결선: 꺾임 45">
            <a:extLst>
              <a:ext uri="{FF2B5EF4-FFF2-40B4-BE49-F238E27FC236}">
                <a16:creationId xmlns:a16="http://schemas.microsoft.com/office/drawing/2014/main" id="{D21C7637-F697-4B6D-BAE1-463C02DF8A66}"/>
              </a:ext>
            </a:extLst>
          </p:cNvPr>
          <p:cNvCxnSpPr>
            <a:stCxn id="237" idx="2"/>
            <a:endCxn id="238" idx="0"/>
          </p:cNvCxnSpPr>
          <p:nvPr/>
        </p:nvCxnSpPr>
        <p:spPr>
          <a:xfrm rot="5400000">
            <a:off x="4132257" y="1978127"/>
            <a:ext cx="991894" cy="5608139"/>
          </a:xfrm>
          <a:prstGeom prst="bentConnector3">
            <a:avLst/>
          </a:prstGeom>
          <a:ln w="9525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모서리가 둥근 직사각형 547">
            <a:extLst>
              <a:ext uri="{FF2B5EF4-FFF2-40B4-BE49-F238E27FC236}">
                <a16:creationId xmlns:a16="http://schemas.microsoft.com/office/drawing/2014/main" id="{4D381A86-B944-433C-8B2A-3B0FCEBE2D44}"/>
              </a:ext>
            </a:extLst>
          </p:cNvPr>
          <p:cNvSpPr/>
          <p:nvPr/>
        </p:nvSpPr>
        <p:spPr>
          <a:xfrm>
            <a:off x="3269959" y="4966514"/>
            <a:ext cx="1464928" cy="357990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latinLnBrk="0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  <a:defRPr/>
            </a:pPr>
            <a:r>
              <a:rPr kumimoji="1" lang="ko-KR" altLang="en-US" sz="14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기존 살생물물질 신고</a:t>
            </a:r>
            <a:endParaRPr kumimoji="1" lang="ko-KR" altLang="en-US" sz="1400" b="1" kern="0" spc="-8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40" name="모서리가 둥근 직사각형 547">
            <a:extLst>
              <a:ext uri="{FF2B5EF4-FFF2-40B4-BE49-F238E27FC236}">
                <a16:creationId xmlns:a16="http://schemas.microsoft.com/office/drawing/2014/main" id="{39D6E682-FA1F-4748-9435-BE626F7BEEB9}"/>
              </a:ext>
            </a:extLst>
          </p:cNvPr>
          <p:cNvSpPr/>
          <p:nvPr/>
        </p:nvSpPr>
        <p:spPr>
          <a:xfrm>
            <a:off x="3269959" y="6105464"/>
            <a:ext cx="1464928" cy="357990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latinLnBrk="0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  <a:defRPr/>
            </a:pPr>
            <a:r>
              <a:rPr kumimoji="1" lang="ko-KR" altLang="en-US" sz="14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승인대상</a:t>
            </a:r>
            <a:endParaRPr kumimoji="1" lang="ko-KR" altLang="en-US" sz="1400" b="1" kern="0" spc="-8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7A3BE010-2CD6-4023-BCD5-7A87F2925722}"/>
              </a:ext>
            </a:extLst>
          </p:cNvPr>
          <p:cNvCxnSpPr>
            <a:cxnSpLocks/>
            <a:stCxn id="238" idx="2"/>
            <a:endCxn id="239" idx="1"/>
          </p:cNvCxnSpPr>
          <p:nvPr/>
        </p:nvCxnSpPr>
        <p:spPr>
          <a:xfrm flipV="1">
            <a:off x="2257776" y="5145509"/>
            <a:ext cx="1012183" cy="566276"/>
          </a:xfrm>
          <a:prstGeom prst="bentConnector3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id="{C4A2D01A-2CFD-4232-B483-76DD67BD25E3}"/>
              </a:ext>
            </a:extLst>
          </p:cNvPr>
          <p:cNvCxnSpPr>
            <a:cxnSpLocks/>
            <a:stCxn id="238" idx="2"/>
            <a:endCxn id="240" idx="1"/>
          </p:cNvCxnSpPr>
          <p:nvPr/>
        </p:nvCxnSpPr>
        <p:spPr>
          <a:xfrm>
            <a:off x="2257776" y="5711785"/>
            <a:ext cx="1012183" cy="572674"/>
          </a:xfrm>
          <a:prstGeom prst="bentConnector3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Text Box 148">
            <a:extLst>
              <a:ext uri="{FF2B5EF4-FFF2-40B4-BE49-F238E27FC236}">
                <a16:creationId xmlns:a16="http://schemas.microsoft.com/office/drawing/2014/main" id="{30AA8EBC-4900-469A-B9FA-30A909EFE0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8177" y="4917701"/>
            <a:ext cx="70797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법에 없음</a:t>
            </a:r>
            <a:endParaRPr kumimoji="1" lang="en-US" altLang="ko-KR" sz="1200" b="1" i="0" u="none" strike="noStrike" kern="1200" cap="none" spc="-50" normalizeH="0" baseline="0" noProof="0" dirty="0">
              <a:ln>
                <a:solidFill>
                  <a:srgbClr val="7593B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44" name="Text Box 148">
            <a:extLst>
              <a:ext uri="{FF2B5EF4-FFF2-40B4-BE49-F238E27FC236}">
                <a16:creationId xmlns:a16="http://schemas.microsoft.com/office/drawing/2014/main" id="{E633BC32-8832-4105-9BAD-5D50E87A61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8177" y="6363613"/>
            <a:ext cx="70797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법에 존재</a:t>
            </a:r>
            <a:endParaRPr kumimoji="1" lang="en-US" altLang="ko-KR" sz="1200" b="1" i="0" u="none" strike="noStrike" kern="1200" cap="none" spc="-50" normalizeH="0" baseline="0" noProof="0" dirty="0">
              <a:ln>
                <a:solidFill>
                  <a:srgbClr val="7593B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145" name="그룹 144">
            <a:extLst>
              <a:ext uri="{FF2B5EF4-FFF2-40B4-BE49-F238E27FC236}">
                <a16:creationId xmlns:a16="http://schemas.microsoft.com/office/drawing/2014/main" id="{4269C52B-2534-446E-9BC0-9593A054B506}"/>
              </a:ext>
            </a:extLst>
          </p:cNvPr>
          <p:cNvGrpSpPr/>
          <p:nvPr/>
        </p:nvGrpSpPr>
        <p:grpSpPr>
          <a:xfrm>
            <a:off x="5013709" y="6105464"/>
            <a:ext cx="1100623" cy="357990"/>
            <a:chOff x="5574506" y="6099066"/>
            <a:chExt cx="1464928" cy="357990"/>
          </a:xfrm>
        </p:grpSpPr>
        <p:sp>
          <p:nvSpPr>
            <p:cNvPr id="245" name="모서리가 둥근 직사각형 547">
              <a:extLst>
                <a:ext uri="{FF2B5EF4-FFF2-40B4-BE49-F238E27FC236}">
                  <a16:creationId xmlns:a16="http://schemas.microsoft.com/office/drawing/2014/main" id="{B3AA114F-6F42-46B0-9934-3129E75FB8E4}"/>
                </a:ext>
              </a:extLst>
            </p:cNvPr>
            <p:cNvSpPr/>
            <p:nvPr/>
          </p:nvSpPr>
          <p:spPr>
            <a:xfrm>
              <a:off x="5574506" y="6099066"/>
              <a:ext cx="1464928" cy="357990"/>
            </a:xfrm>
            <a:prstGeom prst="roundRect">
              <a:avLst>
                <a:gd name="adj" fmla="val 2719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0" tIns="0" rIns="0" bIns="0" anchor="ctr"/>
            <a:lstStyle/>
            <a:p>
              <a:pPr algn="ctr" defTabSz="936625" eaLnBrk="0" fontAlgn="base" latinLnBrk="0" hangingPunct="0">
                <a:spcBef>
                  <a:spcPts val="100"/>
                </a:spcBef>
                <a:spcAft>
                  <a:spcPct val="0"/>
                </a:spcAft>
                <a:buClr>
                  <a:srgbClr val="000000">
                    <a:lumMod val="65000"/>
                    <a:lumOff val="35000"/>
                  </a:srgbClr>
                </a:buClr>
                <a:buSzPct val="100000"/>
                <a:defRPr/>
              </a:pPr>
              <a:r>
                <a:rPr kumimoji="1" lang="ko-KR" altLang="en-US" sz="1400" b="1" kern="0" spc="-8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변경승인 신청</a:t>
              </a:r>
              <a:endParaRPr kumimoji="1" lang="ko-KR" altLang="en-US" sz="1400" b="1" kern="0" spc="-8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246" name="AutoShape 124">
              <a:extLst>
                <a:ext uri="{FF2B5EF4-FFF2-40B4-BE49-F238E27FC236}">
                  <a16:creationId xmlns:a16="http://schemas.microsoft.com/office/drawing/2014/main" id="{83A8C2DF-BE40-4F9B-A799-1C945B908B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4506" y="6102679"/>
              <a:ext cx="1464928" cy="342980"/>
            </a:xfrm>
            <a:prstGeom prst="roundRect">
              <a:avLst>
                <a:gd name="adj" fmla="val 5795"/>
              </a:avLst>
            </a:prstGeom>
            <a:noFill/>
            <a:ln w="19050" cap="flat" cmpd="sng" algn="ctr">
              <a:solidFill>
                <a:srgbClr val="D5760D"/>
              </a:solidFill>
              <a:prstDash val="solid"/>
            </a:ln>
            <a:effectLst>
              <a:glow rad="63500">
                <a:srgbClr val="FFC000">
                  <a:alpha val="56000"/>
                </a:srgbClr>
              </a:glow>
            </a:effectLst>
          </p:spPr>
          <p:txBody>
            <a:bodyPr rot="0" spcFirstLastPara="0" vertOverflow="overflow" horzOverflow="overflow" vert="horz" wrap="square" lIns="0" tIns="90000" rIns="9000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7800" indent="-177800" defTabSz="1015797" fontAlgn="base" latinLnBrk="0">
                <a:spcBef>
                  <a:spcPts val="100"/>
                </a:spcBef>
                <a:spcAft>
                  <a:spcPts val="100"/>
                </a:spcAft>
                <a:buFontTx/>
                <a:buBlip>
                  <a:blip r:embed="rId5"/>
                </a:buBlip>
              </a:pPr>
              <a:endParaRPr kumimoji="1" lang="ko-KR" altLang="en-US" sz="900" dirty="0">
                <a:solidFill>
                  <a:srgbClr val="0679C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28D0F0DB-EE5F-40E4-8430-60771CD22286}"/>
              </a:ext>
            </a:extLst>
          </p:cNvPr>
          <p:cNvCxnSpPr>
            <a:cxnSpLocks/>
            <a:stCxn id="240" idx="3"/>
            <a:endCxn id="246" idx="1"/>
          </p:cNvCxnSpPr>
          <p:nvPr/>
        </p:nvCxnSpPr>
        <p:spPr>
          <a:xfrm flipV="1">
            <a:off x="4734887" y="6280567"/>
            <a:ext cx="278822" cy="3892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모서리가 둥근 직사각형 208">
            <a:extLst>
              <a:ext uri="{FF2B5EF4-FFF2-40B4-BE49-F238E27FC236}">
                <a16:creationId xmlns:a16="http://schemas.microsoft.com/office/drawing/2014/main" id="{522B005B-2BBA-4687-A695-60752045A4F8}"/>
              </a:ext>
            </a:extLst>
          </p:cNvPr>
          <p:cNvSpPr/>
          <p:nvPr/>
        </p:nvSpPr>
        <p:spPr>
          <a:xfrm>
            <a:off x="7879052" y="4966515"/>
            <a:ext cx="1391909" cy="1525050"/>
          </a:xfrm>
          <a:prstGeom prst="roundRect">
            <a:avLst>
              <a:gd name="adj" fmla="val 0"/>
            </a:avLst>
          </a:prstGeom>
          <a:pattFill prst="narHorz">
            <a:fgClr>
              <a:srgbClr val="FFFFFF">
                <a:lumMod val="95000"/>
              </a:srgbClr>
            </a:fgClr>
            <a:bgClr>
              <a:srgbClr val="FFFFFF"/>
            </a:bgClr>
          </a:pattFill>
          <a:ln w="12700" cap="sq" cmpd="sng" algn="ctr">
            <a:solidFill>
              <a:srgbClr val="FFFFFF">
                <a:lumMod val="75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lIns="93543" tIns="46772" rIns="93543" bIns="46772" rtlCol="0" anchor="ctr"/>
          <a:lstStyle/>
          <a:p>
            <a:pPr marL="182563" marR="0" lvl="0" indent="-182563" defTabSz="1036988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3D7199"/>
              </a:buClr>
              <a:buSzPct val="100000"/>
              <a:buFont typeface="Wingdings" panose="05000000000000000000" pitchFamily="2" charset="2"/>
              <a:buChar char=""/>
              <a:tabLst/>
              <a:defRPr/>
            </a:pPr>
            <a:r>
              <a:rPr kumimoji="1" lang="ko-KR" altLang="en-US" sz="1200" b="1" kern="0" spc="-3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회원정보 변경 사항</a:t>
            </a:r>
            <a:endParaRPr kumimoji="1" lang="en-US" altLang="ko-KR" sz="1200" b="1" kern="0" spc="-3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itchFamily="18" charset="-127"/>
              <a:ea typeface="KoPub돋움체 Medium" pitchFamily="18" charset="-127"/>
            </a:endParaRPr>
          </a:p>
          <a:p>
            <a:pPr marL="182563" marR="0" lvl="0" indent="-182563" defTabSz="1036988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3D7199"/>
              </a:buClr>
              <a:buSzPct val="100000"/>
              <a:buFont typeface="Wingdings" panose="05000000000000000000" pitchFamily="2" charset="2"/>
              <a:buChar char=""/>
              <a:tabLst/>
              <a:defRPr/>
            </a:pPr>
            <a:r>
              <a:rPr kumimoji="1" lang="ko-KR" altLang="en-US" sz="1200" b="1" kern="0" spc="-3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신청현황</a:t>
            </a:r>
            <a:r>
              <a:rPr kumimoji="1" lang="en-US" altLang="ko-KR" sz="1200" b="1" kern="0" spc="-3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(</a:t>
            </a:r>
            <a:r>
              <a:rPr kumimoji="1" lang="ko-KR" altLang="en-US" sz="1200" b="1" kern="0" spc="-3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시스템</a:t>
            </a:r>
            <a:r>
              <a:rPr kumimoji="1" lang="en-US" altLang="ko-KR" sz="1200" b="1" kern="0" spc="-3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)</a:t>
            </a:r>
          </a:p>
          <a:p>
            <a:pPr marL="182563" marR="0" lvl="0" indent="-182563" defTabSz="1036988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3D7199"/>
              </a:buClr>
              <a:buSzPct val="100000"/>
              <a:buFont typeface="Wingdings" panose="05000000000000000000" pitchFamily="2" charset="2"/>
              <a:buChar char=""/>
              <a:tabLst/>
              <a:defRPr/>
            </a:pPr>
            <a:r>
              <a:rPr kumimoji="1" lang="ko-KR" altLang="en-US" sz="1200" b="1" kern="0" spc="-3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승인통지서의 신청인 정보</a:t>
            </a:r>
            <a:endParaRPr kumimoji="1" lang="en-US" altLang="ko-KR" sz="1200" b="1" kern="0" spc="-3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itchFamily="18" charset="-127"/>
              <a:ea typeface="KoPub돋움체 Medium" pitchFamily="18" charset="-127"/>
            </a:endParaRPr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F5F6C6C3-7000-48A3-BC49-93942BA349E2}"/>
              </a:ext>
            </a:extLst>
          </p:cNvPr>
          <p:cNvCxnSpPr>
            <a:stCxn id="239" idx="3"/>
          </p:cNvCxnSpPr>
          <p:nvPr/>
        </p:nvCxnSpPr>
        <p:spPr>
          <a:xfrm>
            <a:off x="4734887" y="5145509"/>
            <a:ext cx="3066088" cy="0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Text Box 148">
            <a:extLst>
              <a:ext uri="{FF2B5EF4-FFF2-40B4-BE49-F238E27FC236}">
                <a16:creationId xmlns:a16="http://schemas.microsoft.com/office/drawing/2014/main" id="{B648F0EA-68E1-4A13-A590-B5FEDFDBF8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9133" y="4920022"/>
            <a:ext cx="151759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-50" normalizeH="0" baseline="0" noProof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accent2"/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&lt; </a:t>
            </a:r>
            <a:r>
              <a:rPr kumimoji="1" lang="ko-KR" altLang="en-US" sz="1200" b="1" i="0" u="none" strike="noStrike" kern="1200" cap="none" spc="-50" normalizeH="0" baseline="0" noProof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accent2"/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즉시 변경 </a:t>
            </a:r>
            <a:r>
              <a:rPr kumimoji="1" lang="en-US" altLang="ko-KR" sz="1200" b="1" i="0" u="none" strike="noStrike" kern="1200" cap="none" spc="-50" normalizeH="0" baseline="0" noProof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accent2"/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&gt;</a:t>
            </a:r>
            <a:endParaRPr kumimoji="1" lang="en-US" altLang="ko-KR" sz="1200" b="1" i="0" u="none" strike="noStrike" kern="1200" cap="none" spc="-50" normalizeH="0" baseline="0" noProof="0" dirty="0">
              <a:ln>
                <a:solidFill>
                  <a:srgbClr val="7593B5">
                    <a:alpha val="0"/>
                  </a:srgbClr>
                </a:solidFill>
              </a:ln>
              <a:solidFill>
                <a:schemeClr val="accent2"/>
              </a:solidFill>
              <a:effectLst/>
              <a:uLnTx/>
              <a:uFillTx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49" name="Text Box 148">
            <a:extLst>
              <a:ext uri="{FF2B5EF4-FFF2-40B4-BE49-F238E27FC236}">
                <a16:creationId xmlns:a16="http://schemas.microsoft.com/office/drawing/2014/main" id="{9E151E76-B88A-4A64-8460-F57476F57D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1838" y="5846866"/>
            <a:ext cx="151759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-50" normalizeH="0" baseline="0" noProof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accent2"/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&lt; </a:t>
            </a:r>
            <a:r>
              <a:rPr lang="ko-KR" altLang="en-US" sz="1200" b="1">
                <a:solidFill>
                  <a:schemeClr val="accent2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변경 승인 후</a:t>
            </a:r>
            <a:r>
              <a:rPr kumimoji="1" lang="ko-KR" altLang="en-US" sz="1200" b="1" i="0" u="none" strike="noStrike" kern="1200" cap="none" spc="-50" normalizeH="0" baseline="0" noProof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accent2"/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kumimoji="1" lang="en-US" altLang="ko-KR" sz="1200" b="1" i="0" u="none" strike="noStrike" kern="1200" cap="none" spc="-50" normalizeH="0" baseline="0" noProof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accent2"/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&gt;</a:t>
            </a:r>
            <a:endParaRPr kumimoji="1" lang="en-US" altLang="ko-KR" sz="1200" b="1" i="0" u="none" strike="noStrike" kern="1200" cap="none" spc="-50" normalizeH="0" baseline="0" noProof="0" dirty="0">
              <a:ln>
                <a:solidFill>
                  <a:srgbClr val="7593B5">
                    <a:alpha val="0"/>
                  </a:srgbClr>
                </a:solidFill>
              </a:ln>
              <a:solidFill>
                <a:schemeClr val="accent2"/>
              </a:solidFill>
              <a:effectLst/>
              <a:uLnTx/>
              <a:uFillTx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250" name="그룹 249">
            <a:extLst>
              <a:ext uri="{FF2B5EF4-FFF2-40B4-BE49-F238E27FC236}">
                <a16:creationId xmlns:a16="http://schemas.microsoft.com/office/drawing/2014/main" id="{69B8ECB2-B27D-4879-B527-94E9FA8AFB1A}"/>
              </a:ext>
            </a:extLst>
          </p:cNvPr>
          <p:cNvGrpSpPr/>
          <p:nvPr/>
        </p:nvGrpSpPr>
        <p:grpSpPr>
          <a:xfrm>
            <a:off x="6415044" y="6105464"/>
            <a:ext cx="1100623" cy="357990"/>
            <a:chOff x="5574506" y="6099066"/>
            <a:chExt cx="1464928" cy="357990"/>
          </a:xfrm>
        </p:grpSpPr>
        <p:sp>
          <p:nvSpPr>
            <p:cNvPr id="251" name="모서리가 둥근 직사각형 547">
              <a:extLst>
                <a:ext uri="{FF2B5EF4-FFF2-40B4-BE49-F238E27FC236}">
                  <a16:creationId xmlns:a16="http://schemas.microsoft.com/office/drawing/2014/main" id="{9EE7400A-D878-47F7-AB24-5DBCE35E5406}"/>
                </a:ext>
              </a:extLst>
            </p:cNvPr>
            <p:cNvSpPr/>
            <p:nvPr/>
          </p:nvSpPr>
          <p:spPr>
            <a:xfrm>
              <a:off x="5574506" y="6099066"/>
              <a:ext cx="1464928" cy="357990"/>
            </a:xfrm>
            <a:prstGeom prst="roundRect">
              <a:avLst>
                <a:gd name="adj" fmla="val 2719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0" tIns="0" rIns="0" bIns="0" anchor="ctr"/>
            <a:lstStyle/>
            <a:p>
              <a:pPr algn="ctr" defTabSz="936625" eaLnBrk="0" fontAlgn="base" latinLnBrk="0" hangingPunct="0">
                <a:spcBef>
                  <a:spcPts val="100"/>
                </a:spcBef>
                <a:spcAft>
                  <a:spcPct val="0"/>
                </a:spcAft>
                <a:buClr>
                  <a:srgbClr val="000000">
                    <a:lumMod val="65000"/>
                    <a:lumOff val="35000"/>
                  </a:srgbClr>
                </a:buClr>
                <a:buSzPct val="100000"/>
                <a:defRPr/>
              </a:pPr>
              <a:r>
                <a:rPr kumimoji="1" lang="ko-KR" altLang="en-US" sz="1400" b="1" kern="0" spc="-8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변경승인</a:t>
              </a:r>
              <a:endParaRPr kumimoji="1" lang="ko-KR" altLang="en-US" sz="1400" b="1" kern="0" spc="-8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252" name="AutoShape 124">
              <a:extLst>
                <a:ext uri="{FF2B5EF4-FFF2-40B4-BE49-F238E27FC236}">
                  <a16:creationId xmlns:a16="http://schemas.microsoft.com/office/drawing/2014/main" id="{BDB75B03-B1E0-41A6-BF5E-C7CB8F44B7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4506" y="6102679"/>
              <a:ext cx="1464928" cy="342980"/>
            </a:xfrm>
            <a:prstGeom prst="roundRect">
              <a:avLst>
                <a:gd name="adj" fmla="val 5795"/>
              </a:avLst>
            </a:prstGeom>
            <a:noFill/>
            <a:ln w="19050" cap="flat" cmpd="sng" algn="ctr">
              <a:solidFill>
                <a:srgbClr val="D5760D"/>
              </a:solidFill>
              <a:prstDash val="solid"/>
            </a:ln>
            <a:effectLst>
              <a:glow rad="63500">
                <a:srgbClr val="FFC000">
                  <a:alpha val="56000"/>
                </a:srgbClr>
              </a:glow>
            </a:effectLst>
          </p:spPr>
          <p:txBody>
            <a:bodyPr rot="0" spcFirstLastPara="0" vertOverflow="overflow" horzOverflow="overflow" vert="horz" wrap="square" lIns="0" tIns="90000" rIns="9000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77800" indent="-177800" defTabSz="1015797" fontAlgn="base" latinLnBrk="0">
                <a:spcBef>
                  <a:spcPts val="100"/>
                </a:spcBef>
                <a:spcAft>
                  <a:spcPts val="100"/>
                </a:spcAft>
                <a:buFontTx/>
                <a:buBlip>
                  <a:blip r:embed="rId5"/>
                </a:buBlip>
              </a:pPr>
              <a:endParaRPr kumimoji="1" lang="ko-KR" altLang="en-US" sz="900" dirty="0">
                <a:solidFill>
                  <a:srgbClr val="0679CF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cxnSp>
        <p:nvCxnSpPr>
          <p:cNvPr id="254" name="직선 화살표 연결선 253">
            <a:extLst>
              <a:ext uri="{FF2B5EF4-FFF2-40B4-BE49-F238E27FC236}">
                <a16:creationId xmlns:a16="http://schemas.microsoft.com/office/drawing/2014/main" id="{7D579AD5-1CCE-4E09-9EB2-5AFAD4B85C76}"/>
              </a:ext>
            </a:extLst>
          </p:cNvPr>
          <p:cNvCxnSpPr>
            <a:stCxn id="246" idx="3"/>
            <a:endCxn id="252" idx="1"/>
          </p:cNvCxnSpPr>
          <p:nvPr/>
        </p:nvCxnSpPr>
        <p:spPr>
          <a:xfrm>
            <a:off x="6114332" y="6280567"/>
            <a:ext cx="300712" cy="0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화살표 연결선 255">
            <a:extLst>
              <a:ext uri="{FF2B5EF4-FFF2-40B4-BE49-F238E27FC236}">
                <a16:creationId xmlns:a16="http://schemas.microsoft.com/office/drawing/2014/main" id="{C7624614-2E1C-4102-BB77-A52CFD16A661}"/>
              </a:ext>
            </a:extLst>
          </p:cNvPr>
          <p:cNvCxnSpPr>
            <a:stCxn id="252" idx="3"/>
          </p:cNvCxnSpPr>
          <p:nvPr/>
        </p:nvCxnSpPr>
        <p:spPr>
          <a:xfrm>
            <a:off x="7515667" y="6280567"/>
            <a:ext cx="285308" cy="0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36816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그룹 30">
            <a:extLst>
              <a:ext uri="{FF2B5EF4-FFF2-40B4-BE49-F238E27FC236}">
                <a16:creationId xmlns:a16="http://schemas.microsoft.com/office/drawing/2014/main" id="{250286FF-91D0-4C43-8A6A-C3CC67000F85}"/>
              </a:ext>
            </a:extLst>
          </p:cNvPr>
          <p:cNvGrpSpPr/>
          <p:nvPr/>
        </p:nvGrpSpPr>
        <p:grpSpPr>
          <a:xfrm>
            <a:off x="565201" y="598511"/>
            <a:ext cx="9250762" cy="763806"/>
            <a:chOff x="565201" y="598511"/>
            <a:chExt cx="9250762" cy="763806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D277BAF4-FB86-4416-9702-1AB832F9C81A}"/>
                </a:ext>
              </a:extLst>
            </p:cNvPr>
            <p:cNvGrpSpPr/>
            <p:nvPr/>
          </p:nvGrpSpPr>
          <p:grpSpPr>
            <a:xfrm>
              <a:off x="565201" y="598511"/>
              <a:ext cx="7768677" cy="763806"/>
              <a:chOff x="565201" y="598511"/>
              <a:chExt cx="7768677" cy="763806"/>
            </a:xfrm>
          </p:grpSpPr>
          <p:sp>
            <p:nvSpPr>
              <p:cNvPr id="60" name="Rectangle 6">
                <a:extLst>
                  <a:ext uri="{FF2B5EF4-FFF2-40B4-BE49-F238E27FC236}">
                    <a16:creationId xmlns:a16="http://schemas.microsoft.com/office/drawing/2014/main" id="{AC352C42-6015-41C4-A05F-F5B59860C4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6235" y="598511"/>
                <a:ext cx="6708940" cy="3077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 anchor="b">
                <a:spAutoFit/>
              </a:bodyPr>
              <a:lstStyle/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itchFamily="2" charset="2"/>
                  <a:buNone/>
                  <a:tabLst/>
                  <a:defRPr/>
                </a:pPr>
                <a:r>
                  <a:rPr kumimoji="0" lang="ko-KR" altLang="en-US" sz="2000" b="0" i="0" u="none" strike="noStrike" kern="1200" cap="none" spc="-49" normalizeH="0" baseline="0">
                    <a:ln>
                      <a:solidFill>
                        <a:srgbClr val="D64E75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+mn-cs"/>
                  </a:rPr>
                  <a:t>기업회원 및 일반회원 관리</a:t>
                </a:r>
                <a:r>
                  <a:rPr lang="en-US" altLang="ko-KR" sz="2000" spc="-49">
                    <a:ln>
                      <a:solidFill>
                        <a:srgbClr val="D64E75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_</a:t>
                </a:r>
                <a:r>
                  <a:rPr lang="ko-KR" altLang="en-US" sz="2000" spc="-49">
                    <a:ln>
                      <a:solidFill>
                        <a:srgbClr val="D64E75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신고 및 신청 일원화</a:t>
                </a:r>
                <a:endParaRPr kumimoji="0" lang="ko-KR" altLang="en-US" sz="2000" b="0" i="0" u="none" strike="noStrike" kern="1200" cap="none" spc="-49" normalizeH="0" baseline="0" noProof="0" dirty="0">
                  <a:ln>
                    <a:solidFill>
                      <a:srgbClr val="D64E75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endParaRPr>
              </a:p>
            </p:txBody>
          </p:sp>
          <p:grpSp>
            <p:nvGrpSpPr>
              <p:cNvPr id="61" name="그룹 60">
                <a:extLst>
                  <a:ext uri="{FF2B5EF4-FFF2-40B4-BE49-F238E27FC236}">
                    <a16:creationId xmlns:a16="http://schemas.microsoft.com/office/drawing/2014/main" id="{74D6BEF5-3BF9-4AA3-B7E4-4272E12B19FE}"/>
                  </a:ext>
                </a:extLst>
              </p:cNvPr>
              <p:cNvGrpSpPr/>
              <p:nvPr/>
            </p:nvGrpSpPr>
            <p:grpSpPr>
              <a:xfrm>
                <a:off x="565201" y="1123003"/>
                <a:ext cx="7768677" cy="239314"/>
                <a:chOff x="1283748" y="1193940"/>
                <a:chExt cx="7768677" cy="239314"/>
              </a:xfrm>
            </p:grpSpPr>
            <p:sp>
              <p:nvSpPr>
                <p:cNvPr id="62" name="Freeform 31">
                  <a:extLst>
                    <a:ext uri="{FF2B5EF4-FFF2-40B4-BE49-F238E27FC236}">
                      <a16:creationId xmlns:a16="http://schemas.microsoft.com/office/drawing/2014/main" id="{73EE3838-E26E-4FD7-8A6B-B957D865140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283748" y="1193940"/>
                  <a:ext cx="240252" cy="239314"/>
                </a:xfrm>
                <a:custGeom>
                  <a:avLst/>
                  <a:gdLst>
                    <a:gd name="T0" fmla="*/ 96 w 192"/>
                    <a:gd name="T1" fmla="*/ 0 h 191"/>
                    <a:gd name="T2" fmla="*/ 0 w 192"/>
                    <a:gd name="T3" fmla="*/ 95 h 191"/>
                    <a:gd name="T4" fmla="*/ 96 w 192"/>
                    <a:gd name="T5" fmla="*/ 191 h 191"/>
                    <a:gd name="T6" fmla="*/ 192 w 192"/>
                    <a:gd name="T7" fmla="*/ 95 h 191"/>
                    <a:gd name="T8" fmla="*/ 96 w 192"/>
                    <a:gd name="T9" fmla="*/ 0 h 191"/>
                    <a:gd name="T10" fmla="*/ 156 w 192"/>
                    <a:gd name="T11" fmla="*/ 73 h 191"/>
                    <a:gd name="T12" fmla="*/ 86 w 192"/>
                    <a:gd name="T13" fmla="*/ 142 h 191"/>
                    <a:gd name="T14" fmla="*/ 77 w 192"/>
                    <a:gd name="T15" fmla="*/ 145 h 191"/>
                    <a:gd name="T16" fmla="*/ 68 w 192"/>
                    <a:gd name="T17" fmla="*/ 142 h 191"/>
                    <a:gd name="T18" fmla="*/ 37 w 192"/>
                    <a:gd name="T19" fmla="*/ 110 h 191"/>
                    <a:gd name="T20" fmla="*/ 37 w 192"/>
                    <a:gd name="T21" fmla="*/ 92 h 191"/>
                    <a:gd name="T22" fmla="*/ 55 w 192"/>
                    <a:gd name="T23" fmla="*/ 92 h 191"/>
                    <a:gd name="T24" fmla="*/ 77 w 192"/>
                    <a:gd name="T25" fmla="*/ 115 h 191"/>
                    <a:gd name="T26" fmla="*/ 138 w 192"/>
                    <a:gd name="T27" fmla="*/ 55 h 191"/>
                    <a:gd name="T28" fmla="*/ 156 w 192"/>
                    <a:gd name="T29" fmla="*/ 55 h 191"/>
                    <a:gd name="T30" fmla="*/ 156 w 192"/>
                    <a:gd name="T31" fmla="*/ 73 h 1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192" h="191">
                      <a:moveTo>
                        <a:pt x="96" y="0"/>
                      </a:moveTo>
                      <a:cubicBezTo>
                        <a:pt x="43" y="0"/>
                        <a:pt x="0" y="42"/>
                        <a:pt x="0" y="95"/>
                      </a:cubicBezTo>
                      <a:cubicBezTo>
                        <a:pt x="0" y="148"/>
                        <a:pt x="43" y="191"/>
                        <a:pt x="96" y="191"/>
                      </a:cubicBezTo>
                      <a:cubicBezTo>
                        <a:pt x="149" y="191"/>
                        <a:pt x="192" y="148"/>
                        <a:pt x="192" y="95"/>
                      </a:cubicBezTo>
                      <a:cubicBezTo>
                        <a:pt x="192" y="42"/>
                        <a:pt x="149" y="0"/>
                        <a:pt x="96" y="0"/>
                      </a:cubicBezTo>
                      <a:close/>
                      <a:moveTo>
                        <a:pt x="156" y="73"/>
                      </a:moveTo>
                      <a:cubicBezTo>
                        <a:pt x="86" y="142"/>
                        <a:pt x="86" y="142"/>
                        <a:pt x="86" y="142"/>
                      </a:cubicBezTo>
                      <a:cubicBezTo>
                        <a:pt x="84" y="144"/>
                        <a:pt x="81" y="145"/>
                        <a:pt x="77" y="145"/>
                      </a:cubicBezTo>
                      <a:cubicBezTo>
                        <a:pt x="74" y="145"/>
                        <a:pt x="71" y="144"/>
                        <a:pt x="68" y="142"/>
                      </a:cubicBezTo>
                      <a:cubicBezTo>
                        <a:pt x="37" y="110"/>
                        <a:pt x="37" y="110"/>
                        <a:pt x="37" y="110"/>
                      </a:cubicBezTo>
                      <a:cubicBezTo>
                        <a:pt x="32" y="105"/>
                        <a:pt x="32" y="97"/>
                        <a:pt x="37" y="92"/>
                      </a:cubicBezTo>
                      <a:cubicBezTo>
                        <a:pt x="42" y="87"/>
                        <a:pt x="50" y="87"/>
                        <a:pt x="55" y="92"/>
                      </a:cubicBezTo>
                      <a:cubicBezTo>
                        <a:pt x="77" y="115"/>
                        <a:pt x="77" y="115"/>
                        <a:pt x="77" y="115"/>
                      </a:cubicBezTo>
                      <a:cubicBezTo>
                        <a:pt x="138" y="55"/>
                        <a:pt x="138" y="55"/>
                        <a:pt x="138" y="55"/>
                      </a:cubicBezTo>
                      <a:cubicBezTo>
                        <a:pt x="143" y="50"/>
                        <a:pt x="151" y="50"/>
                        <a:pt x="156" y="55"/>
                      </a:cubicBezTo>
                      <a:cubicBezTo>
                        <a:pt x="161" y="60"/>
                        <a:pt x="161" y="68"/>
                        <a:pt x="156" y="7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92F256F7-5BEA-46B9-9462-EECE20BB170E}"/>
                    </a:ext>
                  </a:extLst>
                </p:cNvPr>
                <p:cNvSpPr txBox="1"/>
                <p:nvPr/>
              </p:nvSpPr>
              <p:spPr>
                <a:xfrm>
                  <a:off x="1627315" y="1205875"/>
                  <a:ext cx="7425110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400" b="1" i="0" u="none" strike="noStrike" kern="1200" cap="none" spc="0" normalizeH="0" baseline="0" noProof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+mj-ea"/>
                      <a:ea typeface="+mj-ea"/>
                      <a:cs typeface="+mn-cs"/>
                    </a:rPr>
                    <a:t>기업은 기업회원과 일반회원으로 구분되고 </a:t>
                  </a:r>
                  <a:r>
                    <a:rPr kumimoji="0" lang="ko-KR" altLang="en-US" sz="1400" b="1" i="0" u="none" strike="noStrike" kern="1200" cap="none" spc="0" normalizeH="0" baseline="0" noProof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rgbClr val="FFFF00"/>
                      </a:solidFill>
                      <a:effectLst/>
                      <a:uLnTx/>
                      <a:uFillTx/>
                      <a:latin typeface="+mj-ea"/>
                      <a:ea typeface="+mj-ea"/>
                      <a:cs typeface="+mn-cs"/>
                    </a:rPr>
                    <a:t>기업회원은 일반회원 관리</a:t>
                  </a:r>
                  <a:r>
                    <a:rPr kumimoji="0" lang="en-US" altLang="ko-KR" sz="1400" b="1" i="0" u="none" strike="noStrike" kern="1200" cap="none" spc="0" normalizeH="0" baseline="0" noProof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rgbClr val="FFFF00"/>
                      </a:solidFill>
                      <a:effectLst/>
                      <a:uLnTx/>
                      <a:uFillTx/>
                      <a:latin typeface="+mj-ea"/>
                      <a:ea typeface="+mj-ea"/>
                      <a:cs typeface="+mn-cs"/>
                    </a:rPr>
                    <a:t>, </a:t>
                  </a:r>
                  <a:r>
                    <a:rPr kumimoji="0" lang="ko-KR" altLang="en-US" sz="1400" b="1" i="0" u="none" strike="noStrike" kern="1200" cap="none" spc="0" normalizeH="0" baseline="0" noProof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rgbClr val="FFFF00"/>
                      </a:solidFill>
                      <a:effectLst/>
                      <a:uLnTx/>
                      <a:uFillTx/>
                      <a:latin typeface="+mj-ea"/>
                      <a:ea typeface="+mj-ea"/>
                      <a:cs typeface="+mn-cs"/>
                    </a:rPr>
                    <a:t>일반회원은 신청 및 신고 업무 수행</a:t>
                  </a:r>
                  <a:endParaRPr kumimoji="0" lang="ko-KR" altLang="en-US" sz="1400" b="1" i="0" u="none" strike="noStrike" kern="1200" cap="none" spc="0" normalizeH="0" baseline="0" noProof="0" dirty="0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+mj-ea"/>
                    <a:ea typeface="+mj-ea"/>
                    <a:cs typeface="+mn-cs"/>
                  </a:endParaRPr>
                </a:p>
              </p:txBody>
            </p:sp>
          </p:grpSp>
        </p:grp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28061A1D-5541-4FF3-BEB4-8C892FA0F642}"/>
                </a:ext>
              </a:extLst>
            </p:cNvPr>
            <p:cNvGrpSpPr/>
            <p:nvPr/>
          </p:nvGrpSpPr>
          <p:grpSpPr>
            <a:xfrm>
              <a:off x="8934005" y="699034"/>
              <a:ext cx="881958" cy="245691"/>
              <a:chOff x="8458455" y="782973"/>
              <a:chExt cx="881958" cy="245691"/>
            </a:xfrm>
          </p:grpSpPr>
          <p:grpSp>
            <p:nvGrpSpPr>
              <p:cNvPr id="34" name="그룹 33">
                <a:extLst>
                  <a:ext uri="{FF2B5EF4-FFF2-40B4-BE49-F238E27FC236}">
                    <a16:creationId xmlns:a16="http://schemas.microsoft.com/office/drawing/2014/main" id="{F30FD26E-0958-4BE7-937E-0350C66D6C7A}"/>
                  </a:ext>
                </a:extLst>
              </p:cNvPr>
              <p:cNvGrpSpPr/>
              <p:nvPr/>
            </p:nvGrpSpPr>
            <p:grpSpPr>
              <a:xfrm>
                <a:off x="8697949" y="782973"/>
                <a:ext cx="163476" cy="245691"/>
                <a:chOff x="8658927" y="782973"/>
                <a:chExt cx="163476" cy="245691"/>
              </a:xfrm>
            </p:grpSpPr>
            <p:sp>
              <p:nvSpPr>
                <p:cNvPr id="44" name="사각형: 둥근 위쪽 모서리 43">
                  <a:extLst>
                    <a:ext uri="{FF2B5EF4-FFF2-40B4-BE49-F238E27FC236}">
                      <a16:creationId xmlns:a16="http://schemas.microsoft.com/office/drawing/2014/main" id="{0ACFC5AA-E705-4466-ACC8-776E2596F441}"/>
                    </a:ext>
                  </a:extLst>
                </p:cNvPr>
                <p:cNvSpPr/>
                <p:nvPr/>
              </p:nvSpPr>
              <p:spPr>
                <a:xfrm>
                  <a:off x="8658927" y="956664"/>
                  <a:ext cx="163476" cy="72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rgbClr val="66B35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58" name="직사각형 57">
                  <a:extLst>
                    <a:ext uri="{FF2B5EF4-FFF2-40B4-BE49-F238E27FC236}">
                      <a16:creationId xmlns:a16="http://schemas.microsoft.com/office/drawing/2014/main" id="{A354ED15-3D73-4E95-A2EB-18D813D3ECED}"/>
                    </a:ext>
                  </a:extLst>
                </p:cNvPr>
                <p:cNvSpPr/>
                <p:nvPr/>
              </p:nvSpPr>
              <p:spPr>
                <a:xfrm>
                  <a:off x="8658927" y="782973"/>
                  <a:ext cx="163476" cy="14933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00" b="0" i="0" u="none" strike="noStrike" kern="0" cap="none" spc="-30" normalizeH="0" baseline="0" noProof="0" dirty="0">
                      <a:ln w="3175">
                        <a:solidFill>
                          <a:prstClr val="white">
                            <a:lumMod val="75000"/>
                            <a:alpha val="0"/>
                          </a:prstClr>
                        </a:solidFill>
                      </a:ln>
                      <a:solidFill>
                        <a:srgbClr val="4B8E42"/>
                      </a:solidFill>
                      <a:effectLst/>
                      <a:uLnTx/>
                      <a:uFillTx/>
                      <a:latin typeface="KoPub바탕체 Medium" panose="00000600000000000000" pitchFamily="2" charset="-127"/>
                      <a:ea typeface="KoPub바탕체 Medium" panose="00000600000000000000" pitchFamily="2" charset="-127"/>
                      <a:cs typeface="+mn-cs"/>
                    </a:rPr>
                    <a:t>Ⅱ</a:t>
                  </a:r>
                  <a:endParaRPr kumimoji="0" lang="ko-KR" altLang="en-US" sz="10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srgbClr val="4B8E42"/>
                    </a:solidFill>
                    <a:effectLst/>
                    <a:uLnTx/>
                    <a:uFillTx/>
                    <a:latin typeface="KoPub바탕체 Medium" panose="00000600000000000000" pitchFamily="2" charset="-127"/>
                    <a:ea typeface="KoPub바탕체 Medium" panose="00000600000000000000" pitchFamily="2" charset="-127"/>
                    <a:cs typeface="+mn-cs"/>
                  </a:endParaRPr>
                </a:p>
              </p:txBody>
            </p:sp>
          </p:grpSp>
          <p:grpSp>
            <p:nvGrpSpPr>
              <p:cNvPr id="35" name="그룹 34">
                <a:extLst>
                  <a:ext uri="{FF2B5EF4-FFF2-40B4-BE49-F238E27FC236}">
                    <a16:creationId xmlns:a16="http://schemas.microsoft.com/office/drawing/2014/main" id="{26ACEB8C-6E03-4863-A7A4-3BC3CEB11C32}"/>
                  </a:ext>
                </a:extLst>
              </p:cNvPr>
              <p:cNvGrpSpPr/>
              <p:nvPr/>
            </p:nvGrpSpPr>
            <p:grpSpPr>
              <a:xfrm>
                <a:off x="8458455" y="782973"/>
                <a:ext cx="163476" cy="245691"/>
                <a:chOff x="8458455" y="782973"/>
                <a:chExt cx="163476" cy="245691"/>
              </a:xfrm>
            </p:grpSpPr>
            <p:sp>
              <p:nvSpPr>
                <p:cNvPr id="42" name="사각형: 둥근 위쪽 모서리 41">
                  <a:extLst>
                    <a:ext uri="{FF2B5EF4-FFF2-40B4-BE49-F238E27FC236}">
                      <a16:creationId xmlns:a16="http://schemas.microsoft.com/office/drawing/2014/main" id="{FE1C1CA9-E907-4258-B1CD-F41BB1456DB3}"/>
                    </a:ext>
                  </a:extLst>
                </p:cNvPr>
                <p:cNvSpPr/>
                <p:nvPr/>
              </p:nvSpPr>
              <p:spPr>
                <a:xfrm>
                  <a:off x="8458455" y="956664"/>
                  <a:ext cx="163476" cy="72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43" name="직사각형 42">
                  <a:extLst>
                    <a:ext uri="{FF2B5EF4-FFF2-40B4-BE49-F238E27FC236}">
                      <a16:creationId xmlns:a16="http://schemas.microsoft.com/office/drawing/2014/main" id="{B366C2DA-8481-4B43-A2F3-3BDCD266FFB1}"/>
                    </a:ext>
                  </a:extLst>
                </p:cNvPr>
                <p:cNvSpPr/>
                <p:nvPr/>
              </p:nvSpPr>
              <p:spPr>
                <a:xfrm>
                  <a:off x="8458455" y="782973"/>
                  <a:ext cx="163476" cy="14933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0" cap="none" spc="-30" normalizeH="0" baseline="0" noProof="0" dirty="0">
                      <a:ln w="3175">
                        <a:solidFill>
                          <a:prstClr val="white">
                            <a:lumMod val="75000"/>
                            <a:alpha val="0"/>
                          </a:prstClr>
                        </a:solidFill>
                      </a:ln>
                      <a:solidFill>
                        <a:prstClr val="white">
                          <a:lumMod val="75000"/>
                        </a:prstClr>
                      </a:solidFill>
                      <a:effectLst/>
                      <a:uLnTx/>
                      <a:uFillTx/>
                      <a:latin typeface="KoPub바탕체 Light" panose="00000300000000000000" pitchFamily="2" charset="-127"/>
                      <a:ea typeface="KoPub바탕체 Light" panose="00000300000000000000" pitchFamily="2" charset="-127"/>
                      <a:cs typeface="+mn-cs"/>
                    </a:rPr>
                    <a:t>Ⅰ</a:t>
                  </a:r>
                  <a:endParaRPr kumimoji="0" lang="ko-KR" altLang="en-US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endParaRPr>
                </a:p>
              </p:txBody>
            </p:sp>
          </p:grpSp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122E0346-086D-4809-A62F-39C65F358112}"/>
                  </a:ext>
                </a:extLst>
              </p:cNvPr>
              <p:cNvGrpSpPr/>
              <p:nvPr/>
            </p:nvGrpSpPr>
            <p:grpSpPr>
              <a:xfrm>
                <a:off x="9176937" y="782973"/>
                <a:ext cx="163476" cy="245691"/>
                <a:chOff x="9059871" y="782973"/>
                <a:chExt cx="163476" cy="245691"/>
              </a:xfrm>
            </p:grpSpPr>
            <p:sp>
              <p:nvSpPr>
                <p:cNvPr id="40" name="사각형: 둥근 위쪽 모서리 39">
                  <a:extLst>
                    <a:ext uri="{FF2B5EF4-FFF2-40B4-BE49-F238E27FC236}">
                      <a16:creationId xmlns:a16="http://schemas.microsoft.com/office/drawing/2014/main" id="{DC7FE71B-6330-4A14-8680-F52DC38022CF}"/>
                    </a:ext>
                  </a:extLst>
                </p:cNvPr>
                <p:cNvSpPr/>
                <p:nvPr/>
              </p:nvSpPr>
              <p:spPr>
                <a:xfrm>
                  <a:off x="9059871" y="956664"/>
                  <a:ext cx="163476" cy="72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41" name="직사각형 40">
                  <a:extLst>
                    <a:ext uri="{FF2B5EF4-FFF2-40B4-BE49-F238E27FC236}">
                      <a16:creationId xmlns:a16="http://schemas.microsoft.com/office/drawing/2014/main" id="{7E0E38FB-D78C-4D26-BFC3-9C58E922ED8D}"/>
                    </a:ext>
                  </a:extLst>
                </p:cNvPr>
                <p:cNvSpPr/>
                <p:nvPr/>
              </p:nvSpPr>
              <p:spPr>
                <a:xfrm>
                  <a:off x="9059871" y="782973"/>
                  <a:ext cx="163476" cy="14933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0" cap="none" spc="-30" normalizeH="0" baseline="0" noProof="0" dirty="0">
                      <a:ln w="3175">
                        <a:solidFill>
                          <a:prstClr val="white">
                            <a:lumMod val="75000"/>
                            <a:alpha val="0"/>
                          </a:prstClr>
                        </a:solidFill>
                      </a:ln>
                      <a:solidFill>
                        <a:prstClr val="white">
                          <a:lumMod val="75000"/>
                        </a:prstClr>
                      </a:solidFill>
                      <a:effectLst/>
                      <a:uLnTx/>
                      <a:uFillTx/>
                      <a:latin typeface="KoPub바탕체 Light" panose="00000300000000000000" pitchFamily="2" charset="-127"/>
                      <a:ea typeface="KoPub바탕체 Light" panose="00000300000000000000" pitchFamily="2" charset="-127"/>
                      <a:cs typeface="+mn-cs"/>
                    </a:rPr>
                    <a:t>Ⅳ</a:t>
                  </a:r>
                  <a:endParaRPr kumimoji="0" lang="ko-KR" altLang="en-US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endParaRPr>
                </a:p>
              </p:txBody>
            </p:sp>
          </p:grp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4AD7B291-FC38-4497-9E25-49FA78B668C8}"/>
                  </a:ext>
                </a:extLst>
              </p:cNvPr>
              <p:cNvGrpSpPr/>
              <p:nvPr/>
            </p:nvGrpSpPr>
            <p:grpSpPr>
              <a:xfrm>
                <a:off x="8937443" y="782973"/>
                <a:ext cx="163476" cy="245691"/>
                <a:chOff x="8859399" y="782973"/>
                <a:chExt cx="163476" cy="245691"/>
              </a:xfrm>
            </p:grpSpPr>
            <p:sp>
              <p:nvSpPr>
                <p:cNvPr id="38" name="사각형: 둥근 위쪽 모서리 37">
                  <a:extLst>
                    <a:ext uri="{FF2B5EF4-FFF2-40B4-BE49-F238E27FC236}">
                      <a16:creationId xmlns:a16="http://schemas.microsoft.com/office/drawing/2014/main" id="{D4713393-CFC2-4122-877E-3034FE85FCDB}"/>
                    </a:ext>
                  </a:extLst>
                </p:cNvPr>
                <p:cNvSpPr/>
                <p:nvPr/>
              </p:nvSpPr>
              <p:spPr>
                <a:xfrm>
                  <a:off x="8859399" y="956664"/>
                  <a:ext cx="163476" cy="72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39" name="직사각형 38">
                  <a:extLst>
                    <a:ext uri="{FF2B5EF4-FFF2-40B4-BE49-F238E27FC236}">
                      <a16:creationId xmlns:a16="http://schemas.microsoft.com/office/drawing/2014/main" id="{1564775C-D34F-46E6-9891-2890F6AC79E1}"/>
                    </a:ext>
                  </a:extLst>
                </p:cNvPr>
                <p:cNvSpPr/>
                <p:nvPr/>
              </p:nvSpPr>
              <p:spPr>
                <a:xfrm>
                  <a:off x="8859399" y="782973"/>
                  <a:ext cx="163476" cy="14933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0" cap="none" spc="-30" normalizeH="0" baseline="0" noProof="0" dirty="0">
                      <a:ln w="3175">
                        <a:solidFill>
                          <a:prstClr val="white">
                            <a:lumMod val="75000"/>
                            <a:alpha val="0"/>
                          </a:prstClr>
                        </a:solidFill>
                      </a:ln>
                      <a:solidFill>
                        <a:prstClr val="white">
                          <a:lumMod val="75000"/>
                        </a:prstClr>
                      </a:solidFill>
                      <a:effectLst/>
                      <a:uLnTx/>
                      <a:uFillTx/>
                      <a:latin typeface="KoPub바탕체 Light" panose="00000300000000000000" pitchFamily="2" charset="-127"/>
                      <a:ea typeface="KoPub바탕체 Light" panose="00000300000000000000" pitchFamily="2" charset="-127"/>
                      <a:cs typeface="+mn-cs"/>
                    </a:rPr>
                    <a:t>Ⅲ</a:t>
                  </a:r>
                  <a:endParaRPr kumimoji="0" lang="ko-KR" altLang="en-US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endParaRPr>
                </a:p>
              </p:txBody>
            </p:sp>
          </p:grpSp>
        </p:grp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8A8CBC76-01DA-46EE-A6CD-F6F12FCE5F2E}"/>
              </a:ext>
            </a:extLst>
          </p:cNvPr>
          <p:cNvGrpSpPr/>
          <p:nvPr/>
        </p:nvGrpSpPr>
        <p:grpSpPr>
          <a:xfrm>
            <a:off x="5594077" y="2214491"/>
            <a:ext cx="4035072" cy="2490389"/>
            <a:chOff x="5356788" y="2250842"/>
            <a:chExt cx="4035072" cy="2490389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0A3065AA-F054-42AA-8155-1F46DB147FE0}"/>
                </a:ext>
              </a:extLst>
            </p:cNvPr>
            <p:cNvGrpSpPr/>
            <p:nvPr/>
          </p:nvGrpSpPr>
          <p:grpSpPr>
            <a:xfrm>
              <a:off x="5356788" y="2250842"/>
              <a:ext cx="2104134" cy="2480281"/>
              <a:chOff x="990223" y="2005036"/>
              <a:chExt cx="2104134" cy="2480281"/>
            </a:xfrm>
          </p:grpSpPr>
          <p:pic>
            <p:nvPicPr>
              <p:cNvPr id="152" name="그림 151">
                <a:extLst>
                  <a:ext uri="{FF2B5EF4-FFF2-40B4-BE49-F238E27FC236}">
                    <a16:creationId xmlns:a16="http://schemas.microsoft.com/office/drawing/2014/main" id="{F0E82837-046C-4023-A942-A214BDB883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90223" y="2906411"/>
                <a:ext cx="551393" cy="530185"/>
              </a:xfrm>
              <a:prstGeom prst="rect">
                <a:avLst/>
              </a:prstGeom>
            </p:spPr>
          </p:pic>
          <p:sp>
            <p:nvSpPr>
              <p:cNvPr id="153" name="Text Box 148">
                <a:extLst>
                  <a:ext uri="{FF2B5EF4-FFF2-40B4-BE49-F238E27FC236}">
                    <a16:creationId xmlns:a16="http://schemas.microsoft.com/office/drawing/2014/main" id="{07D80C7D-A644-4739-BD86-BBCB634935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42801" y="3459955"/>
                <a:ext cx="423193" cy="153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defPPr>
                  <a:defRPr lang="ko-KR"/>
                </a:defPPr>
                <a:lvl1pPr algn="ctr" latinLnBrk="0">
                  <a:defRPr kumimoji="1" sz="800" spc="-50">
                    <a:ln>
                      <a:solidFill>
                        <a:srgbClr val="7593B5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Light" pitchFamily="18" charset="-127"/>
                    <a:ea typeface="KoPub돋움체 Light" pitchFamily="18" charset="-127"/>
                  </a:defRPr>
                </a:lvl1pPr>
                <a:lvl2pPr marL="742950" indent="-285750" eaLnBrk="0" hangingPunct="0">
                  <a:defRPr kumimoji="1">
                    <a:latin typeface="산돌고딕 L" pitchFamily="18" charset="-127"/>
                    <a:ea typeface="산돌고딕 L" pitchFamily="18" charset="-127"/>
                  </a:defRPr>
                </a:lvl2pPr>
                <a:lvl3pPr marL="1143000" indent="-228600" eaLnBrk="0" hangingPunct="0">
                  <a:defRPr kumimoji="1">
                    <a:latin typeface="산돌고딕 L" pitchFamily="18" charset="-127"/>
                    <a:ea typeface="산돌고딕 L" pitchFamily="18" charset="-127"/>
                  </a:defRPr>
                </a:lvl3pPr>
                <a:lvl4pPr marL="1600200" indent="-228600" eaLnBrk="0" hangingPunct="0">
                  <a:defRPr kumimoji="1">
                    <a:latin typeface="산돌고딕 L" pitchFamily="18" charset="-127"/>
                    <a:ea typeface="산돌고딕 L" pitchFamily="18" charset="-127"/>
                  </a:defRPr>
                </a:lvl4pPr>
                <a:lvl5pPr marL="2057400" indent="-228600" eaLnBrk="0" hangingPunct="0">
                  <a:defRPr kumimoji="1">
                    <a:latin typeface="산돌고딕 L" pitchFamily="18" charset="-127"/>
                    <a:ea typeface="산돌고딕 L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산돌고딕 L" pitchFamily="18" charset="-127"/>
                    <a:ea typeface="산돌고딕 L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산돌고딕 L" pitchFamily="18" charset="-127"/>
                    <a:ea typeface="산돌고딕 L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산돌고딕 L" pitchFamily="18" charset="-127"/>
                    <a:ea typeface="산돌고딕 L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산돌고딕 L" pitchFamily="18" charset="-127"/>
                    <a:ea typeface="산돌고딕 L" pitchFamily="18" charset="-127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10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기업회원</a:t>
                </a:r>
                <a:endParaRPr kumimoji="1" lang="ko-KR" altLang="en-US" sz="1000" b="0" i="0" u="none" strike="noStrike" kern="1200" cap="none" spc="-50" normalizeH="0" baseline="0" noProof="0" dirty="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grpSp>
            <p:nvGrpSpPr>
              <p:cNvPr id="154" name="그룹 153">
                <a:extLst>
                  <a:ext uri="{FF2B5EF4-FFF2-40B4-BE49-F238E27FC236}">
                    <a16:creationId xmlns:a16="http://schemas.microsoft.com/office/drawing/2014/main" id="{8E5FFC20-0BAB-4877-A8CB-23E9FE0EB4B3}"/>
                  </a:ext>
                </a:extLst>
              </p:cNvPr>
              <p:cNvGrpSpPr/>
              <p:nvPr/>
            </p:nvGrpSpPr>
            <p:grpSpPr>
              <a:xfrm>
                <a:off x="2699010" y="2005036"/>
                <a:ext cx="395347" cy="711361"/>
                <a:chOff x="2397548" y="1887902"/>
                <a:chExt cx="395347" cy="711361"/>
              </a:xfrm>
            </p:grpSpPr>
            <p:pic>
              <p:nvPicPr>
                <p:cNvPr id="155" name="그림 154">
                  <a:extLst>
                    <a:ext uri="{FF2B5EF4-FFF2-40B4-BE49-F238E27FC236}">
                      <a16:creationId xmlns:a16="http://schemas.microsoft.com/office/drawing/2014/main" id="{0188DF2D-F0B8-49DE-82C1-C3848F099D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422862" y="1887902"/>
                  <a:ext cx="370033" cy="516420"/>
                </a:xfrm>
                <a:prstGeom prst="rect">
                  <a:avLst/>
                </a:prstGeom>
              </p:spPr>
            </p:pic>
            <p:sp>
              <p:nvSpPr>
                <p:cNvPr id="156" name="Text Box 148">
                  <a:extLst>
                    <a:ext uri="{FF2B5EF4-FFF2-40B4-BE49-F238E27FC236}">
                      <a16:creationId xmlns:a16="http://schemas.microsoft.com/office/drawing/2014/main" id="{B6DAE29E-CFC1-4BA1-A582-DA896E13D29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97548" y="2460764"/>
                  <a:ext cx="378310" cy="138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defPPr>
                    <a:defRPr lang="ko-KR"/>
                  </a:defPPr>
                  <a:lvl1pPr algn="ctr" latinLnBrk="0">
                    <a:defRPr kumimoji="1" sz="800" spc="-50">
                      <a:ln>
                        <a:solidFill>
                          <a:srgbClr val="7593B5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Light" pitchFamily="18" charset="-127"/>
                      <a:ea typeface="KoPub돋움체 Light" pitchFamily="18" charset="-127"/>
                    </a:defRPr>
                  </a:lvl1pPr>
                  <a:lvl2pPr marL="742950" indent="-285750" eaLnBrk="0" hangingPunct="0">
                    <a:defRPr kumimoji="1">
                      <a:latin typeface="산돌고딕 L" pitchFamily="18" charset="-127"/>
                      <a:ea typeface="산돌고딕 L" pitchFamily="18" charset="-127"/>
                    </a:defRPr>
                  </a:lvl2pPr>
                  <a:lvl3pPr marL="1143000" indent="-228600" eaLnBrk="0" hangingPunct="0">
                    <a:defRPr kumimoji="1">
                      <a:latin typeface="산돌고딕 L" pitchFamily="18" charset="-127"/>
                      <a:ea typeface="산돌고딕 L" pitchFamily="18" charset="-127"/>
                    </a:defRPr>
                  </a:lvl3pPr>
                  <a:lvl4pPr marL="1600200" indent="-228600" eaLnBrk="0" hangingPunct="0">
                    <a:defRPr kumimoji="1">
                      <a:latin typeface="산돌고딕 L" pitchFamily="18" charset="-127"/>
                      <a:ea typeface="산돌고딕 L" pitchFamily="18" charset="-127"/>
                    </a:defRPr>
                  </a:lvl4pPr>
                  <a:lvl5pPr marL="2057400" indent="-228600" eaLnBrk="0" hangingPunct="0">
                    <a:defRPr kumimoji="1">
                      <a:latin typeface="산돌고딕 L" pitchFamily="18" charset="-127"/>
                      <a:ea typeface="산돌고딕 L" pitchFamily="18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latin typeface="산돌고딕 L" pitchFamily="18" charset="-127"/>
                      <a:ea typeface="산돌고딕 L" pitchFamily="18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latin typeface="산돌고딕 L" pitchFamily="18" charset="-127"/>
                      <a:ea typeface="산돌고딕 L" pitchFamily="18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latin typeface="산돌고딕 L" pitchFamily="18" charset="-127"/>
                      <a:ea typeface="산돌고딕 L" pitchFamily="18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latin typeface="산돌고딕 L" pitchFamily="18" charset="-127"/>
                      <a:ea typeface="산돌고딕 L" pitchFamily="18" charset="-127"/>
                    </a:defRPr>
                  </a:lvl9pPr>
                </a:lstStyle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ko-KR" altLang="en-US" sz="900" dirty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일반회원</a:t>
                  </a:r>
                  <a:endParaRPr kumimoji="1" lang="ko-KR" altLang="en-US" sz="900" b="0" i="0" u="none" strike="noStrike" kern="1200" cap="none" spc="-50" normalizeH="0" baseline="0" noProof="0" dirty="0">
                    <a:ln>
                      <a:solidFill>
                        <a:srgbClr val="7593B5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</p:txBody>
            </p:sp>
          </p:grpSp>
          <p:pic>
            <p:nvPicPr>
              <p:cNvPr id="157" name="그림 156">
                <a:extLst>
                  <a:ext uri="{FF2B5EF4-FFF2-40B4-BE49-F238E27FC236}">
                    <a16:creationId xmlns:a16="http://schemas.microsoft.com/office/drawing/2014/main" id="{C2FA86CC-FE31-4992-ABCF-BF3F2CBEBA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11667" y="2913293"/>
                <a:ext cx="370033" cy="516420"/>
              </a:xfrm>
              <a:prstGeom prst="rect">
                <a:avLst/>
              </a:prstGeom>
            </p:spPr>
          </p:pic>
          <p:sp>
            <p:nvSpPr>
              <p:cNvPr id="158" name="Text Box 148">
                <a:extLst>
                  <a:ext uri="{FF2B5EF4-FFF2-40B4-BE49-F238E27FC236}">
                    <a16:creationId xmlns:a16="http://schemas.microsoft.com/office/drawing/2014/main" id="{0B71C113-5C11-4CDD-996E-DD00E2C948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07528" y="3462358"/>
                <a:ext cx="378310" cy="138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defPPr>
                  <a:defRPr lang="ko-KR"/>
                </a:defPPr>
                <a:lvl1pPr algn="ctr" latinLnBrk="0">
                  <a:defRPr kumimoji="1" sz="800" spc="-50">
                    <a:ln>
                      <a:solidFill>
                        <a:srgbClr val="7593B5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Light" pitchFamily="18" charset="-127"/>
                    <a:ea typeface="KoPub돋움체 Light" pitchFamily="18" charset="-127"/>
                  </a:defRPr>
                </a:lvl1pPr>
                <a:lvl2pPr marL="742950" indent="-285750" eaLnBrk="0" hangingPunct="0">
                  <a:defRPr kumimoji="1">
                    <a:latin typeface="산돌고딕 L" pitchFamily="18" charset="-127"/>
                    <a:ea typeface="산돌고딕 L" pitchFamily="18" charset="-127"/>
                  </a:defRPr>
                </a:lvl2pPr>
                <a:lvl3pPr marL="1143000" indent="-228600" eaLnBrk="0" hangingPunct="0">
                  <a:defRPr kumimoji="1">
                    <a:latin typeface="산돌고딕 L" pitchFamily="18" charset="-127"/>
                    <a:ea typeface="산돌고딕 L" pitchFamily="18" charset="-127"/>
                  </a:defRPr>
                </a:lvl3pPr>
                <a:lvl4pPr marL="1600200" indent="-228600" eaLnBrk="0" hangingPunct="0">
                  <a:defRPr kumimoji="1">
                    <a:latin typeface="산돌고딕 L" pitchFamily="18" charset="-127"/>
                    <a:ea typeface="산돌고딕 L" pitchFamily="18" charset="-127"/>
                  </a:defRPr>
                </a:lvl4pPr>
                <a:lvl5pPr marL="2057400" indent="-228600" eaLnBrk="0" hangingPunct="0">
                  <a:defRPr kumimoji="1">
                    <a:latin typeface="산돌고딕 L" pitchFamily="18" charset="-127"/>
                    <a:ea typeface="산돌고딕 L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산돌고딕 L" pitchFamily="18" charset="-127"/>
                    <a:ea typeface="산돌고딕 L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산돌고딕 L" pitchFamily="18" charset="-127"/>
                    <a:ea typeface="산돌고딕 L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산돌고딕 L" pitchFamily="18" charset="-127"/>
                    <a:ea typeface="산돌고딕 L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산돌고딕 L" pitchFamily="18" charset="-127"/>
                    <a:ea typeface="산돌고딕 L" pitchFamily="18" charset="-127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9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일반회원</a:t>
                </a:r>
                <a:endParaRPr kumimoji="1" lang="ko-KR" altLang="en-US" sz="900" b="0" i="0" u="none" strike="noStrike" kern="1200" cap="none" spc="-50" normalizeH="0" baseline="0" noProof="0" dirty="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grpSp>
            <p:nvGrpSpPr>
              <p:cNvPr id="187" name="그룹 186">
                <a:extLst>
                  <a:ext uri="{FF2B5EF4-FFF2-40B4-BE49-F238E27FC236}">
                    <a16:creationId xmlns:a16="http://schemas.microsoft.com/office/drawing/2014/main" id="{D95C7D63-CFB7-461C-BBA9-D854A05021ED}"/>
                  </a:ext>
                </a:extLst>
              </p:cNvPr>
              <p:cNvGrpSpPr/>
              <p:nvPr/>
            </p:nvGrpSpPr>
            <p:grpSpPr>
              <a:xfrm>
                <a:off x="2707528" y="3795742"/>
                <a:ext cx="378310" cy="689575"/>
                <a:chOff x="2418723" y="2986322"/>
                <a:chExt cx="378310" cy="689575"/>
              </a:xfrm>
            </p:grpSpPr>
            <p:pic>
              <p:nvPicPr>
                <p:cNvPr id="193" name="그림 192">
                  <a:extLst>
                    <a:ext uri="{FF2B5EF4-FFF2-40B4-BE49-F238E27FC236}">
                      <a16:creationId xmlns:a16="http://schemas.microsoft.com/office/drawing/2014/main" id="{5FB8E348-D04A-46F0-864A-E64DF51151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422862" y="2986322"/>
                  <a:ext cx="370033" cy="516420"/>
                </a:xfrm>
                <a:prstGeom prst="rect">
                  <a:avLst/>
                </a:prstGeom>
              </p:spPr>
            </p:pic>
            <p:sp>
              <p:nvSpPr>
                <p:cNvPr id="194" name="Text Box 148">
                  <a:extLst>
                    <a:ext uri="{FF2B5EF4-FFF2-40B4-BE49-F238E27FC236}">
                      <a16:creationId xmlns:a16="http://schemas.microsoft.com/office/drawing/2014/main" id="{E71A5B1F-7BDD-4194-97C2-4886BE5C502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18723" y="3537398"/>
                  <a:ext cx="378310" cy="1384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defPPr>
                    <a:defRPr lang="ko-KR"/>
                  </a:defPPr>
                  <a:lvl1pPr algn="ctr" latinLnBrk="0">
                    <a:defRPr kumimoji="1" sz="800" spc="-50">
                      <a:ln>
                        <a:solidFill>
                          <a:srgbClr val="7593B5">
                            <a:alpha val="0"/>
                          </a:srgb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KoPub돋움체 Light" pitchFamily="18" charset="-127"/>
                      <a:ea typeface="KoPub돋움체 Light" pitchFamily="18" charset="-127"/>
                    </a:defRPr>
                  </a:lvl1pPr>
                  <a:lvl2pPr marL="742950" indent="-285750" eaLnBrk="0" hangingPunct="0">
                    <a:defRPr kumimoji="1">
                      <a:latin typeface="산돌고딕 L" pitchFamily="18" charset="-127"/>
                      <a:ea typeface="산돌고딕 L" pitchFamily="18" charset="-127"/>
                    </a:defRPr>
                  </a:lvl2pPr>
                  <a:lvl3pPr marL="1143000" indent="-228600" eaLnBrk="0" hangingPunct="0">
                    <a:defRPr kumimoji="1">
                      <a:latin typeface="산돌고딕 L" pitchFamily="18" charset="-127"/>
                      <a:ea typeface="산돌고딕 L" pitchFamily="18" charset="-127"/>
                    </a:defRPr>
                  </a:lvl3pPr>
                  <a:lvl4pPr marL="1600200" indent="-228600" eaLnBrk="0" hangingPunct="0">
                    <a:defRPr kumimoji="1">
                      <a:latin typeface="산돌고딕 L" pitchFamily="18" charset="-127"/>
                      <a:ea typeface="산돌고딕 L" pitchFamily="18" charset="-127"/>
                    </a:defRPr>
                  </a:lvl4pPr>
                  <a:lvl5pPr marL="2057400" indent="-228600" eaLnBrk="0" hangingPunct="0">
                    <a:defRPr kumimoji="1">
                      <a:latin typeface="산돌고딕 L" pitchFamily="18" charset="-127"/>
                      <a:ea typeface="산돌고딕 L" pitchFamily="18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latin typeface="산돌고딕 L" pitchFamily="18" charset="-127"/>
                      <a:ea typeface="산돌고딕 L" pitchFamily="18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latin typeface="산돌고딕 L" pitchFamily="18" charset="-127"/>
                      <a:ea typeface="산돌고딕 L" pitchFamily="18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latin typeface="산돌고딕 L" pitchFamily="18" charset="-127"/>
                      <a:ea typeface="산돌고딕 L" pitchFamily="18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latin typeface="산돌고딕 L" pitchFamily="18" charset="-127"/>
                      <a:ea typeface="산돌고딕 L" pitchFamily="18" charset="-127"/>
                    </a:defRPr>
                  </a:lvl9pPr>
                </a:lstStyle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ko-KR" altLang="en-US" sz="900" dirty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일반회원</a:t>
                  </a:r>
                  <a:endParaRPr kumimoji="1" lang="ko-KR" altLang="en-US" sz="900" b="0" i="0" u="none" strike="noStrike" kern="1200" cap="none" spc="-50" normalizeH="0" baseline="0" noProof="0" dirty="0">
                    <a:ln>
                      <a:solidFill>
                        <a:srgbClr val="7593B5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KoPub돋움체 Medium" panose="02020603020101020101" pitchFamily="18" charset="-127"/>
                    <a:ea typeface="KoPub돋움체 Medium" panose="02020603020101020101" pitchFamily="18" charset="-127"/>
                  </a:endParaRPr>
                </a:p>
              </p:txBody>
            </p:sp>
          </p:grpSp>
          <p:cxnSp>
            <p:nvCxnSpPr>
              <p:cNvPr id="195" name="연결선: 꺾임 194">
                <a:extLst>
                  <a:ext uri="{FF2B5EF4-FFF2-40B4-BE49-F238E27FC236}">
                    <a16:creationId xmlns:a16="http://schemas.microsoft.com/office/drawing/2014/main" id="{9B043FB9-786A-4099-87BB-D1276C3FD40D}"/>
                  </a:ext>
                </a:extLst>
              </p:cNvPr>
              <p:cNvCxnSpPr>
                <a:cxnSpLocks/>
                <a:stCxn id="152" idx="3"/>
                <a:endCxn id="155" idx="1"/>
              </p:cNvCxnSpPr>
              <p:nvPr/>
            </p:nvCxnSpPr>
            <p:spPr>
              <a:xfrm flipV="1">
                <a:off x="1541616" y="2263246"/>
                <a:ext cx="1182708" cy="908258"/>
              </a:xfrm>
              <a:prstGeom prst="bentConnector3">
                <a:avLst/>
              </a:prstGeom>
              <a:ln w="9525">
                <a:solidFill>
                  <a:schemeClr val="tx1">
                    <a:lumMod val="50000"/>
                    <a:lumOff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직선 화살표 연결선 195">
                <a:extLst>
                  <a:ext uri="{FF2B5EF4-FFF2-40B4-BE49-F238E27FC236}">
                    <a16:creationId xmlns:a16="http://schemas.microsoft.com/office/drawing/2014/main" id="{053087F6-CF39-404D-B13D-F0CCE640B026}"/>
                  </a:ext>
                </a:extLst>
              </p:cNvPr>
              <p:cNvCxnSpPr>
                <a:stCxn id="152" idx="3"/>
                <a:endCxn id="157" idx="1"/>
              </p:cNvCxnSpPr>
              <p:nvPr/>
            </p:nvCxnSpPr>
            <p:spPr>
              <a:xfrm flipV="1">
                <a:off x="1541616" y="3171503"/>
                <a:ext cx="1170051" cy="1"/>
              </a:xfrm>
              <a:prstGeom prst="straightConnector1">
                <a:avLst/>
              </a:prstGeom>
              <a:ln w="9525">
                <a:solidFill>
                  <a:schemeClr val="tx1">
                    <a:lumMod val="50000"/>
                    <a:lumOff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7" name="Text Box 148">
                <a:extLst>
                  <a:ext uri="{FF2B5EF4-FFF2-40B4-BE49-F238E27FC236}">
                    <a16:creationId xmlns:a16="http://schemas.microsoft.com/office/drawing/2014/main" id="{F3B7AEA8-52D0-4EEB-814C-E253BA5738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63443" y="2087362"/>
                <a:ext cx="653676" cy="1615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defPPr>
                  <a:defRPr lang="ko-KR"/>
                </a:defPPr>
                <a:lvl1pPr algn="ctr" latinLnBrk="0">
                  <a:defRPr kumimoji="1" sz="800" spc="-50">
                    <a:ln>
                      <a:solidFill>
                        <a:srgbClr val="7593B5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Light" pitchFamily="18" charset="-127"/>
                    <a:ea typeface="KoPub돋움체 Light" pitchFamily="18" charset="-127"/>
                  </a:defRPr>
                </a:lvl1pPr>
                <a:lvl2pPr marL="742950" indent="-285750" eaLnBrk="0" hangingPunct="0">
                  <a:defRPr kumimoji="1">
                    <a:latin typeface="산돌고딕 L" pitchFamily="18" charset="-127"/>
                    <a:ea typeface="산돌고딕 L" pitchFamily="18" charset="-127"/>
                  </a:defRPr>
                </a:lvl2pPr>
                <a:lvl3pPr marL="1143000" indent="-228600" eaLnBrk="0" hangingPunct="0">
                  <a:defRPr kumimoji="1">
                    <a:latin typeface="산돌고딕 L" pitchFamily="18" charset="-127"/>
                    <a:ea typeface="산돌고딕 L" pitchFamily="18" charset="-127"/>
                  </a:defRPr>
                </a:lvl3pPr>
                <a:lvl4pPr marL="1600200" indent="-228600" eaLnBrk="0" hangingPunct="0">
                  <a:defRPr kumimoji="1">
                    <a:latin typeface="산돌고딕 L" pitchFamily="18" charset="-127"/>
                    <a:ea typeface="산돌고딕 L" pitchFamily="18" charset="-127"/>
                  </a:defRPr>
                </a:lvl4pPr>
                <a:lvl5pPr marL="2057400" indent="-228600" eaLnBrk="0" hangingPunct="0">
                  <a:defRPr kumimoji="1">
                    <a:latin typeface="산돌고딕 L" pitchFamily="18" charset="-127"/>
                    <a:ea typeface="산돌고딕 L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산돌고딕 L" pitchFamily="18" charset="-127"/>
                    <a:ea typeface="산돌고딕 L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산돌고딕 L" pitchFamily="18" charset="-127"/>
                    <a:ea typeface="산돌고딕 L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산돌고딕 L" pitchFamily="18" charset="-127"/>
                    <a:ea typeface="산돌고딕 L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산돌고딕 L" pitchFamily="18" charset="-127"/>
                    <a:ea typeface="산돌고딕 L" pitchFamily="18" charset="-127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1050" b="1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관리</a:t>
                </a:r>
                <a:endParaRPr lang="en-US" altLang="ko-KR" sz="105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cxnSp>
            <p:nvCxnSpPr>
              <p:cNvPr id="198" name="연결선: 꺾임 197">
                <a:extLst>
                  <a:ext uri="{FF2B5EF4-FFF2-40B4-BE49-F238E27FC236}">
                    <a16:creationId xmlns:a16="http://schemas.microsoft.com/office/drawing/2014/main" id="{907B10D3-C919-46B9-A0E3-0486C316B54C}"/>
                  </a:ext>
                </a:extLst>
              </p:cNvPr>
              <p:cNvCxnSpPr>
                <a:stCxn id="152" idx="3"/>
                <a:endCxn id="193" idx="1"/>
              </p:cNvCxnSpPr>
              <p:nvPr/>
            </p:nvCxnSpPr>
            <p:spPr>
              <a:xfrm>
                <a:off x="1541616" y="3171504"/>
                <a:ext cx="1170051" cy="882448"/>
              </a:xfrm>
              <a:prstGeom prst="bentConnector3">
                <a:avLst/>
              </a:prstGeom>
              <a:ln w="9525">
                <a:solidFill>
                  <a:schemeClr val="tx1">
                    <a:lumMod val="50000"/>
                    <a:lumOff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9" name="Text Box 148">
                <a:extLst>
                  <a:ext uri="{FF2B5EF4-FFF2-40B4-BE49-F238E27FC236}">
                    <a16:creationId xmlns:a16="http://schemas.microsoft.com/office/drawing/2014/main" id="{5845FB76-D246-4ADE-8DF5-B4D4D477D1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63443" y="2985646"/>
                <a:ext cx="653676" cy="1615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defPPr>
                  <a:defRPr lang="ko-KR"/>
                </a:defPPr>
                <a:lvl1pPr algn="ctr" latinLnBrk="0">
                  <a:defRPr kumimoji="1" sz="800" spc="-50">
                    <a:ln>
                      <a:solidFill>
                        <a:srgbClr val="7593B5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Light" pitchFamily="18" charset="-127"/>
                    <a:ea typeface="KoPub돋움체 Light" pitchFamily="18" charset="-127"/>
                  </a:defRPr>
                </a:lvl1pPr>
                <a:lvl2pPr marL="742950" indent="-285750" eaLnBrk="0" hangingPunct="0">
                  <a:defRPr kumimoji="1">
                    <a:latin typeface="산돌고딕 L" pitchFamily="18" charset="-127"/>
                    <a:ea typeface="산돌고딕 L" pitchFamily="18" charset="-127"/>
                  </a:defRPr>
                </a:lvl2pPr>
                <a:lvl3pPr marL="1143000" indent="-228600" eaLnBrk="0" hangingPunct="0">
                  <a:defRPr kumimoji="1">
                    <a:latin typeface="산돌고딕 L" pitchFamily="18" charset="-127"/>
                    <a:ea typeface="산돌고딕 L" pitchFamily="18" charset="-127"/>
                  </a:defRPr>
                </a:lvl3pPr>
                <a:lvl4pPr marL="1600200" indent="-228600" eaLnBrk="0" hangingPunct="0">
                  <a:defRPr kumimoji="1">
                    <a:latin typeface="산돌고딕 L" pitchFamily="18" charset="-127"/>
                    <a:ea typeface="산돌고딕 L" pitchFamily="18" charset="-127"/>
                  </a:defRPr>
                </a:lvl4pPr>
                <a:lvl5pPr marL="2057400" indent="-228600" eaLnBrk="0" hangingPunct="0">
                  <a:defRPr kumimoji="1">
                    <a:latin typeface="산돌고딕 L" pitchFamily="18" charset="-127"/>
                    <a:ea typeface="산돌고딕 L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산돌고딕 L" pitchFamily="18" charset="-127"/>
                    <a:ea typeface="산돌고딕 L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산돌고딕 L" pitchFamily="18" charset="-127"/>
                    <a:ea typeface="산돌고딕 L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산돌고딕 L" pitchFamily="18" charset="-127"/>
                    <a:ea typeface="산돌고딕 L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산돌고딕 L" pitchFamily="18" charset="-127"/>
                    <a:ea typeface="산돌고딕 L" pitchFamily="18" charset="-127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1050" b="1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관리</a:t>
                </a:r>
                <a:endParaRPr lang="en-US" altLang="ko-KR" sz="105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200" name="Text Box 148">
                <a:extLst>
                  <a:ext uri="{FF2B5EF4-FFF2-40B4-BE49-F238E27FC236}">
                    <a16:creationId xmlns:a16="http://schemas.microsoft.com/office/drawing/2014/main" id="{AEA99047-1155-4777-887E-4C28C57EF6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63443" y="3864052"/>
                <a:ext cx="653676" cy="1615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defPPr>
                  <a:defRPr lang="ko-KR"/>
                </a:defPPr>
                <a:lvl1pPr algn="ctr" latinLnBrk="0">
                  <a:defRPr kumimoji="1" sz="800" spc="-50">
                    <a:ln>
                      <a:solidFill>
                        <a:srgbClr val="7593B5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Light" pitchFamily="18" charset="-127"/>
                    <a:ea typeface="KoPub돋움체 Light" pitchFamily="18" charset="-127"/>
                  </a:defRPr>
                </a:lvl1pPr>
                <a:lvl2pPr marL="742950" indent="-285750" eaLnBrk="0" hangingPunct="0">
                  <a:defRPr kumimoji="1">
                    <a:latin typeface="산돌고딕 L" pitchFamily="18" charset="-127"/>
                    <a:ea typeface="산돌고딕 L" pitchFamily="18" charset="-127"/>
                  </a:defRPr>
                </a:lvl2pPr>
                <a:lvl3pPr marL="1143000" indent="-228600" eaLnBrk="0" hangingPunct="0">
                  <a:defRPr kumimoji="1">
                    <a:latin typeface="산돌고딕 L" pitchFamily="18" charset="-127"/>
                    <a:ea typeface="산돌고딕 L" pitchFamily="18" charset="-127"/>
                  </a:defRPr>
                </a:lvl3pPr>
                <a:lvl4pPr marL="1600200" indent="-228600" eaLnBrk="0" hangingPunct="0">
                  <a:defRPr kumimoji="1">
                    <a:latin typeface="산돌고딕 L" pitchFamily="18" charset="-127"/>
                    <a:ea typeface="산돌고딕 L" pitchFamily="18" charset="-127"/>
                  </a:defRPr>
                </a:lvl4pPr>
                <a:lvl5pPr marL="2057400" indent="-228600" eaLnBrk="0" hangingPunct="0">
                  <a:defRPr kumimoji="1">
                    <a:latin typeface="산돌고딕 L" pitchFamily="18" charset="-127"/>
                    <a:ea typeface="산돌고딕 L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산돌고딕 L" pitchFamily="18" charset="-127"/>
                    <a:ea typeface="산돌고딕 L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산돌고딕 L" pitchFamily="18" charset="-127"/>
                    <a:ea typeface="산돌고딕 L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산돌고딕 L" pitchFamily="18" charset="-127"/>
                    <a:ea typeface="산돌고딕 L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산돌고딕 L" pitchFamily="18" charset="-127"/>
                    <a:ea typeface="산돌고딕 L" pitchFamily="18" charset="-127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1050" b="1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관리</a:t>
                </a:r>
                <a:endParaRPr lang="en-US" altLang="ko-KR" sz="105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</p:grp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76A2AE77-2215-4C14-9B96-2AA2720C1513}"/>
                </a:ext>
              </a:extLst>
            </p:cNvPr>
            <p:cNvGrpSpPr/>
            <p:nvPr/>
          </p:nvGrpSpPr>
          <p:grpSpPr>
            <a:xfrm>
              <a:off x="7612843" y="2250842"/>
              <a:ext cx="1779017" cy="645415"/>
              <a:chOff x="7612843" y="2083694"/>
              <a:chExt cx="1779017" cy="645415"/>
            </a:xfrm>
          </p:grpSpPr>
          <p:grpSp>
            <p:nvGrpSpPr>
              <p:cNvPr id="201" name="그룹 200">
                <a:extLst>
                  <a:ext uri="{FF2B5EF4-FFF2-40B4-BE49-F238E27FC236}">
                    <a16:creationId xmlns:a16="http://schemas.microsoft.com/office/drawing/2014/main" id="{25D9C613-8A90-4B14-AFB3-F85D9D001045}"/>
                  </a:ext>
                </a:extLst>
              </p:cNvPr>
              <p:cNvGrpSpPr/>
              <p:nvPr/>
            </p:nvGrpSpPr>
            <p:grpSpPr>
              <a:xfrm>
                <a:off x="7612843" y="2083694"/>
                <a:ext cx="483468" cy="645415"/>
                <a:chOff x="3613348" y="3021773"/>
                <a:chExt cx="483468" cy="645414"/>
              </a:xfrm>
            </p:grpSpPr>
            <p:sp>
              <p:nvSpPr>
                <p:cNvPr id="202" name="AutoShape 175">
                  <a:extLst>
                    <a:ext uri="{FF2B5EF4-FFF2-40B4-BE49-F238E27FC236}">
                      <a16:creationId xmlns:a16="http://schemas.microsoft.com/office/drawing/2014/main" id="{A0A976C0-688B-47B9-BEB5-4BB81CBC49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3532375" y="3102746"/>
                  <a:ext cx="645414" cy="483468"/>
                </a:xfrm>
                <a:prstGeom prst="upArrow">
                  <a:avLst>
                    <a:gd name="adj1" fmla="val 57509"/>
                    <a:gd name="adj2" fmla="val 51389"/>
                  </a:avLst>
                </a:prstGeom>
                <a:solidFill>
                  <a:srgbClr val="EAEAEA"/>
                </a:solidFill>
                <a:ln w="19050">
                  <a:noFill/>
                  <a:miter lim="800000"/>
                  <a:headEnd/>
                  <a:tailEnd/>
                </a:ln>
              </p:spPr>
              <p:txBody>
                <a:bodyPr vert="eaVert" wrap="none" anchor="ctr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+mn-cs"/>
                    </a:defRPr>
                  </a:lvl9pPr>
                </a:lstStyle>
                <a:p>
                  <a:pPr eaLnBrk="1" hangingPunct="1"/>
                  <a:endParaRPr lang="ko-KR" altLang="en-US"/>
                </a:p>
              </p:txBody>
            </p:sp>
            <p:sp>
              <p:nvSpPr>
                <p:cNvPr id="203" name="TextBox 202">
                  <a:extLst>
                    <a:ext uri="{FF2B5EF4-FFF2-40B4-BE49-F238E27FC236}">
                      <a16:creationId xmlns:a16="http://schemas.microsoft.com/office/drawing/2014/main" id="{6E00749F-7999-433B-A7FE-69C349B83AD5}"/>
                    </a:ext>
                  </a:extLst>
                </p:cNvPr>
                <p:cNvSpPr txBox="1"/>
                <p:nvPr/>
              </p:nvSpPr>
              <p:spPr>
                <a:xfrm>
                  <a:off x="3751018" y="3248455"/>
                  <a:ext cx="162829" cy="23123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 anchor="ctr">
                  <a:spAutoFit/>
                </a:bodyPr>
                <a:lstStyle>
                  <a:defPPr>
                    <a:defRPr lang="ko-KR"/>
                  </a:defPPr>
                  <a:lvl1pPr marL="0" lvl="0" algn="ctr" defTabSz="914400" eaLnBrk="1" fontAlgn="ctr" hangingPunct="1">
                    <a:defRPr sz="1050" spc="-30">
                      <a:ln>
                        <a:solidFill>
                          <a:srgbClr val="5B9BD5">
                            <a:alpha val="0"/>
                          </a:srgbClr>
                        </a:solidFill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KoPub돋움체 Bold" panose="02020603020101020101" pitchFamily="18" charset="-127"/>
                      <a:ea typeface="KoPub돋움체 Bold" panose="02020603020101020101" pitchFamily="18" charset="-127"/>
                    </a:defRPr>
                  </a:lvl1pPr>
                  <a:lvl2pPr marL="457200" defTabSz="914400" eaLnBrk="1" hangingPunct="1">
                    <a:defRPr sz="1800">
                      <a:solidFill>
                        <a:schemeClr val="tx1"/>
                      </a:solidFill>
                    </a:defRPr>
                  </a:lvl2pPr>
                  <a:lvl3pPr marL="914400" defTabSz="914400" eaLnBrk="1" hangingPunct="1">
                    <a:defRPr sz="1800">
                      <a:solidFill>
                        <a:schemeClr val="tx1"/>
                      </a:solidFill>
                    </a:defRPr>
                  </a:lvl3pPr>
                  <a:lvl4pPr marL="1371600" defTabSz="914400" eaLnBrk="1" hangingPunct="1">
                    <a:defRPr sz="1800">
                      <a:solidFill>
                        <a:schemeClr val="tx1"/>
                      </a:solidFill>
                    </a:defRPr>
                  </a:lvl4pPr>
                  <a:lvl5pPr marL="1828800" defTabSz="914400" eaLnBrk="1" hangingPunct="1">
                    <a:defRPr sz="1800">
                      <a:solidFill>
                        <a:schemeClr val="tx1"/>
                      </a:solidFill>
                    </a:defRPr>
                  </a:lvl5pPr>
                  <a:lvl6pPr marL="2286000" defTabSz="914400">
                    <a:defRPr sz="1800">
                      <a:solidFill>
                        <a:schemeClr val="tx1"/>
                      </a:solidFill>
                    </a:defRPr>
                  </a:lvl6pPr>
                  <a:lvl7pPr marL="2743200" defTabSz="914400">
                    <a:defRPr sz="1800">
                      <a:solidFill>
                        <a:schemeClr val="tx1"/>
                      </a:solidFill>
                    </a:defRPr>
                  </a:lvl7pPr>
                  <a:lvl8pPr marL="3200400" defTabSz="914400">
                    <a:defRPr sz="1800">
                      <a:solidFill>
                        <a:schemeClr val="tx1"/>
                      </a:solidFill>
                    </a:defRPr>
                  </a:lvl8pPr>
                  <a:lvl9pPr marL="3657600" defTabSz="914400">
                    <a:defRPr sz="1800">
                      <a:solidFill>
                        <a:schemeClr val="tx1"/>
                      </a:solidFill>
                    </a:defRPr>
                  </a:lvl9pPr>
                </a:lstStyle>
                <a:p>
                  <a:r>
                    <a:rPr lang="ko-KR" altLang="en-US" sz="1000"/>
                    <a:t>신청</a:t>
                  </a:r>
                  <a:endParaRPr lang="en-US" altLang="ko-KR" sz="1000"/>
                </a:p>
                <a:p>
                  <a:r>
                    <a:rPr lang="ko-KR" altLang="en-US" sz="1000"/>
                    <a:t>신고</a:t>
                  </a:r>
                  <a:endParaRPr lang="en-US" altLang="ko-KR" sz="1000" dirty="0"/>
                </a:p>
              </p:txBody>
            </p:sp>
          </p:grpSp>
          <p:pic>
            <p:nvPicPr>
              <p:cNvPr id="204" name="그림 203">
                <a:extLst>
                  <a:ext uri="{FF2B5EF4-FFF2-40B4-BE49-F238E27FC236}">
                    <a16:creationId xmlns:a16="http://schemas.microsoft.com/office/drawing/2014/main" id="{AC270682-D570-4CC9-A08D-49BDA52329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47313" y="2112414"/>
                <a:ext cx="1144547" cy="594491"/>
              </a:xfrm>
              <a:prstGeom prst="rect">
                <a:avLst/>
              </a:prstGeom>
              <a:ln w="19050">
                <a:solidFill>
                  <a:schemeClr val="bg1">
                    <a:lumMod val="50000"/>
                    <a:alpha val="64000"/>
                  </a:schemeClr>
                </a:solidFill>
              </a:ln>
            </p:spPr>
          </p:pic>
        </p:grpSp>
        <p:grpSp>
          <p:nvGrpSpPr>
            <p:cNvPr id="205" name="그룹 204">
              <a:extLst>
                <a:ext uri="{FF2B5EF4-FFF2-40B4-BE49-F238E27FC236}">
                  <a16:creationId xmlns:a16="http://schemas.microsoft.com/office/drawing/2014/main" id="{07CC2702-A0F9-4213-960B-A4D205EA5E91}"/>
                </a:ext>
              </a:extLst>
            </p:cNvPr>
            <p:cNvGrpSpPr/>
            <p:nvPr/>
          </p:nvGrpSpPr>
          <p:grpSpPr>
            <a:xfrm>
              <a:off x="7612843" y="3173329"/>
              <a:ext cx="1779017" cy="645415"/>
              <a:chOff x="7612843" y="2083694"/>
              <a:chExt cx="1779017" cy="645415"/>
            </a:xfrm>
          </p:grpSpPr>
          <p:grpSp>
            <p:nvGrpSpPr>
              <p:cNvPr id="206" name="그룹 205">
                <a:extLst>
                  <a:ext uri="{FF2B5EF4-FFF2-40B4-BE49-F238E27FC236}">
                    <a16:creationId xmlns:a16="http://schemas.microsoft.com/office/drawing/2014/main" id="{49052AB8-01F2-47D4-8FAD-AFCED5A5BCCE}"/>
                  </a:ext>
                </a:extLst>
              </p:cNvPr>
              <p:cNvGrpSpPr/>
              <p:nvPr/>
            </p:nvGrpSpPr>
            <p:grpSpPr>
              <a:xfrm>
                <a:off x="7612843" y="2083694"/>
                <a:ext cx="483468" cy="645415"/>
                <a:chOff x="3613348" y="3021773"/>
                <a:chExt cx="483468" cy="645414"/>
              </a:xfrm>
            </p:grpSpPr>
            <p:sp>
              <p:nvSpPr>
                <p:cNvPr id="208" name="AutoShape 175">
                  <a:extLst>
                    <a:ext uri="{FF2B5EF4-FFF2-40B4-BE49-F238E27FC236}">
                      <a16:creationId xmlns:a16="http://schemas.microsoft.com/office/drawing/2014/main" id="{F51EA136-C79E-49A1-A00B-A9367531BE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3532375" y="3102746"/>
                  <a:ext cx="645414" cy="483468"/>
                </a:xfrm>
                <a:prstGeom prst="upArrow">
                  <a:avLst>
                    <a:gd name="adj1" fmla="val 57509"/>
                    <a:gd name="adj2" fmla="val 51389"/>
                  </a:avLst>
                </a:prstGeom>
                <a:solidFill>
                  <a:srgbClr val="EAEAEA"/>
                </a:solidFill>
                <a:ln w="19050">
                  <a:noFill/>
                  <a:miter lim="800000"/>
                  <a:headEnd/>
                  <a:tailEnd/>
                </a:ln>
              </p:spPr>
              <p:txBody>
                <a:bodyPr vert="eaVert" wrap="none" anchor="ctr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+mn-cs"/>
                    </a:defRPr>
                  </a:lvl9pPr>
                </a:lstStyle>
                <a:p>
                  <a:pPr eaLnBrk="1" hangingPunct="1"/>
                  <a:endParaRPr lang="ko-KR" altLang="en-US"/>
                </a:p>
              </p:txBody>
            </p:sp>
            <p:sp>
              <p:nvSpPr>
                <p:cNvPr id="209" name="TextBox 208">
                  <a:extLst>
                    <a:ext uri="{FF2B5EF4-FFF2-40B4-BE49-F238E27FC236}">
                      <a16:creationId xmlns:a16="http://schemas.microsoft.com/office/drawing/2014/main" id="{7C66EF46-B552-446D-A3A5-81C7B5E65EF3}"/>
                    </a:ext>
                  </a:extLst>
                </p:cNvPr>
                <p:cNvSpPr txBox="1"/>
                <p:nvPr/>
              </p:nvSpPr>
              <p:spPr>
                <a:xfrm>
                  <a:off x="3751018" y="3248455"/>
                  <a:ext cx="162829" cy="23123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 anchor="ctr">
                  <a:spAutoFit/>
                </a:bodyPr>
                <a:lstStyle>
                  <a:defPPr>
                    <a:defRPr lang="ko-KR"/>
                  </a:defPPr>
                  <a:lvl1pPr marL="0" lvl="0" algn="ctr" defTabSz="914400" eaLnBrk="1" fontAlgn="ctr" hangingPunct="1">
                    <a:defRPr sz="1050" spc="-30">
                      <a:ln>
                        <a:solidFill>
                          <a:srgbClr val="5B9BD5">
                            <a:alpha val="0"/>
                          </a:srgbClr>
                        </a:solidFill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KoPub돋움체 Bold" panose="02020603020101020101" pitchFamily="18" charset="-127"/>
                      <a:ea typeface="KoPub돋움체 Bold" panose="02020603020101020101" pitchFamily="18" charset="-127"/>
                    </a:defRPr>
                  </a:lvl1pPr>
                  <a:lvl2pPr marL="457200" defTabSz="914400" eaLnBrk="1" hangingPunct="1">
                    <a:defRPr sz="1800">
                      <a:solidFill>
                        <a:schemeClr val="tx1"/>
                      </a:solidFill>
                    </a:defRPr>
                  </a:lvl2pPr>
                  <a:lvl3pPr marL="914400" defTabSz="914400" eaLnBrk="1" hangingPunct="1">
                    <a:defRPr sz="1800">
                      <a:solidFill>
                        <a:schemeClr val="tx1"/>
                      </a:solidFill>
                    </a:defRPr>
                  </a:lvl3pPr>
                  <a:lvl4pPr marL="1371600" defTabSz="914400" eaLnBrk="1" hangingPunct="1">
                    <a:defRPr sz="1800">
                      <a:solidFill>
                        <a:schemeClr val="tx1"/>
                      </a:solidFill>
                    </a:defRPr>
                  </a:lvl4pPr>
                  <a:lvl5pPr marL="1828800" defTabSz="914400" eaLnBrk="1" hangingPunct="1">
                    <a:defRPr sz="1800">
                      <a:solidFill>
                        <a:schemeClr val="tx1"/>
                      </a:solidFill>
                    </a:defRPr>
                  </a:lvl5pPr>
                  <a:lvl6pPr marL="2286000" defTabSz="914400">
                    <a:defRPr sz="1800">
                      <a:solidFill>
                        <a:schemeClr val="tx1"/>
                      </a:solidFill>
                    </a:defRPr>
                  </a:lvl6pPr>
                  <a:lvl7pPr marL="2743200" defTabSz="914400">
                    <a:defRPr sz="1800">
                      <a:solidFill>
                        <a:schemeClr val="tx1"/>
                      </a:solidFill>
                    </a:defRPr>
                  </a:lvl7pPr>
                  <a:lvl8pPr marL="3200400" defTabSz="914400">
                    <a:defRPr sz="1800">
                      <a:solidFill>
                        <a:schemeClr val="tx1"/>
                      </a:solidFill>
                    </a:defRPr>
                  </a:lvl8pPr>
                  <a:lvl9pPr marL="3657600" defTabSz="914400">
                    <a:defRPr sz="1800">
                      <a:solidFill>
                        <a:schemeClr val="tx1"/>
                      </a:solidFill>
                    </a:defRPr>
                  </a:lvl9pPr>
                </a:lstStyle>
                <a:p>
                  <a:r>
                    <a:rPr lang="ko-KR" altLang="en-US" sz="1000"/>
                    <a:t>신청</a:t>
                  </a:r>
                  <a:endParaRPr lang="en-US" altLang="ko-KR" sz="1000"/>
                </a:p>
                <a:p>
                  <a:r>
                    <a:rPr lang="ko-KR" altLang="en-US" sz="1000"/>
                    <a:t>신고</a:t>
                  </a:r>
                  <a:endParaRPr lang="en-US" altLang="ko-KR" sz="1000" dirty="0"/>
                </a:p>
              </p:txBody>
            </p:sp>
          </p:grpSp>
          <p:pic>
            <p:nvPicPr>
              <p:cNvPr id="207" name="그림 206">
                <a:extLst>
                  <a:ext uri="{FF2B5EF4-FFF2-40B4-BE49-F238E27FC236}">
                    <a16:creationId xmlns:a16="http://schemas.microsoft.com/office/drawing/2014/main" id="{674FE1A3-04D9-494E-B0C8-3846C24FCD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47313" y="2112414"/>
                <a:ext cx="1144547" cy="594491"/>
              </a:xfrm>
              <a:prstGeom prst="rect">
                <a:avLst/>
              </a:prstGeom>
              <a:ln w="19050">
                <a:solidFill>
                  <a:schemeClr val="bg1">
                    <a:lumMod val="50000"/>
                    <a:alpha val="64000"/>
                  </a:schemeClr>
                </a:solidFill>
              </a:ln>
            </p:spPr>
          </p:pic>
        </p:grpSp>
        <p:grpSp>
          <p:nvGrpSpPr>
            <p:cNvPr id="210" name="그룹 209">
              <a:extLst>
                <a:ext uri="{FF2B5EF4-FFF2-40B4-BE49-F238E27FC236}">
                  <a16:creationId xmlns:a16="http://schemas.microsoft.com/office/drawing/2014/main" id="{0A9841A2-AC46-426B-BFEE-E8F4AE4B0529}"/>
                </a:ext>
              </a:extLst>
            </p:cNvPr>
            <p:cNvGrpSpPr/>
            <p:nvPr/>
          </p:nvGrpSpPr>
          <p:grpSpPr>
            <a:xfrm>
              <a:off x="7612843" y="4095816"/>
              <a:ext cx="1779017" cy="645415"/>
              <a:chOff x="7612843" y="2083694"/>
              <a:chExt cx="1779017" cy="645415"/>
            </a:xfrm>
          </p:grpSpPr>
          <p:grpSp>
            <p:nvGrpSpPr>
              <p:cNvPr id="211" name="그룹 210">
                <a:extLst>
                  <a:ext uri="{FF2B5EF4-FFF2-40B4-BE49-F238E27FC236}">
                    <a16:creationId xmlns:a16="http://schemas.microsoft.com/office/drawing/2014/main" id="{6C6C366D-EF99-4B3D-A715-F46015777ED0}"/>
                  </a:ext>
                </a:extLst>
              </p:cNvPr>
              <p:cNvGrpSpPr/>
              <p:nvPr/>
            </p:nvGrpSpPr>
            <p:grpSpPr>
              <a:xfrm>
                <a:off x="7612843" y="2083694"/>
                <a:ext cx="483468" cy="645415"/>
                <a:chOff x="3613348" y="3021773"/>
                <a:chExt cx="483468" cy="645414"/>
              </a:xfrm>
            </p:grpSpPr>
            <p:sp>
              <p:nvSpPr>
                <p:cNvPr id="213" name="AutoShape 175">
                  <a:extLst>
                    <a:ext uri="{FF2B5EF4-FFF2-40B4-BE49-F238E27FC236}">
                      <a16:creationId xmlns:a16="http://schemas.microsoft.com/office/drawing/2014/main" id="{109B3EC9-C3DE-49D9-8E98-B1BB1FC8B1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3532375" y="3102746"/>
                  <a:ext cx="645414" cy="483468"/>
                </a:xfrm>
                <a:prstGeom prst="upArrow">
                  <a:avLst>
                    <a:gd name="adj1" fmla="val 57509"/>
                    <a:gd name="adj2" fmla="val 51389"/>
                  </a:avLst>
                </a:prstGeom>
                <a:solidFill>
                  <a:srgbClr val="EAEAEA"/>
                </a:solidFill>
                <a:ln w="19050">
                  <a:noFill/>
                  <a:miter lim="800000"/>
                  <a:headEnd/>
                  <a:tailEnd/>
                </a:ln>
              </p:spPr>
              <p:txBody>
                <a:bodyPr vert="eaVert" wrap="none" anchor="ctr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+mn-cs"/>
                    </a:defRPr>
                  </a:lvl9pPr>
                </a:lstStyle>
                <a:p>
                  <a:pPr eaLnBrk="1" hangingPunct="1"/>
                  <a:endParaRPr lang="ko-KR" altLang="en-US"/>
                </a:p>
              </p:txBody>
            </p:sp>
            <p:sp>
              <p:nvSpPr>
                <p:cNvPr id="214" name="TextBox 213">
                  <a:extLst>
                    <a:ext uri="{FF2B5EF4-FFF2-40B4-BE49-F238E27FC236}">
                      <a16:creationId xmlns:a16="http://schemas.microsoft.com/office/drawing/2014/main" id="{9B76F8B5-70BC-4FB3-BB52-505CE6A78B7A}"/>
                    </a:ext>
                  </a:extLst>
                </p:cNvPr>
                <p:cNvSpPr txBox="1"/>
                <p:nvPr/>
              </p:nvSpPr>
              <p:spPr>
                <a:xfrm>
                  <a:off x="3751018" y="3248455"/>
                  <a:ext cx="162829" cy="23123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 anchor="ctr">
                  <a:spAutoFit/>
                </a:bodyPr>
                <a:lstStyle>
                  <a:defPPr>
                    <a:defRPr lang="ko-KR"/>
                  </a:defPPr>
                  <a:lvl1pPr marL="0" lvl="0" algn="ctr" defTabSz="914400" eaLnBrk="1" fontAlgn="ctr" hangingPunct="1">
                    <a:defRPr sz="1050" spc="-30">
                      <a:ln>
                        <a:solidFill>
                          <a:srgbClr val="5B9BD5">
                            <a:alpha val="0"/>
                          </a:srgbClr>
                        </a:solidFill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KoPub돋움체 Bold" panose="02020603020101020101" pitchFamily="18" charset="-127"/>
                      <a:ea typeface="KoPub돋움체 Bold" panose="02020603020101020101" pitchFamily="18" charset="-127"/>
                    </a:defRPr>
                  </a:lvl1pPr>
                  <a:lvl2pPr marL="457200" defTabSz="914400" eaLnBrk="1" hangingPunct="1">
                    <a:defRPr sz="1800">
                      <a:solidFill>
                        <a:schemeClr val="tx1"/>
                      </a:solidFill>
                    </a:defRPr>
                  </a:lvl2pPr>
                  <a:lvl3pPr marL="914400" defTabSz="914400" eaLnBrk="1" hangingPunct="1">
                    <a:defRPr sz="1800">
                      <a:solidFill>
                        <a:schemeClr val="tx1"/>
                      </a:solidFill>
                    </a:defRPr>
                  </a:lvl3pPr>
                  <a:lvl4pPr marL="1371600" defTabSz="914400" eaLnBrk="1" hangingPunct="1">
                    <a:defRPr sz="1800">
                      <a:solidFill>
                        <a:schemeClr val="tx1"/>
                      </a:solidFill>
                    </a:defRPr>
                  </a:lvl4pPr>
                  <a:lvl5pPr marL="1828800" defTabSz="914400" eaLnBrk="1" hangingPunct="1">
                    <a:defRPr sz="1800">
                      <a:solidFill>
                        <a:schemeClr val="tx1"/>
                      </a:solidFill>
                    </a:defRPr>
                  </a:lvl5pPr>
                  <a:lvl6pPr marL="2286000" defTabSz="914400">
                    <a:defRPr sz="1800">
                      <a:solidFill>
                        <a:schemeClr val="tx1"/>
                      </a:solidFill>
                    </a:defRPr>
                  </a:lvl6pPr>
                  <a:lvl7pPr marL="2743200" defTabSz="914400">
                    <a:defRPr sz="1800">
                      <a:solidFill>
                        <a:schemeClr val="tx1"/>
                      </a:solidFill>
                    </a:defRPr>
                  </a:lvl7pPr>
                  <a:lvl8pPr marL="3200400" defTabSz="914400">
                    <a:defRPr sz="1800">
                      <a:solidFill>
                        <a:schemeClr val="tx1"/>
                      </a:solidFill>
                    </a:defRPr>
                  </a:lvl8pPr>
                  <a:lvl9pPr marL="3657600" defTabSz="914400">
                    <a:defRPr sz="1800">
                      <a:solidFill>
                        <a:schemeClr val="tx1"/>
                      </a:solidFill>
                    </a:defRPr>
                  </a:lvl9pPr>
                </a:lstStyle>
                <a:p>
                  <a:r>
                    <a:rPr lang="ko-KR" altLang="en-US" sz="1000"/>
                    <a:t>신청</a:t>
                  </a:r>
                  <a:endParaRPr lang="en-US" altLang="ko-KR" sz="1000"/>
                </a:p>
                <a:p>
                  <a:r>
                    <a:rPr lang="ko-KR" altLang="en-US" sz="1000"/>
                    <a:t>신고</a:t>
                  </a:r>
                  <a:endParaRPr lang="en-US" altLang="ko-KR" sz="1000" dirty="0"/>
                </a:p>
              </p:txBody>
            </p:sp>
          </p:grpSp>
          <p:pic>
            <p:nvPicPr>
              <p:cNvPr id="212" name="그림 211">
                <a:extLst>
                  <a:ext uri="{FF2B5EF4-FFF2-40B4-BE49-F238E27FC236}">
                    <a16:creationId xmlns:a16="http://schemas.microsoft.com/office/drawing/2014/main" id="{6C9A6B40-346A-4DF2-B9F0-DB2B19C1ED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47313" y="2112414"/>
                <a:ext cx="1144547" cy="594491"/>
              </a:xfrm>
              <a:prstGeom prst="rect">
                <a:avLst/>
              </a:prstGeom>
              <a:ln w="19050">
                <a:solidFill>
                  <a:schemeClr val="bg1">
                    <a:lumMod val="50000"/>
                    <a:alpha val="64000"/>
                  </a:schemeClr>
                </a:solidFill>
              </a:ln>
            </p:spPr>
          </p:pic>
        </p:grp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3B2157C2-03A2-491D-B9CD-B5C9F7A06A5D}"/>
              </a:ext>
            </a:extLst>
          </p:cNvPr>
          <p:cNvGrpSpPr/>
          <p:nvPr/>
        </p:nvGrpSpPr>
        <p:grpSpPr>
          <a:xfrm>
            <a:off x="1243067" y="2214491"/>
            <a:ext cx="2568538" cy="2490390"/>
            <a:chOff x="1275599" y="2250842"/>
            <a:chExt cx="2568538" cy="2490390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020BE3DA-F65E-4828-BD70-BFBEEF31BE46}"/>
                </a:ext>
              </a:extLst>
            </p:cNvPr>
            <p:cNvGrpSpPr/>
            <p:nvPr/>
          </p:nvGrpSpPr>
          <p:grpSpPr>
            <a:xfrm>
              <a:off x="1275599" y="2250842"/>
              <a:ext cx="551393" cy="707432"/>
              <a:chOff x="1668140" y="3627180"/>
              <a:chExt cx="551393" cy="707432"/>
            </a:xfrm>
          </p:grpSpPr>
          <p:pic>
            <p:nvPicPr>
              <p:cNvPr id="57" name="그림 56">
                <a:extLst>
                  <a:ext uri="{FF2B5EF4-FFF2-40B4-BE49-F238E27FC236}">
                    <a16:creationId xmlns:a16="http://schemas.microsoft.com/office/drawing/2014/main" id="{7356C89A-4F49-4C70-A1D5-01CBAC4809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68140" y="3627180"/>
                <a:ext cx="551393" cy="530185"/>
              </a:xfrm>
              <a:prstGeom prst="rect">
                <a:avLst/>
              </a:prstGeom>
            </p:spPr>
          </p:pic>
          <p:sp>
            <p:nvSpPr>
              <p:cNvPr id="64" name="Text Box 148">
                <a:extLst>
                  <a:ext uri="{FF2B5EF4-FFF2-40B4-BE49-F238E27FC236}">
                    <a16:creationId xmlns:a16="http://schemas.microsoft.com/office/drawing/2014/main" id="{11EBBF80-95B9-457C-85C1-D77CC936AE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20718" y="4180724"/>
                <a:ext cx="423193" cy="153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defPPr>
                  <a:defRPr lang="ko-KR"/>
                </a:defPPr>
                <a:lvl1pPr algn="ctr" latinLnBrk="0">
                  <a:defRPr kumimoji="1" sz="800" spc="-50">
                    <a:ln>
                      <a:solidFill>
                        <a:srgbClr val="7593B5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Light" pitchFamily="18" charset="-127"/>
                    <a:ea typeface="KoPub돋움체 Light" pitchFamily="18" charset="-127"/>
                  </a:defRPr>
                </a:lvl1pPr>
                <a:lvl2pPr marL="742950" indent="-285750" eaLnBrk="0" hangingPunct="0">
                  <a:defRPr kumimoji="1">
                    <a:latin typeface="산돌고딕 L" pitchFamily="18" charset="-127"/>
                    <a:ea typeface="산돌고딕 L" pitchFamily="18" charset="-127"/>
                  </a:defRPr>
                </a:lvl2pPr>
                <a:lvl3pPr marL="1143000" indent="-228600" eaLnBrk="0" hangingPunct="0">
                  <a:defRPr kumimoji="1">
                    <a:latin typeface="산돌고딕 L" pitchFamily="18" charset="-127"/>
                    <a:ea typeface="산돌고딕 L" pitchFamily="18" charset="-127"/>
                  </a:defRPr>
                </a:lvl3pPr>
                <a:lvl4pPr marL="1600200" indent="-228600" eaLnBrk="0" hangingPunct="0">
                  <a:defRPr kumimoji="1">
                    <a:latin typeface="산돌고딕 L" pitchFamily="18" charset="-127"/>
                    <a:ea typeface="산돌고딕 L" pitchFamily="18" charset="-127"/>
                  </a:defRPr>
                </a:lvl4pPr>
                <a:lvl5pPr marL="2057400" indent="-228600" eaLnBrk="0" hangingPunct="0">
                  <a:defRPr kumimoji="1">
                    <a:latin typeface="산돌고딕 L" pitchFamily="18" charset="-127"/>
                    <a:ea typeface="산돌고딕 L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산돌고딕 L" pitchFamily="18" charset="-127"/>
                    <a:ea typeface="산돌고딕 L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산돌고딕 L" pitchFamily="18" charset="-127"/>
                    <a:ea typeface="산돌고딕 L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산돌고딕 L" pitchFamily="18" charset="-127"/>
                    <a:ea typeface="산돌고딕 L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산돌고딕 L" pitchFamily="18" charset="-127"/>
                    <a:ea typeface="산돌고딕 L" pitchFamily="18" charset="-127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10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기업회원</a:t>
                </a:r>
                <a:endParaRPr kumimoji="1" lang="ko-KR" altLang="en-US" sz="1000" b="0" i="0" u="none" strike="noStrike" kern="1200" cap="none" spc="-50" normalizeH="0" baseline="0" noProof="0" dirty="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</p:grpSp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0E49E4EF-32E1-40F5-9C79-AABA127D466E}"/>
                </a:ext>
              </a:extLst>
            </p:cNvPr>
            <p:cNvGrpSpPr/>
            <p:nvPr/>
          </p:nvGrpSpPr>
          <p:grpSpPr>
            <a:xfrm>
              <a:off x="1327299" y="3111041"/>
              <a:ext cx="395347" cy="711361"/>
              <a:chOff x="2397548" y="1887902"/>
              <a:chExt cx="395347" cy="711361"/>
            </a:xfrm>
          </p:grpSpPr>
          <p:pic>
            <p:nvPicPr>
              <p:cNvPr id="77" name="그림 76">
                <a:extLst>
                  <a:ext uri="{FF2B5EF4-FFF2-40B4-BE49-F238E27FC236}">
                    <a16:creationId xmlns:a16="http://schemas.microsoft.com/office/drawing/2014/main" id="{865E94D0-C5BA-4476-BDAE-2735EDD11D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22862" y="1887902"/>
                <a:ext cx="370033" cy="516420"/>
              </a:xfrm>
              <a:prstGeom prst="rect">
                <a:avLst/>
              </a:prstGeom>
            </p:spPr>
          </p:pic>
          <p:sp>
            <p:nvSpPr>
              <p:cNvPr id="78" name="Text Box 148">
                <a:extLst>
                  <a:ext uri="{FF2B5EF4-FFF2-40B4-BE49-F238E27FC236}">
                    <a16:creationId xmlns:a16="http://schemas.microsoft.com/office/drawing/2014/main" id="{EC541068-65CF-4FBD-8313-0951E1CBB6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97548" y="2460764"/>
                <a:ext cx="378310" cy="138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defPPr>
                  <a:defRPr lang="ko-KR"/>
                </a:defPPr>
                <a:lvl1pPr algn="ctr" latinLnBrk="0">
                  <a:defRPr kumimoji="1" sz="800" spc="-50">
                    <a:ln>
                      <a:solidFill>
                        <a:srgbClr val="7593B5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Light" pitchFamily="18" charset="-127"/>
                    <a:ea typeface="KoPub돋움체 Light" pitchFamily="18" charset="-127"/>
                  </a:defRPr>
                </a:lvl1pPr>
                <a:lvl2pPr marL="742950" indent="-285750" eaLnBrk="0" hangingPunct="0">
                  <a:defRPr kumimoji="1">
                    <a:latin typeface="산돌고딕 L" pitchFamily="18" charset="-127"/>
                    <a:ea typeface="산돌고딕 L" pitchFamily="18" charset="-127"/>
                  </a:defRPr>
                </a:lvl2pPr>
                <a:lvl3pPr marL="1143000" indent="-228600" eaLnBrk="0" hangingPunct="0">
                  <a:defRPr kumimoji="1">
                    <a:latin typeface="산돌고딕 L" pitchFamily="18" charset="-127"/>
                    <a:ea typeface="산돌고딕 L" pitchFamily="18" charset="-127"/>
                  </a:defRPr>
                </a:lvl3pPr>
                <a:lvl4pPr marL="1600200" indent="-228600" eaLnBrk="0" hangingPunct="0">
                  <a:defRPr kumimoji="1">
                    <a:latin typeface="산돌고딕 L" pitchFamily="18" charset="-127"/>
                    <a:ea typeface="산돌고딕 L" pitchFamily="18" charset="-127"/>
                  </a:defRPr>
                </a:lvl4pPr>
                <a:lvl5pPr marL="2057400" indent="-228600" eaLnBrk="0" hangingPunct="0">
                  <a:defRPr kumimoji="1">
                    <a:latin typeface="산돌고딕 L" pitchFamily="18" charset="-127"/>
                    <a:ea typeface="산돌고딕 L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산돌고딕 L" pitchFamily="18" charset="-127"/>
                    <a:ea typeface="산돌고딕 L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산돌고딕 L" pitchFamily="18" charset="-127"/>
                    <a:ea typeface="산돌고딕 L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산돌고딕 L" pitchFamily="18" charset="-127"/>
                    <a:ea typeface="산돌고딕 L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산돌고딕 L" pitchFamily="18" charset="-127"/>
                    <a:ea typeface="산돌고딕 L" pitchFamily="18" charset="-127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9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일반회원</a:t>
                </a:r>
                <a:endParaRPr kumimoji="1" lang="ko-KR" altLang="en-US" sz="900" b="0" i="0" u="none" strike="noStrike" kern="1200" cap="none" spc="-50" normalizeH="0" baseline="0" noProof="0" dirty="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DCE4C7F4-1F78-4150-A42F-008470EF4FDE}"/>
                </a:ext>
              </a:extLst>
            </p:cNvPr>
            <p:cNvGrpSpPr/>
            <p:nvPr/>
          </p:nvGrpSpPr>
          <p:grpSpPr>
            <a:xfrm>
              <a:off x="1335817" y="4019298"/>
              <a:ext cx="378310" cy="687564"/>
              <a:chOff x="3385445" y="3634062"/>
              <a:chExt cx="378310" cy="687564"/>
            </a:xfrm>
          </p:grpSpPr>
          <p:pic>
            <p:nvPicPr>
              <p:cNvPr id="66" name="그림 65">
                <a:extLst>
                  <a:ext uri="{FF2B5EF4-FFF2-40B4-BE49-F238E27FC236}">
                    <a16:creationId xmlns:a16="http://schemas.microsoft.com/office/drawing/2014/main" id="{A54178C2-91C6-4269-8BDA-B1143B26A9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389584" y="3634062"/>
                <a:ext cx="370033" cy="516420"/>
              </a:xfrm>
              <a:prstGeom prst="rect">
                <a:avLst/>
              </a:prstGeom>
            </p:spPr>
          </p:pic>
          <p:sp>
            <p:nvSpPr>
              <p:cNvPr id="67" name="Text Box 148">
                <a:extLst>
                  <a:ext uri="{FF2B5EF4-FFF2-40B4-BE49-F238E27FC236}">
                    <a16:creationId xmlns:a16="http://schemas.microsoft.com/office/drawing/2014/main" id="{F3224EF7-DEC3-44F8-9027-8B67D991C5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85445" y="4183127"/>
                <a:ext cx="378310" cy="138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defPPr>
                  <a:defRPr lang="ko-KR"/>
                </a:defPPr>
                <a:lvl1pPr algn="ctr" latinLnBrk="0">
                  <a:defRPr kumimoji="1" sz="800" spc="-50">
                    <a:ln>
                      <a:solidFill>
                        <a:srgbClr val="7593B5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Light" pitchFamily="18" charset="-127"/>
                    <a:ea typeface="KoPub돋움체 Light" pitchFamily="18" charset="-127"/>
                  </a:defRPr>
                </a:lvl1pPr>
                <a:lvl2pPr marL="742950" indent="-285750" eaLnBrk="0" hangingPunct="0">
                  <a:defRPr kumimoji="1">
                    <a:latin typeface="산돌고딕 L" pitchFamily="18" charset="-127"/>
                    <a:ea typeface="산돌고딕 L" pitchFamily="18" charset="-127"/>
                  </a:defRPr>
                </a:lvl2pPr>
                <a:lvl3pPr marL="1143000" indent="-228600" eaLnBrk="0" hangingPunct="0">
                  <a:defRPr kumimoji="1">
                    <a:latin typeface="산돌고딕 L" pitchFamily="18" charset="-127"/>
                    <a:ea typeface="산돌고딕 L" pitchFamily="18" charset="-127"/>
                  </a:defRPr>
                </a:lvl3pPr>
                <a:lvl4pPr marL="1600200" indent="-228600" eaLnBrk="0" hangingPunct="0">
                  <a:defRPr kumimoji="1">
                    <a:latin typeface="산돌고딕 L" pitchFamily="18" charset="-127"/>
                    <a:ea typeface="산돌고딕 L" pitchFamily="18" charset="-127"/>
                  </a:defRPr>
                </a:lvl4pPr>
                <a:lvl5pPr marL="2057400" indent="-228600" eaLnBrk="0" hangingPunct="0">
                  <a:defRPr kumimoji="1">
                    <a:latin typeface="산돌고딕 L" pitchFamily="18" charset="-127"/>
                    <a:ea typeface="산돌고딕 L" pitchFamily="18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산돌고딕 L" pitchFamily="18" charset="-127"/>
                    <a:ea typeface="산돌고딕 L" pitchFamily="18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산돌고딕 L" pitchFamily="18" charset="-127"/>
                    <a:ea typeface="산돌고딕 L" pitchFamily="18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산돌고딕 L" pitchFamily="18" charset="-127"/>
                    <a:ea typeface="산돌고딕 L" pitchFamily="18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latin typeface="산돌고딕 L" pitchFamily="18" charset="-127"/>
                    <a:ea typeface="산돌고딕 L" pitchFamily="18" charset="-127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900" dirty="0">
                    <a:solidFill>
                      <a:prstClr val="black">
                        <a:lumMod val="75000"/>
                        <a:lumOff val="25000"/>
                      </a:prst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일반회원</a:t>
                </a:r>
                <a:endParaRPr kumimoji="1" lang="ko-KR" altLang="en-US" sz="900" b="0" i="0" u="none" strike="noStrike" kern="1200" cap="none" spc="-50" normalizeH="0" baseline="0" noProof="0" dirty="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</p:grpSp>
        <p:grpSp>
          <p:nvGrpSpPr>
            <p:cNvPr id="79" name="그룹 78">
              <a:extLst>
                <a:ext uri="{FF2B5EF4-FFF2-40B4-BE49-F238E27FC236}">
                  <a16:creationId xmlns:a16="http://schemas.microsoft.com/office/drawing/2014/main" id="{A669F989-5DB3-4E2A-8AA8-22B9CB3F13C5}"/>
                </a:ext>
              </a:extLst>
            </p:cNvPr>
            <p:cNvGrpSpPr/>
            <p:nvPr/>
          </p:nvGrpSpPr>
          <p:grpSpPr>
            <a:xfrm>
              <a:off x="2065120" y="2250843"/>
              <a:ext cx="1779017" cy="645415"/>
              <a:chOff x="7612843" y="2083694"/>
              <a:chExt cx="1779017" cy="645415"/>
            </a:xfrm>
          </p:grpSpPr>
          <p:grpSp>
            <p:nvGrpSpPr>
              <p:cNvPr id="80" name="그룹 79">
                <a:extLst>
                  <a:ext uri="{FF2B5EF4-FFF2-40B4-BE49-F238E27FC236}">
                    <a16:creationId xmlns:a16="http://schemas.microsoft.com/office/drawing/2014/main" id="{AC36AD1D-E2F2-4303-9F02-BDE9BE3107D2}"/>
                  </a:ext>
                </a:extLst>
              </p:cNvPr>
              <p:cNvGrpSpPr/>
              <p:nvPr/>
            </p:nvGrpSpPr>
            <p:grpSpPr>
              <a:xfrm>
                <a:off x="7612843" y="2083694"/>
                <a:ext cx="483468" cy="645415"/>
                <a:chOff x="3613348" y="3021773"/>
                <a:chExt cx="483468" cy="645414"/>
              </a:xfrm>
            </p:grpSpPr>
            <p:sp>
              <p:nvSpPr>
                <p:cNvPr id="82" name="AutoShape 175">
                  <a:extLst>
                    <a:ext uri="{FF2B5EF4-FFF2-40B4-BE49-F238E27FC236}">
                      <a16:creationId xmlns:a16="http://schemas.microsoft.com/office/drawing/2014/main" id="{576ECA6C-5E7B-424C-B2D3-93119B9BA6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3532375" y="3102746"/>
                  <a:ext cx="645414" cy="483468"/>
                </a:xfrm>
                <a:prstGeom prst="upArrow">
                  <a:avLst>
                    <a:gd name="adj1" fmla="val 57509"/>
                    <a:gd name="adj2" fmla="val 51389"/>
                  </a:avLst>
                </a:prstGeom>
                <a:solidFill>
                  <a:srgbClr val="EAEAEA"/>
                </a:solidFill>
                <a:ln w="19050">
                  <a:noFill/>
                  <a:miter lim="800000"/>
                  <a:headEnd/>
                  <a:tailEnd/>
                </a:ln>
              </p:spPr>
              <p:txBody>
                <a:bodyPr vert="eaVert" wrap="none" anchor="ctr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+mn-cs"/>
                    </a:defRPr>
                  </a:lvl9pPr>
                </a:lstStyle>
                <a:p>
                  <a:pPr eaLnBrk="1" hangingPunct="1"/>
                  <a:endParaRPr lang="ko-KR" altLang="en-US"/>
                </a:p>
              </p:txBody>
            </p:sp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A5532886-9C42-404C-8B91-759D367D78DA}"/>
                    </a:ext>
                  </a:extLst>
                </p:cNvPr>
                <p:cNvSpPr txBox="1"/>
                <p:nvPr/>
              </p:nvSpPr>
              <p:spPr>
                <a:xfrm>
                  <a:off x="3751018" y="3248455"/>
                  <a:ext cx="162829" cy="23123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 anchor="ctr">
                  <a:spAutoFit/>
                </a:bodyPr>
                <a:lstStyle>
                  <a:defPPr>
                    <a:defRPr lang="ko-KR"/>
                  </a:defPPr>
                  <a:lvl1pPr marL="0" lvl="0" algn="ctr" defTabSz="914400" eaLnBrk="1" fontAlgn="ctr" hangingPunct="1">
                    <a:defRPr sz="1050" spc="-30">
                      <a:ln>
                        <a:solidFill>
                          <a:srgbClr val="5B9BD5">
                            <a:alpha val="0"/>
                          </a:srgbClr>
                        </a:solidFill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KoPub돋움체 Bold" panose="02020603020101020101" pitchFamily="18" charset="-127"/>
                      <a:ea typeface="KoPub돋움체 Bold" panose="02020603020101020101" pitchFamily="18" charset="-127"/>
                    </a:defRPr>
                  </a:lvl1pPr>
                  <a:lvl2pPr marL="457200" defTabSz="914400" eaLnBrk="1" hangingPunct="1">
                    <a:defRPr sz="1800">
                      <a:solidFill>
                        <a:schemeClr val="tx1"/>
                      </a:solidFill>
                    </a:defRPr>
                  </a:lvl2pPr>
                  <a:lvl3pPr marL="914400" defTabSz="914400" eaLnBrk="1" hangingPunct="1">
                    <a:defRPr sz="1800">
                      <a:solidFill>
                        <a:schemeClr val="tx1"/>
                      </a:solidFill>
                    </a:defRPr>
                  </a:lvl3pPr>
                  <a:lvl4pPr marL="1371600" defTabSz="914400" eaLnBrk="1" hangingPunct="1">
                    <a:defRPr sz="1800">
                      <a:solidFill>
                        <a:schemeClr val="tx1"/>
                      </a:solidFill>
                    </a:defRPr>
                  </a:lvl4pPr>
                  <a:lvl5pPr marL="1828800" defTabSz="914400" eaLnBrk="1" hangingPunct="1">
                    <a:defRPr sz="1800">
                      <a:solidFill>
                        <a:schemeClr val="tx1"/>
                      </a:solidFill>
                    </a:defRPr>
                  </a:lvl5pPr>
                  <a:lvl6pPr marL="2286000" defTabSz="914400">
                    <a:defRPr sz="1800">
                      <a:solidFill>
                        <a:schemeClr val="tx1"/>
                      </a:solidFill>
                    </a:defRPr>
                  </a:lvl6pPr>
                  <a:lvl7pPr marL="2743200" defTabSz="914400">
                    <a:defRPr sz="1800">
                      <a:solidFill>
                        <a:schemeClr val="tx1"/>
                      </a:solidFill>
                    </a:defRPr>
                  </a:lvl7pPr>
                  <a:lvl8pPr marL="3200400" defTabSz="914400">
                    <a:defRPr sz="1800">
                      <a:solidFill>
                        <a:schemeClr val="tx1"/>
                      </a:solidFill>
                    </a:defRPr>
                  </a:lvl8pPr>
                  <a:lvl9pPr marL="3657600" defTabSz="914400">
                    <a:defRPr sz="1800">
                      <a:solidFill>
                        <a:schemeClr val="tx1"/>
                      </a:solidFill>
                    </a:defRPr>
                  </a:lvl9pPr>
                </a:lstStyle>
                <a:p>
                  <a:r>
                    <a:rPr lang="ko-KR" altLang="en-US" sz="1000"/>
                    <a:t>신청</a:t>
                  </a:r>
                  <a:endParaRPr lang="en-US" altLang="ko-KR" sz="1000"/>
                </a:p>
                <a:p>
                  <a:r>
                    <a:rPr lang="ko-KR" altLang="en-US" sz="1000"/>
                    <a:t>신고</a:t>
                  </a:r>
                  <a:endParaRPr lang="en-US" altLang="ko-KR" sz="1000" dirty="0"/>
                </a:p>
              </p:txBody>
            </p:sp>
          </p:grpSp>
          <p:pic>
            <p:nvPicPr>
              <p:cNvPr id="81" name="그림 80">
                <a:extLst>
                  <a:ext uri="{FF2B5EF4-FFF2-40B4-BE49-F238E27FC236}">
                    <a16:creationId xmlns:a16="http://schemas.microsoft.com/office/drawing/2014/main" id="{75C12BE4-867D-4226-B9DE-AE67DDC84E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47313" y="2112414"/>
                <a:ext cx="1144547" cy="594491"/>
              </a:xfrm>
              <a:prstGeom prst="rect">
                <a:avLst/>
              </a:prstGeom>
              <a:ln w="19050">
                <a:solidFill>
                  <a:schemeClr val="bg1">
                    <a:lumMod val="50000"/>
                    <a:alpha val="64000"/>
                  </a:schemeClr>
                </a:solidFill>
              </a:ln>
            </p:spPr>
          </p:pic>
        </p:grpSp>
        <p:grpSp>
          <p:nvGrpSpPr>
            <p:cNvPr id="84" name="그룹 83">
              <a:extLst>
                <a:ext uri="{FF2B5EF4-FFF2-40B4-BE49-F238E27FC236}">
                  <a16:creationId xmlns:a16="http://schemas.microsoft.com/office/drawing/2014/main" id="{D87BE141-A034-4515-BF7A-9F6BB482872D}"/>
                </a:ext>
              </a:extLst>
            </p:cNvPr>
            <p:cNvGrpSpPr/>
            <p:nvPr/>
          </p:nvGrpSpPr>
          <p:grpSpPr>
            <a:xfrm>
              <a:off x="2065120" y="3173330"/>
              <a:ext cx="1779017" cy="645415"/>
              <a:chOff x="7612843" y="2083694"/>
              <a:chExt cx="1779017" cy="645415"/>
            </a:xfrm>
          </p:grpSpPr>
          <p:grpSp>
            <p:nvGrpSpPr>
              <p:cNvPr id="85" name="그룹 84">
                <a:extLst>
                  <a:ext uri="{FF2B5EF4-FFF2-40B4-BE49-F238E27FC236}">
                    <a16:creationId xmlns:a16="http://schemas.microsoft.com/office/drawing/2014/main" id="{74DC2775-7D6F-47C8-8805-7101C19C8BE9}"/>
                  </a:ext>
                </a:extLst>
              </p:cNvPr>
              <p:cNvGrpSpPr/>
              <p:nvPr/>
            </p:nvGrpSpPr>
            <p:grpSpPr>
              <a:xfrm>
                <a:off x="7612843" y="2083694"/>
                <a:ext cx="483468" cy="645415"/>
                <a:chOff x="3613348" y="3021773"/>
                <a:chExt cx="483468" cy="645414"/>
              </a:xfrm>
            </p:grpSpPr>
            <p:sp>
              <p:nvSpPr>
                <p:cNvPr id="87" name="AutoShape 175">
                  <a:extLst>
                    <a:ext uri="{FF2B5EF4-FFF2-40B4-BE49-F238E27FC236}">
                      <a16:creationId xmlns:a16="http://schemas.microsoft.com/office/drawing/2014/main" id="{6A86F5FF-C0F8-4E67-84F1-A8787DA313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3532375" y="3102746"/>
                  <a:ext cx="645414" cy="483468"/>
                </a:xfrm>
                <a:prstGeom prst="upArrow">
                  <a:avLst>
                    <a:gd name="adj1" fmla="val 57509"/>
                    <a:gd name="adj2" fmla="val 51389"/>
                  </a:avLst>
                </a:prstGeom>
                <a:solidFill>
                  <a:srgbClr val="EAEAEA"/>
                </a:solidFill>
                <a:ln w="19050">
                  <a:noFill/>
                  <a:miter lim="800000"/>
                  <a:headEnd/>
                  <a:tailEnd/>
                </a:ln>
              </p:spPr>
              <p:txBody>
                <a:bodyPr vert="eaVert" wrap="none" anchor="ctr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+mn-cs"/>
                    </a:defRPr>
                  </a:lvl9pPr>
                </a:lstStyle>
                <a:p>
                  <a:pPr eaLnBrk="1" hangingPunct="1"/>
                  <a:endParaRPr lang="ko-KR" altLang="en-US"/>
                </a:p>
              </p:txBody>
            </p:sp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7FDF9AA2-1790-4737-9D4D-64E5E529DD18}"/>
                    </a:ext>
                  </a:extLst>
                </p:cNvPr>
                <p:cNvSpPr txBox="1"/>
                <p:nvPr/>
              </p:nvSpPr>
              <p:spPr>
                <a:xfrm>
                  <a:off x="3751018" y="3248455"/>
                  <a:ext cx="162829" cy="23123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 anchor="ctr">
                  <a:spAutoFit/>
                </a:bodyPr>
                <a:lstStyle>
                  <a:defPPr>
                    <a:defRPr lang="ko-KR"/>
                  </a:defPPr>
                  <a:lvl1pPr marL="0" lvl="0" algn="ctr" defTabSz="914400" eaLnBrk="1" fontAlgn="ctr" hangingPunct="1">
                    <a:defRPr sz="1050" spc="-30">
                      <a:ln>
                        <a:solidFill>
                          <a:srgbClr val="5B9BD5">
                            <a:alpha val="0"/>
                          </a:srgbClr>
                        </a:solidFill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KoPub돋움체 Bold" panose="02020603020101020101" pitchFamily="18" charset="-127"/>
                      <a:ea typeface="KoPub돋움체 Bold" panose="02020603020101020101" pitchFamily="18" charset="-127"/>
                    </a:defRPr>
                  </a:lvl1pPr>
                  <a:lvl2pPr marL="457200" defTabSz="914400" eaLnBrk="1" hangingPunct="1">
                    <a:defRPr sz="1800">
                      <a:solidFill>
                        <a:schemeClr val="tx1"/>
                      </a:solidFill>
                    </a:defRPr>
                  </a:lvl2pPr>
                  <a:lvl3pPr marL="914400" defTabSz="914400" eaLnBrk="1" hangingPunct="1">
                    <a:defRPr sz="1800">
                      <a:solidFill>
                        <a:schemeClr val="tx1"/>
                      </a:solidFill>
                    </a:defRPr>
                  </a:lvl3pPr>
                  <a:lvl4pPr marL="1371600" defTabSz="914400" eaLnBrk="1" hangingPunct="1">
                    <a:defRPr sz="1800">
                      <a:solidFill>
                        <a:schemeClr val="tx1"/>
                      </a:solidFill>
                    </a:defRPr>
                  </a:lvl4pPr>
                  <a:lvl5pPr marL="1828800" defTabSz="914400" eaLnBrk="1" hangingPunct="1">
                    <a:defRPr sz="1800">
                      <a:solidFill>
                        <a:schemeClr val="tx1"/>
                      </a:solidFill>
                    </a:defRPr>
                  </a:lvl5pPr>
                  <a:lvl6pPr marL="2286000" defTabSz="914400">
                    <a:defRPr sz="1800">
                      <a:solidFill>
                        <a:schemeClr val="tx1"/>
                      </a:solidFill>
                    </a:defRPr>
                  </a:lvl6pPr>
                  <a:lvl7pPr marL="2743200" defTabSz="914400">
                    <a:defRPr sz="1800">
                      <a:solidFill>
                        <a:schemeClr val="tx1"/>
                      </a:solidFill>
                    </a:defRPr>
                  </a:lvl7pPr>
                  <a:lvl8pPr marL="3200400" defTabSz="914400">
                    <a:defRPr sz="1800">
                      <a:solidFill>
                        <a:schemeClr val="tx1"/>
                      </a:solidFill>
                    </a:defRPr>
                  </a:lvl8pPr>
                  <a:lvl9pPr marL="3657600" defTabSz="914400">
                    <a:defRPr sz="1800">
                      <a:solidFill>
                        <a:schemeClr val="tx1"/>
                      </a:solidFill>
                    </a:defRPr>
                  </a:lvl9pPr>
                </a:lstStyle>
                <a:p>
                  <a:r>
                    <a:rPr lang="ko-KR" altLang="en-US" sz="1000"/>
                    <a:t>신청</a:t>
                  </a:r>
                  <a:endParaRPr lang="en-US" altLang="ko-KR" sz="1000"/>
                </a:p>
                <a:p>
                  <a:r>
                    <a:rPr lang="ko-KR" altLang="en-US" sz="1000"/>
                    <a:t>신고</a:t>
                  </a:r>
                  <a:endParaRPr lang="en-US" altLang="ko-KR" sz="1000" dirty="0"/>
                </a:p>
              </p:txBody>
            </p:sp>
          </p:grpSp>
          <p:pic>
            <p:nvPicPr>
              <p:cNvPr id="86" name="그림 85">
                <a:extLst>
                  <a:ext uri="{FF2B5EF4-FFF2-40B4-BE49-F238E27FC236}">
                    <a16:creationId xmlns:a16="http://schemas.microsoft.com/office/drawing/2014/main" id="{91DB7FCE-2DF2-445D-9D31-AC64E8E69D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47313" y="2112414"/>
                <a:ext cx="1144547" cy="594491"/>
              </a:xfrm>
              <a:prstGeom prst="rect">
                <a:avLst/>
              </a:prstGeom>
              <a:ln w="19050">
                <a:solidFill>
                  <a:schemeClr val="bg1">
                    <a:lumMod val="50000"/>
                    <a:alpha val="64000"/>
                  </a:schemeClr>
                </a:solidFill>
              </a:ln>
            </p:spPr>
          </p:pic>
        </p:grpSp>
        <p:grpSp>
          <p:nvGrpSpPr>
            <p:cNvPr id="89" name="그룹 88">
              <a:extLst>
                <a:ext uri="{FF2B5EF4-FFF2-40B4-BE49-F238E27FC236}">
                  <a16:creationId xmlns:a16="http://schemas.microsoft.com/office/drawing/2014/main" id="{A3D75079-C9A1-4225-A291-FE31C525BC29}"/>
                </a:ext>
              </a:extLst>
            </p:cNvPr>
            <p:cNvGrpSpPr/>
            <p:nvPr/>
          </p:nvGrpSpPr>
          <p:grpSpPr>
            <a:xfrm>
              <a:off x="2065120" y="4095817"/>
              <a:ext cx="1779017" cy="645415"/>
              <a:chOff x="7612843" y="2083694"/>
              <a:chExt cx="1779017" cy="645415"/>
            </a:xfrm>
          </p:grpSpPr>
          <p:grpSp>
            <p:nvGrpSpPr>
              <p:cNvPr id="90" name="그룹 89">
                <a:extLst>
                  <a:ext uri="{FF2B5EF4-FFF2-40B4-BE49-F238E27FC236}">
                    <a16:creationId xmlns:a16="http://schemas.microsoft.com/office/drawing/2014/main" id="{53497405-39ED-4FEB-84D5-AE44912415D3}"/>
                  </a:ext>
                </a:extLst>
              </p:cNvPr>
              <p:cNvGrpSpPr/>
              <p:nvPr/>
            </p:nvGrpSpPr>
            <p:grpSpPr>
              <a:xfrm>
                <a:off x="7612843" y="2083694"/>
                <a:ext cx="483468" cy="645415"/>
                <a:chOff x="3613348" y="3021773"/>
                <a:chExt cx="483468" cy="645414"/>
              </a:xfrm>
            </p:grpSpPr>
            <p:sp>
              <p:nvSpPr>
                <p:cNvPr id="92" name="AutoShape 175">
                  <a:extLst>
                    <a:ext uri="{FF2B5EF4-FFF2-40B4-BE49-F238E27FC236}">
                      <a16:creationId xmlns:a16="http://schemas.microsoft.com/office/drawing/2014/main" id="{6020BC3C-F206-45B9-9F47-F1518962FA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3532375" y="3102746"/>
                  <a:ext cx="645414" cy="483468"/>
                </a:xfrm>
                <a:prstGeom prst="upArrow">
                  <a:avLst>
                    <a:gd name="adj1" fmla="val 57509"/>
                    <a:gd name="adj2" fmla="val 51389"/>
                  </a:avLst>
                </a:prstGeom>
                <a:solidFill>
                  <a:srgbClr val="EAEAEA"/>
                </a:solidFill>
                <a:ln w="19050">
                  <a:noFill/>
                  <a:miter lim="800000"/>
                  <a:headEnd/>
                  <a:tailEnd/>
                </a:ln>
              </p:spPr>
              <p:txBody>
                <a:bodyPr vert="eaVert" wrap="none" anchor="ctr"/>
                <a:lstStyle>
                  <a:defPPr>
                    <a:defRPr lang="ko-KR"/>
                  </a:defPPr>
                  <a:lvl1pPr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+mn-cs"/>
                    </a:defRPr>
                  </a:lvl1pPr>
                  <a:lvl2pPr marL="4572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+mn-cs"/>
                    </a:defRPr>
                  </a:lvl2pPr>
                  <a:lvl3pPr marL="9144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+mn-cs"/>
                    </a:defRPr>
                  </a:lvl3pPr>
                  <a:lvl4pPr marL="13716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+mn-cs"/>
                    </a:defRPr>
                  </a:lvl4pPr>
                  <a:lvl5pPr marL="1828800" algn="l" rtl="0" fontAlgn="base" latinLnBrk="1">
                    <a:spcBef>
                      <a:spcPct val="0"/>
                    </a:spcBef>
                    <a:spcAft>
                      <a:spcPct val="0"/>
                    </a:spcAft>
                    <a:defRPr kumimoji="1" kern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+mn-cs"/>
                    </a:defRPr>
                  </a:lvl5pPr>
                  <a:lvl6pPr marL="22860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+mn-cs"/>
                    </a:defRPr>
                  </a:lvl6pPr>
                  <a:lvl7pPr marL="27432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+mn-cs"/>
                    </a:defRPr>
                  </a:lvl7pPr>
                  <a:lvl8pPr marL="32004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+mn-cs"/>
                    </a:defRPr>
                  </a:lvl8pPr>
                  <a:lvl9pPr marL="3657600" algn="l" defTabSz="914400" rtl="0" eaLnBrk="1" latinLnBrk="1" hangingPunct="1">
                    <a:defRPr kumimoji="1" kern="12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  <a:cs typeface="+mn-cs"/>
                    </a:defRPr>
                  </a:lvl9pPr>
                </a:lstStyle>
                <a:p>
                  <a:pPr eaLnBrk="1" hangingPunct="1"/>
                  <a:endParaRPr lang="ko-KR" altLang="en-US"/>
                </a:p>
              </p:txBody>
            </p:sp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23337BE9-F562-4601-BF22-FD37133CE329}"/>
                    </a:ext>
                  </a:extLst>
                </p:cNvPr>
                <p:cNvSpPr txBox="1"/>
                <p:nvPr/>
              </p:nvSpPr>
              <p:spPr>
                <a:xfrm>
                  <a:off x="3751018" y="3248455"/>
                  <a:ext cx="162829" cy="23123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 anchor="ctr">
                  <a:spAutoFit/>
                </a:bodyPr>
                <a:lstStyle>
                  <a:defPPr>
                    <a:defRPr lang="ko-KR"/>
                  </a:defPPr>
                  <a:lvl1pPr marL="0" lvl="0" algn="ctr" defTabSz="914400" eaLnBrk="1" fontAlgn="ctr" hangingPunct="1">
                    <a:defRPr sz="1050" spc="-30">
                      <a:ln>
                        <a:solidFill>
                          <a:srgbClr val="5B9BD5">
                            <a:alpha val="0"/>
                          </a:srgbClr>
                        </a:solidFill>
                      </a:ln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KoPub돋움체 Bold" panose="02020603020101020101" pitchFamily="18" charset="-127"/>
                      <a:ea typeface="KoPub돋움체 Bold" panose="02020603020101020101" pitchFamily="18" charset="-127"/>
                    </a:defRPr>
                  </a:lvl1pPr>
                  <a:lvl2pPr marL="457200" defTabSz="914400" eaLnBrk="1" hangingPunct="1">
                    <a:defRPr sz="1800">
                      <a:solidFill>
                        <a:schemeClr val="tx1"/>
                      </a:solidFill>
                    </a:defRPr>
                  </a:lvl2pPr>
                  <a:lvl3pPr marL="914400" defTabSz="914400" eaLnBrk="1" hangingPunct="1">
                    <a:defRPr sz="1800">
                      <a:solidFill>
                        <a:schemeClr val="tx1"/>
                      </a:solidFill>
                    </a:defRPr>
                  </a:lvl3pPr>
                  <a:lvl4pPr marL="1371600" defTabSz="914400" eaLnBrk="1" hangingPunct="1">
                    <a:defRPr sz="1800">
                      <a:solidFill>
                        <a:schemeClr val="tx1"/>
                      </a:solidFill>
                    </a:defRPr>
                  </a:lvl4pPr>
                  <a:lvl5pPr marL="1828800" defTabSz="914400" eaLnBrk="1" hangingPunct="1">
                    <a:defRPr sz="1800">
                      <a:solidFill>
                        <a:schemeClr val="tx1"/>
                      </a:solidFill>
                    </a:defRPr>
                  </a:lvl5pPr>
                  <a:lvl6pPr marL="2286000" defTabSz="914400">
                    <a:defRPr sz="1800">
                      <a:solidFill>
                        <a:schemeClr val="tx1"/>
                      </a:solidFill>
                    </a:defRPr>
                  </a:lvl6pPr>
                  <a:lvl7pPr marL="2743200" defTabSz="914400">
                    <a:defRPr sz="1800">
                      <a:solidFill>
                        <a:schemeClr val="tx1"/>
                      </a:solidFill>
                    </a:defRPr>
                  </a:lvl7pPr>
                  <a:lvl8pPr marL="3200400" defTabSz="914400">
                    <a:defRPr sz="1800">
                      <a:solidFill>
                        <a:schemeClr val="tx1"/>
                      </a:solidFill>
                    </a:defRPr>
                  </a:lvl8pPr>
                  <a:lvl9pPr marL="3657600" defTabSz="914400">
                    <a:defRPr sz="1800">
                      <a:solidFill>
                        <a:schemeClr val="tx1"/>
                      </a:solidFill>
                    </a:defRPr>
                  </a:lvl9pPr>
                </a:lstStyle>
                <a:p>
                  <a:r>
                    <a:rPr lang="ko-KR" altLang="en-US" sz="1000"/>
                    <a:t>신청</a:t>
                  </a:r>
                  <a:endParaRPr lang="en-US" altLang="ko-KR" sz="1000"/>
                </a:p>
                <a:p>
                  <a:r>
                    <a:rPr lang="ko-KR" altLang="en-US" sz="1000"/>
                    <a:t>신고</a:t>
                  </a:r>
                  <a:endParaRPr lang="en-US" altLang="ko-KR" sz="1000" dirty="0"/>
                </a:p>
              </p:txBody>
            </p:sp>
          </p:grpSp>
          <p:pic>
            <p:nvPicPr>
              <p:cNvPr id="91" name="그림 90">
                <a:extLst>
                  <a:ext uri="{FF2B5EF4-FFF2-40B4-BE49-F238E27FC236}">
                    <a16:creationId xmlns:a16="http://schemas.microsoft.com/office/drawing/2014/main" id="{BF39DFCD-3E9A-4C53-A97A-77521B46D3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47313" y="2112414"/>
                <a:ext cx="1144547" cy="594491"/>
              </a:xfrm>
              <a:prstGeom prst="rect">
                <a:avLst/>
              </a:prstGeom>
              <a:ln w="19050">
                <a:solidFill>
                  <a:schemeClr val="bg1">
                    <a:lumMod val="50000"/>
                    <a:alpha val="64000"/>
                  </a:schemeClr>
                </a:solidFill>
              </a:ln>
            </p:spPr>
          </p:pic>
        </p:grpSp>
      </p:grpSp>
      <p:sp>
        <p:nvSpPr>
          <p:cNvPr id="97" name="Text Box 148">
            <a:extLst>
              <a:ext uri="{FF2B5EF4-FFF2-40B4-BE49-F238E27FC236}">
                <a16:creationId xmlns:a16="http://schemas.microsoft.com/office/drawing/2014/main" id="{4AF47425-EED1-4466-BA4B-7D05F1727D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8668" y="1830258"/>
            <a:ext cx="280490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lvl="0">
              <a:defRPr/>
            </a:pPr>
            <a:r>
              <a:rPr lang="en-US" altLang="ko-KR" sz="1600" b="1" u="sng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As-Is</a:t>
            </a:r>
            <a:r>
              <a:rPr lang="ko-KR" altLang="en-US" sz="1600" b="1" u="sng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endParaRPr kumimoji="1" lang="en-US" altLang="ko-KR" sz="1600" b="1" i="0" u="sng" strike="noStrike" kern="1200" cap="none" spc="-50" normalizeH="0" baseline="0" noProof="0" dirty="0">
              <a:ln>
                <a:solidFill>
                  <a:srgbClr val="7593B5">
                    <a:alpha val="0"/>
                  </a:srgbClr>
                </a:solidFill>
              </a:ln>
              <a:solidFill>
                <a:schemeClr val="accent2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98" name="Text Box 148">
            <a:extLst>
              <a:ext uri="{FF2B5EF4-FFF2-40B4-BE49-F238E27FC236}">
                <a16:creationId xmlns:a16="http://schemas.microsoft.com/office/drawing/2014/main" id="{4B0D77CB-B382-4D8A-B434-E1EAE154EF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7297" y="1865280"/>
            <a:ext cx="296185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lvl="0">
              <a:defRPr/>
            </a:pPr>
            <a:r>
              <a:rPr lang="en-US" altLang="ko-KR" sz="1600" b="1" u="sng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To-Be</a:t>
            </a:r>
            <a:r>
              <a:rPr lang="ko-KR" altLang="en-US" sz="1600" b="1" u="sng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endParaRPr kumimoji="1" lang="en-US" altLang="ko-KR" sz="1600" b="1" i="0" u="sng" strike="noStrike" kern="1200" cap="none" spc="-50" normalizeH="0" baseline="0" noProof="0" dirty="0">
              <a:ln>
                <a:solidFill>
                  <a:srgbClr val="7593B5">
                    <a:alpha val="0"/>
                  </a:srgbClr>
                </a:solidFill>
              </a:ln>
              <a:solidFill>
                <a:schemeClr val="accent2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F6244B5B-A7ED-4737-B67C-C8D8A45B1035}"/>
              </a:ext>
            </a:extLst>
          </p:cNvPr>
          <p:cNvGrpSpPr/>
          <p:nvPr/>
        </p:nvGrpSpPr>
        <p:grpSpPr>
          <a:xfrm>
            <a:off x="848963" y="5101815"/>
            <a:ext cx="3851945" cy="1584213"/>
            <a:chOff x="906113" y="5101815"/>
            <a:chExt cx="3851945" cy="1584213"/>
          </a:xfrm>
        </p:grpSpPr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CD9F4605-45BA-453D-98AE-9C9857B281F4}"/>
                </a:ext>
              </a:extLst>
            </p:cNvPr>
            <p:cNvGrpSpPr/>
            <p:nvPr/>
          </p:nvGrpSpPr>
          <p:grpSpPr>
            <a:xfrm>
              <a:off x="906113" y="5101815"/>
              <a:ext cx="3851945" cy="310158"/>
              <a:chOff x="3170597" y="3494939"/>
              <a:chExt cx="4587484" cy="310158"/>
            </a:xfrm>
          </p:grpSpPr>
          <p:grpSp>
            <p:nvGrpSpPr>
              <p:cNvPr id="103" name="그룹 102">
                <a:extLst>
                  <a:ext uri="{FF2B5EF4-FFF2-40B4-BE49-F238E27FC236}">
                    <a16:creationId xmlns:a16="http://schemas.microsoft.com/office/drawing/2014/main" id="{4ED82C94-AD00-43F4-9B1E-62CB2AF62151}"/>
                  </a:ext>
                </a:extLst>
              </p:cNvPr>
              <p:cNvGrpSpPr/>
              <p:nvPr/>
            </p:nvGrpSpPr>
            <p:grpSpPr>
              <a:xfrm>
                <a:off x="3170597" y="3494939"/>
                <a:ext cx="4587484" cy="310158"/>
                <a:chOff x="3170597" y="3494939"/>
                <a:chExt cx="4587484" cy="310158"/>
              </a:xfrm>
            </p:grpSpPr>
            <p:sp>
              <p:nvSpPr>
                <p:cNvPr id="105" name="양쪽 모서리가 둥근 사각형 270">
                  <a:extLst>
                    <a:ext uri="{FF2B5EF4-FFF2-40B4-BE49-F238E27FC236}">
                      <a16:creationId xmlns:a16="http://schemas.microsoft.com/office/drawing/2014/main" id="{6EC846F6-2FC3-4493-8612-CC1EC4E94645}"/>
                    </a:ext>
                  </a:extLst>
                </p:cNvPr>
                <p:cNvSpPr/>
                <p:nvPr/>
              </p:nvSpPr>
              <p:spPr>
                <a:xfrm>
                  <a:off x="3170597" y="3494939"/>
                  <a:ext cx="4587483" cy="307777"/>
                </a:xfrm>
                <a:prstGeom prst="round2SameRect">
                  <a:avLst/>
                </a:prstGeom>
                <a:gradFill flip="none" rotWithShape="1"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3600000" scaled="0"/>
                  <a:tileRect/>
                </a:gradFill>
                <a:ln w="12700" cap="rnd" cmpd="sng">
                  <a:noFill/>
                  <a:prstDash val="solid"/>
                  <a:headEnd type="none" w="lg" len="med"/>
                  <a:tailEnd type="none" w="lg" len="med"/>
                </a:ln>
                <a:effectLst/>
              </p:spPr>
              <p:style>
                <a:lnRef idx="1">
                  <a:schemeClr val="accent5"/>
                </a:lnRef>
                <a:fillRef idx="3">
                  <a:schemeClr val="accent5"/>
                </a:fillRef>
                <a:effectRef idx="2">
                  <a:schemeClr val="accent5"/>
                </a:effectRef>
                <a:fontRef idx="minor">
                  <a:schemeClr val="lt1"/>
                </a:fontRef>
              </p:style>
              <p:txBody>
                <a:bodyPr wrap="none" lIns="0" tIns="0" rIns="0" bIns="0" anchor="ctr" anchorCtr="0">
                  <a:scene3d>
                    <a:camera prst="orthographicFront"/>
                    <a:lightRig rig="threePt" dir="t"/>
                  </a:scene3d>
                  <a:sp3d>
                    <a:bevelT w="0" h="1270"/>
                  </a:sp3d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 dirty="0">
                    <a:ln>
                      <a:noFill/>
                    </a:ln>
                    <a:gradFill flip="none" rotWithShape="1">
                      <a:gsLst>
                        <a:gs pos="0">
                          <a:prstClr val="white">
                            <a:lumMod val="0"/>
                            <a:lumOff val="100000"/>
                          </a:prstClr>
                        </a:gs>
                        <a:gs pos="100000">
                          <a:prstClr val="white">
                            <a:lumMod val="0"/>
                            <a:lumOff val="100000"/>
                          </a:prstClr>
                        </a:gs>
                      </a:gsLst>
                      <a:lin ang="6000000" scaled="0"/>
                      <a:tileRect/>
                    </a:gradFill>
                    <a:effectLst/>
                    <a:uLnTx/>
                    <a:uFillTx/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+mn-cs"/>
                  </a:endParaRPr>
                </a:p>
              </p:txBody>
            </p:sp>
            <p:sp>
              <p:nvSpPr>
                <p:cNvPr id="106" name="LcS48" descr="어두운 상향 대각선">
                  <a:extLst>
                    <a:ext uri="{FF2B5EF4-FFF2-40B4-BE49-F238E27FC236}">
                      <a16:creationId xmlns:a16="http://schemas.microsoft.com/office/drawing/2014/main" id="{AAFBA0DA-573F-42B1-991C-4ADC2C330B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7047946" y="3572360"/>
                  <a:ext cx="710135" cy="232737"/>
                </a:xfrm>
                <a:custGeom>
                  <a:avLst/>
                  <a:gdLst>
                    <a:gd name="connsiteX0" fmla="*/ 0 w 972108"/>
                    <a:gd name="connsiteY0" fmla="*/ 0 h 756084"/>
                    <a:gd name="connsiteX1" fmla="*/ 972108 w 972108"/>
                    <a:gd name="connsiteY1" fmla="*/ 0 h 756084"/>
                    <a:gd name="connsiteX2" fmla="*/ 972108 w 972108"/>
                    <a:gd name="connsiteY2" fmla="*/ 756084 h 756084"/>
                    <a:gd name="connsiteX3" fmla="*/ 0 w 972108"/>
                    <a:gd name="connsiteY3" fmla="*/ 756084 h 756084"/>
                    <a:gd name="connsiteX4" fmla="*/ 0 w 972108"/>
                    <a:gd name="connsiteY4" fmla="*/ 0 h 756084"/>
                    <a:gd name="connsiteX0" fmla="*/ 0 w 972108"/>
                    <a:gd name="connsiteY0" fmla="*/ 0 h 756084"/>
                    <a:gd name="connsiteX1" fmla="*/ 972108 w 972108"/>
                    <a:gd name="connsiteY1" fmla="*/ 756084 h 756084"/>
                    <a:gd name="connsiteX2" fmla="*/ 0 w 972108"/>
                    <a:gd name="connsiteY2" fmla="*/ 756084 h 756084"/>
                    <a:gd name="connsiteX3" fmla="*/ 0 w 972108"/>
                    <a:gd name="connsiteY3" fmla="*/ 0 h 756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72108" h="756084">
                      <a:moveTo>
                        <a:pt x="0" y="0"/>
                      </a:moveTo>
                      <a:lnTo>
                        <a:pt x="972108" y="756084"/>
                      </a:lnTo>
                      <a:lnTo>
                        <a:pt x="0" y="75608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1">
                  <a:schemeClr val="accent5"/>
                </a:lnRef>
                <a:fillRef idx="3">
                  <a:schemeClr val="accent5"/>
                </a:fillRef>
                <a:effectRef idx="2">
                  <a:schemeClr val="accent5"/>
                </a:effectRef>
                <a:fontRef idx="minor">
                  <a:schemeClr val="lt1"/>
                </a:fontRef>
              </p:style>
              <p:txBody>
                <a:bodyPr wrap="none" lIns="0" tIns="0" rIns="0" bIns="0" anchor="ctr" anchorCtr="0">
                  <a:scene3d>
                    <a:camera prst="orthographicFront"/>
                    <a:lightRig rig="threePt" dir="t"/>
                  </a:scene3d>
                  <a:sp3d>
                    <a:bevelT w="0" h="1270"/>
                  </a:sp3d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ko-KR" sz="1400" b="0" i="0" u="none" strike="noStrike" kern="1200" cap="none" spc="0" normalizeH="0" baseline="0" noProof="0" dirty="0">
                    <a:ln>
                      <a:noFill/>
                    </a:ln>
                    <a:gradFill flip="none" rotWithShape="1">
                      <a:gsLst>
                        <a:gs pos="0">
                          <a:prstClr val="white">
                            <a:lumMod val="0"/>
                            <a:lumOff val="100000"/>
                          </a:prstClr>
                        </a:gs>
                        <a:gs pos="100000">
                          <a:prstClr val="white">
                            <a:lumMod val="0"/>
                            <a:lumOff val="100000"/>
                          </a:prstClr>
                        </a:gs>
                      </a:gsLst>
                      <a:lin ang="6000000" scaled="0"/>
                      <a:tileRect/>
                    </a:gradFill>
                    <a:effectLst/>
                    <a:uLnTx/>
                    <a:uFillTx/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+mn-cs"/>
                  </a:endParaRPr>
                </a:p>
              </p:txBody>
            </p:sp>
          </p:grp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AD22B305-3176-4526-B61D-3243A69A318D}"/>
                  </a:ext>
                </a:extLst>
              </p:cNvPr>
              <p:cNvSpPr txBox="1"/>
              <p:nvPr/>
            </p:nvSpPr>
            <p:spPr>
              <a:xfrm>
                <a:off x="3342022" y="3543486"/>
                <a:ext cx="4244633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1400" b="1" spc="-50">
                    <a:ln>
                      <a:solidFill>
                        <a:prstClr val="white">
                          <a:lumMod val="50000"/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각 업무별 적용 시점</a:t>
                </a:r>
                <a:endParaRPr kumimoji="0" lang="ko-KR" altLang="en-US" sz="1600" b="1" i="0" u="none" strike="noStrike" kern="1200" cap="none" spc="-50" normalizeH="0" baseline="0" noProof="0" dirty="0">
                  <a:ln>
                    <a:solidFill>
                      <a:prstClr val="white">
                        <a:lumMod val="50000"/>
                        <a:alpha val="0"/>
                      </a:prstClr>
                    </a:solidFill>
                  </a:ln>
                  <a:solidFill>
                    <a:srgbClr val="FFFF00"/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</p:grp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AFEC9138-DF4B-4CD4-AC2E-F2C5A89D83CB}"/>
                </a:ext>
              </a:extLst>
            </p:cNvPr>
            <p:cNvSpPr/>
            <p:nvPr/>
          </p:nvSpPr>
          <p:spPr>
            <a:xfrm>
              <a:off x="906113" y="5398865"/>
              <a:ext cx="3851944" cy="128716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/>
            <a:lstStyle/>
            <a:p>
              <a:pPr marL="114300" indent="-114300">
                <a:spcBef>
                  <a:spcPts val="200"/>
                </a:spcBef>
                <a:buClr>
                  <a:prstClr val="white">
                    <a:lumMod val="65000"/>
                  </a:prstClr>
                </a:buClr>
                <a:buSzPct val="110000"/>
                <a:buFont typeface="Arial" panose="020B0604020202020204" pitchFamily="34" charset="0"/>
                <a:buChar char="•"/>
                <a:tabLst>
                  <a:tab pos="525463" algn="l"/>
                </a:tabLst>
              </a:pPr>
              <a:r>
                <a:rPr kumimoji="1" lang="ko-KR" altLang="en-US" sz="1200" b="1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accent2"/>
                  </a:solidFill>
                  <a:latin typeface="KoPub돋움체 Medium" pitchFamily="18" charset="-127"/>
                  <a:ea typeface="KoPub돋움체 Medium" pitchFamily="18" charset="-127"/>
                </a:rPr>
                <a:t>현재 </a:t>
              </a:r>
              <a:r>
                <a:rPr kumimoji="1" lang="en-US" altLang="ko-KR" sz="1200" b="1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accent2"/>
                  </a:solidFill>
                  <a:latin typeface="KoPub돋움체 Medium" pitchFamily="18" charset="-127"/>
                  <a:ea typeface="KoPub돋움체 Medium" pitchFamily="18" charset="-127"/>
                </a:rPr>
                <a:t>(</a:t>
              </a:r>
              <a:r>
                <a:rPr kumimoji="1" lang="ko-KR" altLang="en-US" sz="1200" b="1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accent2"/>
                  </a:solidFill>
                  <a:latin typeface="KoPub돋움체 Medium" pitchFamily="18" charset="-127"/>
                  <a:ea typeface="KoPub돋움체 Medium" pitchFamily="18" charset="-127"/>
                </a:rPr>
                <a:t>승인대상</a:t>
              </a:r>
              <a:r>
                <a:rPr kumimoji="1" lang="en-US" altLang="ko-KR" sz="1200" b="1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accent2"/>
                  </a:solidFill>
                  <a:latin typeface="KoPub돋움체 Medium" pitchFamily="18" charset="-127"/>
                  <a:ea typeface="KoPub돋움체 Medium" pitchFamily="18" charset="-127"/>
                </a:rPr>
                <a:t>)</a:t>
              </a:r>
              <a:r>
                <a:rPr kumimoji="1" lang="ko-KR" altLang="en-US" sz="1200" b="1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accent2"/>
                  </a:solidFill>
                  <a:latin typeface="KoPub돋움체 Medium" pitchFamily="18" charset="-127"/>
                  <a:ea typeface="KoPub돋움체 Medium" pitchFamily="18" charset="-127"/>
                </a:rPr>
                <a:t>안전확인대상 생활화학제품만 적용 중에 있음</a:t>
              </a:r>
              <a:r>
                <a:rPr kumimoji="1" lang="en-US" altLang="ko-KR" sz="1200" b="1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accent2"/>
                  </a:solidFill>
                  <a:latin typeface="KoPub돋움체 Medium" pitchFamily="18" charset="-127"/>
                  <a:ea typeface="KoPub돋움체 Medium" pitchFamily="18" charset="-127"/>
                </a:rPr>
                <a:t> → </a:t>
              </a:r>
              <a:r>
                <a:rPr kumimoji="1" lang="ko-KR" altLang="en-US" sz="1200" b="1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accent2"/>
                  </a:solidFill>
                  <a:latin typeface="KoPub돋움체 Medium" pitchFamily="18" charset="-127"/>
                  <a:ea typeface="KoPub돋움체 Medium" pitchFamily="18" charset="-127"/>
                </a:rPr>
                <a:t>신규</a:t>
              </a:r>
              <a:r>
                <a:rPr kumimoji="1" lang="en-US" altLang="ko-KR" sz="1200" b="1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accent2"/>
                  </a:solidFill>
                  <a:latin typeface="KoPub돋움체 Medium" pitchFamily="18" charset="-127"/>
                  <a:ea typeface="KoPub돋움체 Medium" pitchFamily="18" charset="-127"/>
                </a:rPr>
                <a:t>, </a:t>
              </a:r>
              <a:r>
                <a:rPr kumimoji="1" lang="ko-KR" altLang="en-US" sz="1200" b="1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accent2"/>
                  </a:solidFill>
                  <a:latin typeface="KoPub돋움체 Medium" pitchFamily="18" charset="-127"/>
                  <a:ea typeface="KoPub돋움체 Medium" pitchFamily="18" charset="-127"/>
                </a:rPr>
                <a:t>변경승인</a:t>
              </a:r>
              <a:r>
                <a:rPr kumimoji="1" lang="en-US" altLang="ko-KR" sz="1200" b="1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accent2"/>
                  </a:solidFill>
                  <a:latin typeface="KoPub돋움체 Medium" pitchFamily="18" charset="-127"/>
                  <a:ea typeface="KoPub돋움체 Medium" pitchFamily="18" charset="-127"/>
                </a:rPr>
                <a:t>, </a:t>
              </a:r>
              <a:r>
                <a:rPr kumimoji="1" lang="ko-KR" altLang="en-US" sz="1200" b="1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accent2"/>
                  </a:solidFill>
                  <a:latin typeface="KoPub돋움체 Medium" pitchFamily="18" charset="-127"/>
                  <a:ea typeface="KoPub돋움체 Medium" pitchFamily="18" charset="-127"/>
                </a:rPr>
                <a:t>변경신고</a:t>
              </a:r>
              <a:r>
                <a:rPr kumimoji="1" lang="en-US" altLang="ko-KR" sz="1200" b="1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accent2"/>
                  </a:solidFill>
                  <a:latin typeface="KoPub돋움체 Medium" pitchFamily="18" charset="-127"/>
                  <a:ea typeface="KoPub돋움체 Medium" pitchFamily="18" charset="-127"/>
                </a:rPr>
                <a:t> </a:t>
              </a:r>
            </a:p>
            <a:p>
              <a:pPr marL="114300" indent="-114300">
                <a:spcBef>
                  <a:spcPts val="200"/>
                </a:spcBef>
                <a:buClr>
                  <a:prstClr val="white">
                    <a:lumMod val="65000"/>
                  </a:prstClr>
                </a:buClr>
                <a:buSzPct val="110000"/>
                <a:buFont typeface="Arial" panose="020B0604020202020204" pitchFamily="34" charset="0"/>
                <a:buChar char="•"/>
                <a:tabLst>
                  <a:tab pos="525463" algn="l"/>
                </a:tabLst>
              </a:pPr>
              <a:r>
                <a:rPr kumimoji="1" lang="en-US" altLang="ko-KR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itchFamily="18" charset="-127"/>
                  <a:ea typeface="KoPub돋움체 Medium" pitchFamily="18" charset="-127"/>
                </a:rPr>
                <a:t>(</a:t>
              </a:r>
              <a:r>
                <a:rPr kumimoji="1" lang="ko-KR" altLang="en-US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itchFamily="18" charset="-127"/>
                  <a:ea typeface="KoPub돋움체 Medium" pitchFamily="18" charset="-127"/>
                </a:rPr>
                <a:t>신고대상</a:t>
              </a:r>
              <a:r>
                <a:rPr kumimoji="1" lang="en-US" altLang="ko-KR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itchFamily="18" charset="-127"/>
                  <a:ea typeface="KoPub돋움체 Medium" pitchFamily="18" charset="-127"/>
                </a:rPr>
                <a:t>) </a:t>
              </a:r>
              <a:r>
                <a:rPr kumimoji="1" lang="ko-KR" altLang="en-US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itchFamily="18" charset="-127"/>
                  <a:ea typeface="KoPub돋움체 Medium" pitchFamily="18" charset="-127"/>
                </a:rPr>
                <a:t>안전확인대상 생활화학제품는 신규 신고 시 적용 가능하나 </a:t>
              </a:r>
              <a:r>
                <a:rPr kumimoji="1" lang="en-US" altLang="ko-KR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itchFamily="18" charset="-127"/>
                  <a:ea typeface="KoPub돋움체 Medium" pitchFamily="18" charset="-127"/>
                </a:rPr>
                <a:t>1</a:t>
              </a:r>
              <a:r>
                <a:rPr kumimoji="1" lang="ko-KR" altLang="en-US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itchFamily="18" charset="-127"/>
                  <a:ea typeface="KoPub돋움체 Medium" pitchFamily="18" charset="-127"/>
                </a:rPr>
                <a:t>인 사업자일 경우 일반회원 생성 필요</a:t>
              </a:r>
              <a:endParaRPr kumimoji="1" lang="en-US" altLang="ko-KR" sz="1200" kern="0" spc="-3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itchFamily="18" charset="-127"/>
                <a:ea typeface="KoPub돋움체 Medium" pitchFamily="18" charset="-127"/>
              </a:endParaRPr>
            </a:p>
            <a:p>
              <a:pPr marL="114300" indent="-114300">
                <a:spcBef>
                  <a:spcPts val="200"/>
                </a:spcBef>
                <a:buClr>
                  <a:prstClr val="white">
                    <a:lumMod val="65000"/>
                  </a:prstClr>
                </a:buClr>
                <a:buSzPct val="110000"/>
                <a:buFont typeface="Arial" panose="020B0604020202020204" pitchFamily="34" charset="0"/>
                <a:buChar char="•"/>
                <a:tabLst>
                  <a:tab pos="525463" algn="l"/>
                </a:tabLst>
              </a:pPr>
              <a:r>
                <a:rPr kumimoji="1" lang="ko-KR" altLang="en-US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KoPub돋움체 Medium" pitchFamily="18" charset="-127"/>
                  <a:ea typeface="KoPub돋움체 Medium" pitchFamily="18" charset="-127"/>
                </a:rPr>
                <a:t>기존 살생물물질 신고</a:t>
              </a:r>
              <a:r>
                <a:rPr kumimoji="1" lang="en-US" altLang="ko-KR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KoPub돋움체 Medium" pitchFamily="18" charset="-127"/>
                  <a:ea typeface="KoPub돋움체 Medium" pitchFamily="18" charset="-127"/>
                </a:rPr>
                <a:t>, </a:t>
              </a:r>
              <a:r>
                <a:rPr kumimoji="1" lang="ko-KR" altLang="en-US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KoPub돋움체 Medium" pitchFamily="18" charset="-127"/>
                  <a:ea typeface="KoPub돋움체 Medium" pitchFamily="18" charset="-127"/>
                </a:rPr>
                <a:t>물질승인신청계획서</a:t>
              </a:r>
              <a:r>
                <a:rPr kumimoji="1" lang="en-US" altLang="ko-KR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KoPub돋움체 Medium" pitchFamily="18" charset="-127"/>
                  <a:ea typeface="KoPub돋움체 Medium" pitchFamily="18" charset="-127"/>
                </a:rPr>
                <a:t>, </a:t>
              </a:r>
              <a:r>
                <a:rPr kumimoji="1" lang="ko-KR" altLang="en-US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KoPub돋움체 Medium" pitchFamily="18" charset="-127"/>
                  <a:ea typeface="KoPub돋움체 Medium" pitchFamily="18" charset="-127"/>
                </a:rPr>
                <a:t>공동제출</a:t>
              </a:r>
              <a:r>
                <a:rPr kumimoji="1" lang="en-US" altLang="ko-KR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KoPub돋움체 Medium" pitchFamily="18" charset="-127"/>
                  <a:ea typeface="KoPub돋움체 Medium" pitchFamily="18" charset="-127"/>
                </a:rPr>
                <a:t>, </a:t>
              </a:r>
              <a:r>
                <a:rPr kumimoji="1" lang="ko-KR" altLang="en-US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KoPub돋움체 Medium" pitchFamily="18" charset="-127"/>
                  <a:ea typeface="KoPub돋움체 Medium" pitchFamily="18" charset="-127"/>
                </a:rPr>
                <a:t>물질승인신청은 현재 적용 불가</a:t>
              </a:r>
              <a:r>
                <a:rPr kumimoji="1" lang="en-US" altLang="ko-KR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KoPub돋움체 Medium" pitchFamily="18" charset="-127"/>
                  <a:ea typeface="KoPub돋움체 Medium" pitchFamily="18" charset="-127"/>
                </a:rPr>
                <a:t>, </a:t>
              </a:r>
              <a:r>
                <a:rPr kumimoji="1" lang="ko-KR" altLang="en-US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KoPub돋움체 Medium" pitchFamily="18" charset="-127"/>
                  <a:ea typeface="KoPub돋움체 Medium" pitchFamily="18" charset="-127"/>
                </a:rPr>
                <a:t>회원관리 기능 이후 가능 </a:t>
              </a:r>
              <a:endParaRPr kumimoji="1" lang="en-US" altLang="ko-KR" sz="1200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endParaRPr>
            </a:p>
          </p:txBody>
        </p:sp>
      </p:grpSp>
      <p:sp>
        <p:nvSpPr>
          <p:cNvPr id="170" name="AutoShape 175">
            <a:extLst>
              <a:ext uri="{FF2B5EF4-FFF2-40B4-BE49-F238E27FC236}">
                <a16:creationId xmlns:a16="http://schemas.microsoft.com/office/drawing/2014/main" id="{5114FD1B-11B3-4FE8-A297-A8ED241CEC9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123581" y="2918408"/>
            <a:ext cx="1521856" cy="1139996"/>
          </a:xfrm>
          <a:prstGeom prst="upArrow">
            <a:avLst>
              <a:gd name="adj1" fmla="val 57509"/>
              <a:gd name="adj2" fmla="val 51389"/>
            </a:avLst>
          </a:prstGeom>
          <a:solidFill>
            <a:schemeClr val="bg1">
              <a:lumMod val="50000"/>
            </a:schemeClr>
          </a:solidFill>
          <a:ln w="19050">
            <a:noFill/>
            <a:miter lim="800000"/>
            <a:headEnd/>
            <a:tailEnd/>
          </a:ln>
        </p:spPr>
        <p:txBody>
          <a:bodyPr vert="eaVert"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00" name="Text Box 148">
            <a:extLst>
              <a:ext uri="{FF2B5EF4-FFF2-40B4-BE49-F238E27FC236}">
                <a16:creationId xmlns:a16="http://schemas.microsoft.com/office/drawing/2014/main" id="{EF093B79-1FDE-4F1B-A044-CF2EA8B494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3626" y="3131002"/>
            <a:ext cx="94885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기업회원은 일반회원 관리만 수행</a:t>
            </a:r>
            <a:endParaRPr lang="en-US" altLang="ko-KR" sz="1400" b="1" dirty="0"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21DF6814-4A38-4301-A05F-601427C5E6BE}"/>
              </a:ext>
            </a:extLst>
          </p:cNvPr>
          <p:cNvGrpSpPr/>
          <p:nvPr/>
        </p:nvGrpSpPr>
        <p:grpSpPr>
          <a:xfrm>
            <a:off x="5963704" y="5101815"/>
            <a:ext cx="3851945" cy="1584213"/>
            <a:chOff x="906113" y="5101815"/>
            <a:chExt cx="3851945" cy="1584213"/>
          </a:xfrm>
        </p:grpSpPr>
        <p:grpSp>
          <p:nvGrpSpPr>
            <p:cNvPr id="172" name="그룹 171">
              <a:extLst>
                <a:ext uri="{FF2B5EF4-FFF2-40B4-BE49-F238E27FC236}">
                  <a16:creationId xmlns:a16="http://schemas.microsoft.com/office/drawing/2014/main" id="{F1D36B1B-7FA5-4E07-9FAF-BBCF1FEB1DD7}"/>
                </a:ext>
              </a:extLst>
            </p:cNvPr>
            <p:cNvGrpSpPr/>
            <p:nvPr/>
          </p:nvGrpSpPr>
          <p:grpSpPr>
            <a:xfrm>
              <a:off x="906113" y="5101815"/>
              <a:ext cx="3851945" cy="310158"/>
              <a:chOff x="3170597" y="3494939"/>
              <a:chExt cx="4587484" cy="310158"/>
            </a:xfrm>
          </p:grpSpPr>
          <p:grpSp>
            <p:nvGrpSpPr>
              <p:cNvPr id="174" name="그룹 173">
                <a:extLst>
                  <a:ext uri="{FF2B5EF4-FFF2-40B4-BE49-F238E27FC236}">
                    <a16:creationId xmlns:a16="http://schemas.microsoft.com/office/drawing/2014/main" id="{7B5C99BB-0FCE-486F-80A6-20BE5D7CD473}"/>
                  </a:ext>
                </a:extLst>
              </p:cNvPr>
              <p:cNvGrpSpPr/>
              <p:nvPr/>
            </p:nvGrpSpPr>
            <p:grpSpPr>
              <a:xfrm>
                <a:off x="3170597" y="3494939"/>
                <a:ext cx="4587484" cy="310158"/>
                <a:chOff x="3170597" y="3494939"/>
                <a:chExt cx="4587484" cy="310158"/>
              </a:xfrm>
            </p:grpSpPr>
            <p:sp>
              <p:nvSpPr>
                <p:cNvPr id="176" name="양쪽 모서리가 둥근 사각형 270">
                  <a:extLst>
                    <a:ext uri="{FF2B5EF4-FFF2-40B4-BE49-F238E27FC236}">
                      <a16:creationId xmlns:a16="http://schemas.microsoft.com/office/drawing/2014/main" id="{A44C7581-6889-42DD-A584-4F2075E070CD}"/>
                    </a:ext>
                  </a:extLst>
                </p:cNvPr>
                <p:cNvSpPr/>
                <p:nvPr/>
              </p:nvSpPr>
              <p:spPr>
                <a:xfrm>
                  <a:off x="3170597" y="3494939"/>
                  <a:ext cx="4587483" cy="307777"/>
                </a:xfrm>
                <a:prstGeom prst="round2SameRect">
                  <a:avLst/>
                </a:prstGeom>
                <a:gradFill flip="none" rotWithShape="1"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3600000" scaled="0"/>
                  <a:tileRect/>
                </a:gradFill>
                <a:ln w="12700" cap="rnd" cmpd="sng">
                  <a:noFill/>
                  <a:prstDash val="solid"/>
                  <a:headEnd type="none" w="lg" len="med"/>
                  <a:tailEnd type="none" w="lg" len="med"/>
                </a:ln>
                <a:effectLst/>
              </p:spPr>
              <p:style>
                <a:lnRef idx="1">
                  <a:schemeClr val="accent5"/>
                </a:lnRef>
                <a:fillRef idx="3">
                  <a:schemeClr val="accent5"/>
                </a:fillRef>
                <a:effectRef idx="2">
                  <a:schemeClr val="accent5"/>
                </a:effectRef>
                <a:fontRef idx="minor">
                  <a:schemeClr val="lt1"/>
                </a:fontRef>
              </p:style>
              <p:txBody>
                <a:bodyPr wrap="none" lIns="0" tIns="0" rIns="0" bIns="0" anchor="ctr" anchorCtr="0">
                  <a:scene3d>
                    <a:camera prst="orthographicFront"/>
                    <a:lightRig rig="threePt" dir="t"/>
                  </a:scene3d>
                  <a:sp3d>
                    <a:bevelT w="0" h="1270"/>
                  </a:sp3d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 dirty="0">
                    <a:ln>
                      <a:noFill/>
                    </a:ln>
                    <a:gradFill flip="none" rotWithShape="1">
                      <a:gsLst>
                        <a:gs pos="0">
                          <a:prstClr val="white">
                            <a:lumMod val="0"/>
                            <a:lumOff val="100000"/>
                          </a:prstClr>
                        </a:gs>
                        <a:gs pos="100000">
                          <a:prstClr val="white">
                            <a:lumMod val="0"/>
                            <a:lumOff val="100000"/>
                          </a:prstClr>
                        </a:gs>
                      </a:gsLst>
                      <a:lin ang="6000000" scaled="0"/>
                      <a:tileRect/>
                    </a:gradFill>
                    <a:effectLst/>
                    <a:uLnTx/>
                    <a:uFillTx/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+mn-cs"/>
                  </a:endParaRPr>
                </a:p>
              </p:txBody>
            </p:sp>
            <p:sp>
              <p:nvSpPr>
                <p:cNvPr id="177" name="LcS48" descr="어두운 상향 대각선">
                  <a:extLst>
                    <a:ext uri="{FF2B5EF4-FFF2-40B4-BE49-F238E27FC236}">
                      <a16:creationId xmlns:a16="http://schemas.microsoft.com/office/drawing/2014/main" id="{C51FACEF-5277-4C80-81CD-631232728A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7047946" y="3572360"/>
                  <a:ext cx="710135" cy="232737"/>
                </a:xfrm>
                <a:custGeom>
                  <a:avLst/>
                  <a:gdLst>
                    <a:gd name="connsiteX0" fmla="*/ 0 w 972108"/>
                    <a:gd name="connsiteY0" fmla="*/ 0 h 756084"/>
                    <a:gd name="connsiteX1" fmla="*/ 972108 w 972108"/>
                    <a:gd name="connsiteY1" fmla="*/ 0 h 756084"/>
                    <a:gd name="connsiteX2" fmla="*/ 972108 w 972108"/>
                    <a:gd name="connsiteY2" fmla="*/ 756084 h 756084"/>
                    <a:gd name="connsiteX3" fmla="*/ 0 w 972108"/>
                    <a:gd name="connsiteY3" fmla="*/ 756084 h 756084"/>
                    <a:gd name="connsiteX4" fmla="*/ 0 w 972108"/>
                    <a:gd name="connsiteY4" fmla="*/ 0 h 756084"/>
                    <a:gd name="connsiteX0" fmla="*/ 0 w 972108"/>
                    <a:gd name="connsiteY0" fmla="*/ 0 h 756084"/>
                    <a:gd name="connsiteX1" fmla="*/ 972108 w 972108"/>
                    <a:gd name="connsiteY1" fmla="*/ 756084 h 756084"/>
                    <a:gd name="connsiteX2" fmla="*/ 0 w 972108"/>
                    <a:gd name="connsiteY2" fmla="*/ 756084 h 756084"/>
                    <a:gd name="connsiteX3" fmla="*/ 0 w 972108"/>
                    <a:gd name="connsiteY3" fmla="*/ 0 h 756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72108" h="756084">
                      <a:moveTo>
                        <a:pt x="0" y="0"/>
                      </a:moveTo>
                      <a:lnTo>
                        <a:pt x="972108" y="756084"/>
                      </a:lnTo>
                      <a:lnTo>
                        <a:pt x="0" y="75608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1">
                  <a:schemeClr val="accent5"/>
                </a:lnRef>
                <a:fillRef idx="3">
                  <a:schemeClr val="accent5"/>
                </a:fillRef>
                <a:effectRef idx="2">
                  <a:schemeClr val="accent5"/>
                </a:effectRef>
                <a:fontRef idx="minor">
                  <a:schemeClr val="lt1"/>
                </a:fontRef>
              </p:style>
              <p:txBody>
                <a:bodyPr wrap="none" lIns="0" tIns="0" rIns="0" bIns="0" anchor="ctr" anchorCtr="0">
                  <a:scene3d>
                    <a:camera prst="orthographicFront"/>
                    <a:lightRig rig="threePt" dir="t"/>
                  </a:scene3d>
                  <a:sp3d>
                    <a:bevelT w="0" h="1270"/>
                  </a:sp3d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ko-KR" sz="1400" b="0" i="0" u="none" strike="noStrike" kern="1200" cap="none" spc="0" normalizeH="0" baseline="0" noProof="0" dirty="0">
                    <a:ln>
                      <a:noFill/>
                    </a:ln>
                    <a:gradFill flip="none" rotWithShape="1">
                      <a:gsLst>
                        <a:gs pos="0">
                          <a:prstClr val="white">
                            <a:lumMod val="0"/>
                            <a:lumOff val="100000"/>
                          </a:prstClr>
                        </a:gs>
                        <a:gs pos="100000">
                          <a:prstClr val="white">
                            <a:lumMod val="0"/>
                            <a:lumOff val="100000"/>
                          </a:prstClr>
                        </a:gs>
                      </a:gsLst>
                      <a:lin ang="6000000" scaled="0"/>
                      <a:tileRect/>
                    </a:gradFill>
                    <a:effectLst/>
                    <a:uLnTx/>
                    <a:uFillTx/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+mn-cs"/>
                  </a:endParaRPr>
                </a:p>
              </p:txBody>
            </p:sp>
          </p:grpSp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03C66B33-34B1-4A2C-8F8E-E99F0B3B9C0C}"/>
                  </a:ext>
                </a:extLst>
              </p:cNvPr>
              <p:cNvSpPr txBox="1"/>
              <p:nvPr/>
            </p:nvSpPr>
            <p:spPr>
              <a:xfrm>
                <a:off x="3342022" y="3543486"/>
                <a:ext cx="4244633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1400" b="1" spc="-50">
                    <a:ln>
                      <a:solidFill>
                        <a:prstClr val="white">
                          <a:lumMod val="50000"/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기존 살생물물질 승인신청 등 적용 불가 사유</a:t>
                </a:r>
                <a:endParaRPr kumimoji="0" lang="ko-KR" altLang="en-US" sz="1600" b="1" i="0" u="none" strike="noStrike" kern="1200" cap="none" spc="-50" normalizeH="0" baseline="0" noProof="0" dirty="0">
                  <a:ln>
                    <a:solidFill>
                      <a:prstClr val="white">
                        <a:lumMod val="50000"/>
                        <a:alpha val="0"/>
                      </a:prstClr>
                    </a:solidFill>
                  </a:ln>
                  <a:solidFill>
                    <a:srgbClr val="FFFF00"/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</p:grpSp>
        <p:sp>
          <p:nvSpPr>
            <p:cNvPr id="173" name="직사각형 172">
              <a:extLst>
                <a:ext uri="{FF2B5EF4-FFF2-40B4-BE49-F238E27FC236}">
                  <a16:creationId xmlns:a16="http://schemas.microsoft.com/office/drawing/2014/main" id="{93D7AB65-80BC-4FD6-B3BE-870801D7F759}"/>
                </a:ext>
              </a:extLst>
            </p:cNvPr>
            <p:cNvSpPr/>
            <p:nvPr/>
          </p:nvSpPr>
          <p:spPr>
            <a:xfrm>
              <a:off x="906113" y="5398865"/>
              <a:ext cx="3851944" cy="128716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/>
            <a:lstStyle/>
            <a:p>
              <a:pPr marL="114300" indent="-114300">
                <a:spcBef>
                  <a:spcPts val="200"/>
                </a:spcBef>
                <a:buClr>
                  <a:prstClr val="white">
                    <a:lumMod val="65000"/>
                  </a:prstClr>
                </a:buClr>
                <a:buSzPct val="110000"/>
                <a:buFont typeface="Arial" panose="020B0604020202020204" pitchFamily="34" charset="0"/>
                <a:buChar char="•"/>
                <a:tabLst>
                  <a:tab pos="525463" algn="l"/>
                </a:tabLst>
              </a:pPr>
              <a:r>
                <a:rPr kumimoji="1" lang="ko-KR" altLang="en-US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itchFamily="18" charset="-127"/>
                  <a:ea typeface="KoPub돋움체 Medium" pitchFamily="18" charset="-127"/>
                </a:rPr>
                <a:t>물질승인신청을 일반회원으로 신청하기 위해서는 기업회원으로 신청한 이전 단계의 모든 정보 변경 필요 </a:t>
              </a:r>
              <a:endParaRPr kumimoji="1" lang="en-US" altLang="ko-KR" sz="1200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itchFamily="18" charset="-127"/>
                <a:ea typeface="KoPub돋움체 Medium" pitchFamily="18" charset="-127"/>
              </a:endParaRPr>
            </a:p>
          </p:txBody>
        </p:sp>
      </p:grp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B9D82A41-16D4-49C7-84F8-5CC5BAB1F9E7}"/>
              </a:ext>
            </a:extLst>
          </p:cNvPr>
          <p:cNvSpPr/>
          <p:nvPr/>
        </p:nvSpPr>
        <p:spPr>
          <a:xfrm>
            <a:off x="876166" y="6262072"/>
            <a:ext cx="3824742" cy="423955"/>
          </a:xfrm>
          <a:prstGeom prst="rect">
            <a:avLst/>
          </a:prstGeom>
          <a:solidFill>
            <a:srgbClr val="C00000">
              <a:alpha val="10000"/>
            </a:srgbClr>
          </a:solidFill>
          <a:ln w="127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78675E3C-815E-4116-829D-E15946983C92}"/>
              </a:ext>
            </a:extLst>
          </p:cNvPr>
          <p:cNvCxnSpPr>
            <a:cxnSpLocks/>
            <a:stCxn id="178" idx="3"/>
            <a:endCxn id="176" idx="2"/>
          </p:cNvCxnSpPr>
          <p:nvPr/>
        </p:nvCxnSpPr>
        <p:spPr>
          <a:xfrm flipV="1">
            <a:off x="4700908" y="5255704"/>
            <a:ext cx="1262796" cy="1218346"/>
          </a:xfrm>
          <a:prstGeom prst="bentConnector3">
            <a:avLst/>
          </a:prstGeom>
          <a:ln w="9525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모서리가 둥근 직사각형 547">
            <a:extLst>
              <a:ext uri="{FF2B5EF4-FFF2-40B4-BE49-F238E27FC236}">
                <a16:creationId xmlns:a16="http://schemas.microsoft.com/office/drawing/2014/main" id="{345D86C5-9CD4-46DE-83D1-07417B60ABEC}"/>
              </a:ext>
            </a:extLst>
          </p:cNvPr>
          <p:cNvSpPr/>
          <p:nvPr/>
        </p:nvSpPr>
        <p:spPr>
          <a:xfrm>
            <a:off x="6010576" y="5940404"/>
            <a:ext cx="1050704" cy="365471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</a:pPr>
            <a:r>
              <a:rPr kumimoji="1" lang="ko-KR" altLang="en-US" sz="105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기존살생물물질 신고</a:t>
            </a:r>
            <a:endParaRPr kumimoji="1" lang="ko-KR" altLang="en-US" sz="1050" b="1" kern="0" spc="-8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80" name="모서리가 둥근 직사각형 547">
            <a:extLst>
              <a:ext uri="{FF2B5EF4-FFF2-40B4-BE49-F238E27FC236}">
                <a16:creationId xmlns:a16="http://schemas.microsoft.com/office/drawing/2014/main" id="{C6194E55-BDD1-47D9-B3AB-CDF1CFF97DE4}"/>
              </a:ext>
            </a:extLst>
          </p:cNvPr>
          <p:cNvSpPr/>
          <p:nvPr/>
        </p:nvSpPr>
        <p:spPr>
          <a:xfrm>
            <a:off x="7373473" y="5940404"/>
            <a:ext cx="1050704" cy="365471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</a:pPr>
            <a:r>
              <a:rPr kumimoji="1" lang="ko-KR" altLang="en-US" sz="105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승인신청계획서</a:t>
            </a:r>
            <a:endParaRPr kumimoji="1" lang="en-US" altLang="ko-KR" sz="1050" b="1" kern="0" spc="-8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</a:pPr>
            <a:r>
              <a:rPr kumimoji="1" lang="ko-KR" altLang="en-US" sz="105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공동협의체 가입</a:t>
            </a:r>
            <a:endParaRPr kumimoji="1" lang="ko-KR" altLang="en-US" sz="1050" b="1" kern="0" spc="-8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81" name="모서리가 둥근 직사각형 547">
            <a:extLst>
              <a:ext uri="{FF2B5EF4-FFF2-40B4-BE49-F238E27FC236}">
                <a16:creationId xmlns:a16="http://schemas.microsoft.com/office/drawing/2014/main" id="{4B5995AF-6D02-46EE-801C-D5F30330CF0A}"/>
              </a:ext>
            </a:extLst>
          </p:cNvPr>
          <p:cNvSpPr/>
          <p:nvPr/>
        </p:nvSpPr>
        <p:spPr>
          <a:xfrm>
            <a:off x="8736369" y="5940404"/>
            <a:ext cx="1050704" cy="365471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</a:pPr>
            <a:r>
              <a:rPr kumimoji="1" lang="ko-KR" altLang="en-US" sz="105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물질승인신청</a:t>
            </a:r>
            <a:endParaRPr kumimoji="1" lang="ko-KR" altLang="en-US" sz="1050" b="1" kern="0" spc="-8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7BCA9786-107B-401B-8EA4-DDA313F56224}"/>
              </a:ext>
            </a:extLst>
          </p:cNvPr>
          <p:cNvCxnSpPr>
            <a:stCxn id="179" idx="3"/>
            <a:endCxn id="180" idx="1"/>
          </p:cNvCxnSpPr>
          <p:nvPr/>
        </p:nvCxnSpPr>
        <p:spPr>
          <a:xfrm>
            <a:off x="7061280" y="6123140"/>
            <a:ext cx="312193" cy="0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74B72939-5EB0-43F4-BA0C-C5DE11894D9E}"/>
              </a:ext>
            </a:extLst>
          </p:cNvPr>
          <p:cNvCxnSpPr>
            <a:stCxn id="180" idx="3"/>
            <a:endCxn id="181" idx="1"/>
          </p:cNvCxnSpPr>
          <p:nvPr/>
        </p:nvCxnSpPr>
        <p:spPr>
          <a:xfrm>
            <a:off x="8424177" y="6123140"/>
            <a:ext cx="312192" cy="0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AutoShape 124">
            <a:extLst>
              <a:ext uri="{FF2B5EF4-FFF2-40B4-BE49-F238E27FC236}">
                <a16:creationId xmlns:a16="http://schemas.microsoft.com/office/drawing/2014/main" id="{3DA3C1B6-B4AE-470C-8AE0-FB65BAB2A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6369" y="5949985"/>
            <a:ext cx="1050704" cy="342980"/>
          </a:xfrm>
          <a:prstGeom prst="roundRect">
            <a:avLst>
              <a:gd name="adj" fmla="val 5795"/>
            </a:avLst>
          </a:prstGeom>
          <a:noFill/>
          <a:ln w="19050" cap="flat" cmpd="sng" algn="ctr">
            <a:solidFill>
              <a:srgbClr val="D5760D"/>
            </a:solidFill>
            <a:prstDash val="solid"/>
          </a:ln>
          <a:effectLst>
            <a:glow rad="63500">
              <a:srgbClr val="FFC000">
                <a:alpha val="56000"/>
              </a:srgbClr>
            </a:glow>
          </a:effectLst>
        </p:spPr>
        <p:txBody>
          <a:bodyPr rot="0" spcFirstLastPara="0" vertOverflow="overflow" horzOverflow="overflow" vert="horz" wrap="square" lIns="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7800" indent="-177800" defTabSz="1015797" fontAlgn="base" latinLnBrk="0">
              <a:spcBef>
                <a:spcPts val="100"/>
              </a:spcBef>
              <a:spcAft>
                <a:spcPts val="100"/>
              </a:spcAft>
              <a:buFontTx/>
              <a:buBlip>
                <a:blip r:embed="rId5"/>
              </a:buBlip>
            </a:pPr>
            <a:endParaRPr kumimoji="1" lang="ko-KR" altLang="en-US" sz="900" dirty="0">
              <a:solidFill>
                <a:srgbClr val="0679CF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FD368DF2-AF67-45EE-A1A6-1C8D7ECDDF86}"/>
              </a:ext>
            </a:extLst>
          </p:cNvPr>
          <p:cNvCxnSpPr>
            <a:cxnSpLocks/>
            <a:stCxn id="179" idx="2"/>
            <a:endCxn id="180" idx="2"/>
          </p:cNvCxnSpPr>
          <p:nvPr/>
        </p:nvCxnSpPr>
        <p:spPr>
          <a:xfrm rot="16200000" flipH="1">
            <a:off x="7217376" y="5624426"/>
            <a:ext cx="12700" cy="1362897"/>
          </a:xfrm>
          <a:prstGeom prst="bentConnector3">
            <a:avLst>
              <a:gd name="adj1" fmla="val 975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4A31189-450D-4819-A0F6-5F973A56580B}"/>
              </a:ext>
            </a:extLst>
          </p:cNvPr>
          <p:cNvSpPr txBox="1"/>
          <p:nvPr/>
        </p:nvSpPr>
        <p:spPr>
          <a:xfrm>
            <a:off x="6559002" y="6435869"/>
            <a:ext cx="12650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b="1">
                <a:solidFill>
                  <a:schemeClr val="accent2"/>
                </a:solidFill>
                <a:latin typeface="+mn-ea"/>
              </a:rPr>
              <a:t>기업회원 가입 </a:t>
            </a:r>
            <a:r>
              <a:rPr lang="en-US" altLang="ko-KR" sz="1050" b="1">
                <a:solidFill>
                  <a:schemeClr val="accent2"/>
                </a:solidFill>
                <a:latin typeface="+mn-ea"/>
              </a:rPr>
              <a:t>80%</a:t>
            </a:r>
            <a:endParaRPr lang="ko-KR" altLang="en-US" sz="1050" b="1">
              <a:solidFill>
                <a:schemeClr val="accent2"/>
              </a:solidFill>
              <a:latin typeface="+mn-ea"/>
            </a:endParaRPr>
          </a:p>
        </p:txBody>
      </p:sp>
      <p:sp>
        <p:nvSpPr>
          <p:cNvPr id="108" name="Rectangle 6">
            <a:extLst>
              <a:ext uri="{FF2B5EF4-FFF2-40B4-BE49-F238E27FC236}">
                <a16:creationId xmlns:a16="http://schemas.microsoft.com/office/drawing/2014/main" id="{2DDEF5EE-239D-4F38-90CE-2F1E9C724B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13" y="383430"/>
            <a:ext cx="531454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 anchor="b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ko-KR" sz="3600" b="0" i="0" u="none" strike="noStrike" kern="1200" cap="none" spc="-49" normalizeH="0" baseline="0" noProof="0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rgbClr val="A9CE56"/>
                </a:solidFill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  <a:cs typeface="+mn-cs"/>
              </a:rPr>
              <a:t>0</a:t>
            </a:r>
            <a:r>
              <a:rPr lang="en-US" altLang="ko-KR" sz="3600" spc="-49" dirty="0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rgbClr val="4B8E42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2</a:t>
            </a:r>
            <a:endParaRPr kumimoji="0" lang="ko-KR" altLang="en-US" sz="3600" b="0" i="0" u="none" strike="noStrike" kern="1200" cap="none" spc="-49" normalizeH="0" baseline="0" noProof="0" dirty="0">
              <a:ln>
                <a:solidFill>
                  <a:srgbClr val="D64E75">
                    <a:alpha val="0"/>
                  </a:srgbClr>
                </a:solidFill>
              </a:ln>
              <a:solidFill>
                <a:srgbClr val="4B8E42"/>
              </a:solidFill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13193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그룹 30">
            <a:extLst>
              <a:ext uri="{FF2B5EF4-FFF2-40B4-BE49-F238E27FC236}">
                <a16:creationId xmlns:a16="http://schemas.microsoft.com/office/drawing/2014/main" id="{250286FF-91D0-4C43-8A6A-C3CC67000F85}"/>
              </a:ext>
            </a:extLst>
          </p:cNvPr>
          <p:cNvGrpSpPr/>
          <p:nvPr/>
        </p:nvGrpSpPr>
        <p:grpSpPr>
          <a:xfrm>
            <a:off x="565201" y="598511"/>
            <a:ext cx="9250762" cy="763806"/>
            <a:chOff x="565201" y="598511"/>
            <a:chExt cx="9250762" cy="763806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D277BAF4-FB86-4416-9702-1AB832F9C81A}"/>
                </a:ext>
              </a:extLst>
            </p:cNvPr>
            <p:cNvGrpSpPr/>
            <p:nvPr/>
          </p:nvGrpSpPr>
          <p:grpSpPr>
            <a:xfrm>
              <a:off x="565201" y="598511"/>
              <a:ext cx="7108139" cy="763806"/>
              <a:chOff x="565201" y="598511"/>
              <a:chExt cx="7108139" cy="763806"/>
            </a:xfrm>
          </p:grpSpPr>
          <p:sp>
            <p:nvSpPr>
              <p:cNvPr id="60" name="Rectangle 6">
                <a:extLst>
                  <a:ext uri="{FF2B5EF4-FFF2-40B4-BE49-F238E27FC236}">
                    <a16:creationId xmlns:a16="http://schemas.microsoft.com/office/drawing/2014/main" id="{AC352C42-6015-41C4-A05F-F5B59860C4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6235" y="598511"/>
                <a:ext cx="6477105" cy="3077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 anchor="b">
                <a:spAutoFit/>
              </a:bodyPr>
              <a:lstStyle/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itchFamily="2" charset="2"/>
                  <a:buNone/>
                  <a:tabLst/>
                  <a:defRPr/>
                </a:pPr>
                <a:r>
                  <a:rPr kumimoji="0" lang="ko-KR" altLang="en-US" sz="2000" b="0" i="0" u="none" strike="noStrike" kern="1200" cap="none" spc="-49" normalizeH="0" baseline="0">
                    <a:ln>
                      <a:solidFill>
                        <a:srgbClr val="D64E75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+mn-cs"/>
                  </a:rPr>
                  <a:t>기업회원 및 일반회원 관리</a:t>
                </a:r>
                <a:r>
                  <a:rPr lang="en-US" altLang="ko-KR" sz="2000" spc="-49">
                    <a:ln>
                      <a:solidFill>
                        <a:srgbClr val="D64E75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_</a:t>
                </a:r>
                <a:r>
                  <a:rPr lang="ko-KR" altLang="en-US" sz="2000" spc="-49">
                    <a:ln>
                      <a:solidFill>
                        <a:srgbClr val="D64E75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기업회원 관리 기능</a:t>
                </a:r>
                <a:endParaRPr kumimoji="0" lang="ko-KR" altLang="en-US" sz="2000" b="0" i="0" u="none" strike="noStrike" kern="1200" cap="none" spc="-49" normalizeH="0" baseline="0" noProof="0" dirty="0">
                  <a:ln>
                    <a:solidFill>
                      <a:srgbClr val="D64E75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endParaRPr>
              </a:p>
            </p:txBody>
          </p:sp>
          <p:sp>
            <p:nvSpPr>
              <p:cNvPr id="62" name="Freeform 31">
                <a:extLst>
                  <a:ext uri="{FF2B5EF4-FFF2-40B4-BE49-F238E27FC236}">
                    <a16:creationId xmlns:a16="http://schemas.microsoft.com/office/drawing/2014/main" id="{73EE3838-E26E-4FD7-8A6B-B957D865140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201" y="1123003"/>
                <a:ext cx="240252" cy="239314"/>
              </a:xfrm>
              <a:custGeom>
                <a:avLst/>
                <a:gdLst>
                  <a:gd name="T0" fmla="*/ 96 w 192"/>
                  <a:gd name="T1" fmla="*/ 0 h 191"/>
                  <a:gd name="T2" fmla="*/ 0 w 192"/>
                  <a:gd name="T3" fmla="*/ 95 h 191"/>
                  <a:gd name="T4" fmla="*/ 96 w 192"/>
                  <a:gd name="T5" fmla="*/ 191 h 191"/>
                  <a:gd name="T6" fmla="*/ 192 w 192"/>
                  <a:gd name="T7" fmla="*/ 95 h 191"/>
                  <a:gd name="T8" fmla="*/ 96 w 192"/>
                  <a:gd name="T9" fmla="*/ 0 h 191"/>
                  <a:gd name="T10" fmla="*/ 156 w 192"/>
                  <a:gd name="T11" fmla="*/ 73 h 191"/>
                  <a:gd name="T12" fmla="*/ 86 w 192"/>
                  <a:gd name="T13" fmla="*/ 142 h 191"/>
                  <a:gd name="T14" fmla="*/ 77 w 192"/>
                  <a:gd name="T15" fmla="*/ 145 h 191"/>
                  <a:gd name="T16" fmla="*/ 68 w 192"/>
                  <a:gd name="T17" fmla="*/ 142 h 191"/>
                  <a:gd name="T18" fmla="*/ 37 w 192"/>
                  <a:gd name="T19" fmla="*/ 110 h 191"/>
                  <a:gd name="T20" fmla="*/ 37 w 192"/>
                  <a:gd name="T21" fmla="*/ 92 h 191"/>
                  <a:gd name="T22" fmla="*/ 55 w 192"/>
                  <a:gd name="T23" fmla="*/ 92 h 191"/>
                  <a:gd name="T24" fmla="*/ 77 w 192"/>
                  <a:gd name="T25" fmla="*/ 115 h 191"/>
                  <a:gd name="T26" fmla="*/ 138 w 192"/>
                  <a:gd name="T27" fmla="*/ 55 h 191"/>
                  <a:gd name="T28" fmla="*/ 156 w 192"/>
                  <a:gd name="T29" fmla="*/ 55 h 191"/>
                  <a:gd name="T30" fmla="*/ 156 w 192"/>
                  <a:gd name="T31" fmla="*/ 73 h 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92" h="191">
                    <a:moveTo>
                      <a:pt x="96" y="0"/>
                    </a:moveTo>
                    <a:cubicBezTo>
                      <a:pt x="43" y="0"/>
                      <a:pt x="0" y="42"/>
                      <a:pt x="0" y="95"/>
                    </a:cubicBezTo>
                    <a:cubicBezTo>
                      <a:pt x="0" y="148"/>
                      <a:pt x="43" y="191"/>
                      <a:pt x="96" y="191"/>
                    </a:cubicBezTo>
                    <a:cubicBezTo>
                      <a:pt x="149" y="191"/>
                      <a:pt x="192" y="148"/>
                      <a:pt x="192" y="95"/>
                    </a:cubicBezTo>
                    <a:cubicBezTo>
                      <a:pt x="192" y="42"/>
                      <a:pt x="149" y="0"/>
                      <a:pt x="96" y="0"/>
                    </a:cubicBezTo>
                    <a:close/>
                    <a:moveTo>
                      <a:pt x="156" y="73"/>
                    </a:moveTo>
                    <a:cubicBezTo>
                      <a:pt x="86" y="142"/>
                      <a:pt x="86" y="142"/>
                      <a:pt x="86" y="142"/>
                    </a:cubicBezTo>
                    <a:cubicBezTo>
                      <a:pt x="84" y="144"/>
                      <a:pt x="81" y="145"/>
                      <a:pt x="77" y="145"/>
                    </a:cubicBezTo>
                    <a:cubicBezTo>
                      <a:pt x="74" y="145"/>
                      <a:pt x="71" y="144"/>
                      <a:pt x="68" y="142"/>
                    </a:cubicBezTo>
                    <a:cubicBezTo>
                      <a:pt x="37" y="110"/>
                      <a:pt x="37" y="110"/>
                      <a:pt x="37" y="110"/>
                    </a:cubicBezTo>
                    <a:cubicBezTo>
                      <a:pt x="32" y="105"/>
                      <a:pt x="32" y="97"/>
                      <a:pt x="37" y="92"/>
                    </a:cubicBezTo>
                    <a:cubicBezTo>
                      <a:pt x="42" y="87"/>
                      <a:pt x="50" y="87"/>
                      <a:pt x="55" y="92"/>
                    </a:cubicBezTo>
                    <a:cubicBezTo>
                      <a:pt x="77" y="115"/>
                      <a:pt x="77" y="115"/>
                      <a:pt x="77" y="115"/>
                    </a:cubicBezTo>
                    <a:cubicBezTo>
                      <a:pt x="138" y="55"/>
                      <a:pt x="138" y="55"/>
                      <a:pt x="138" y="55"/>
                    </a:cubicBezTo>
                    <a:cubicBezTo>
                      <a:pt x="143" y="50"/>
                      <a:pt x="151" y="50"/>
                      <a:pt x="156" y="55"/>
                    </a:cubicBezTo>
                    <a:cubicBezTo>
                      <a:pt x="161" y="60"/>
                      <a:pt x="161" y="68"/>
                      <a:pt x="156" y="7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28061A1D-5541-4FF3-BEB4-8C892FA0F642}"/>
                </a:ext>
              </a:extLst>
            </p:cNvPr>
            <p:cNvGrpSpPr/>
            <p:nvPr/>
          </p:nvGrpSpPr>
          <p:grpSpPr>
            <a:xfrm>
              <a:off x="8934005" y="699034"/>
              <a:ext cx="881958" cy="245691"/>
              <a:chOff x="8458455" y="782973"/>
              <a:chExt cx="881958" cy="245691"/>
            </a:xfrm>
          </p:grpSpPr>
          <p:grpSp>
            <p:nvGrpSpPr>
              <p:cNvPr id="34" name="그룹 33">
                <a:extLst>
                  <a:ext uri="{FF2B5EF4-FFF2-40B4-BE49-F238E27FC236}">
                    <a16:creationId xmlns:a16="http://schemas.microsoft.com/office/drawing/2014/main" id="{F30FD26E-0958-4BE7-937E-0350C66D6C7A}"/>
                  </a:ext>
                </a:extLst>
              </p:cNvPr>
              <p:cNvGrpSpPr/>
              <p:nvPr/>
            </p:nvGrpSpPr>
            <p:grpSpPr>
              <a:xfrm>
                <a:off x="8697949" y="782973"/>
                <a:ext cx="163476" cy="245691"/>
                <a:chOff x="8658927" y="782973"/>
                <a:chExt cx="163476" cy="245691"/>
              </a:xfrm>
            </p:grpSpPr>
            <p:sp>
              <p:nvSpPr>
                <p:cNvPr id="44" name="사각형: 둥근 위쪽 모서리 43">
                  <a:extLst>
                    <a:ext uri="{FF2B5EF4-FFF2-40B4-BE49-F238E27FC236}">
                      <a16:creationId xmlns:a16="http://schemas.microsoft.com/office/drawing/2014/main" id="{0ACFC5AA-E705-4466-ACC8-776E2596F441}"/>
                    </a:ext>
                  </a:extLst>
                </p:cNvPr>
                <p:cNvSpPr/>
                <p:nvPr/>
              </p:nvSpPr>
              <p:spPr>
                <a:xfrm>
                  <a:off x="8658927" y="956664"/>
                  <a:ext cx="163476" cy="72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rgbClr val="66B35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58" name="직사각형 57">
                  <a:extLst>
                    <a:ext uri="{FF2B5EF4-FFF2-40B4-BE49-F238E27FC236}">
                      <a16:creationId xmlns:a16="http://schemas.microsoft.com/office/drawing/2014/main" id="{A354ED15-3D73-4E95-A2EB-18D813D3ECED}"/>
                    </a:ext>
                  </a:extLst>
                </p:cNvPr>
                <p:cNvSpPr/>
                <p:nvPr/>
              </p:nvSpPr>
              <p:spPr>
                <a:xfrm>
                  <a:off x="8658927" y="782973"/>
                  <a:ext cx="163476" cy="14933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00" b="0" i="0" u="none" strike="noStrike" kern="0" cap="none" spc="-30" normalizeH="0" baseline="0" noProof="0" dirty="0">
                      <a:ln w="3175">
                        <a:solidFill>
                          <a:prstClr val="white">
                            <a:lumMod val="75000"/>
                            <a:alpha val="0"/>
                          </a:prstClr>
                        </a:solidFill>
                      </a:ln>
                      <a:solidFill>
                        <a:srgbClr val="4B8E42"/>
                      </a:solidFill>
                      <a:effectLst/>
                      <a:uLnTx/>
                      <a:uFillTx/>
                      <a:latin typeface="KoPub바탕체 Medium" panose="00000600000000000000" pitchFamily="2" charset="-127"/>
                      <a:ea typeface="KoPub바탕체 Medium" panose="00000600000000000000" pitchFamily="2" charset="-127"/>
                      <a:cs typeface="+mn-cs"/>
                    </a:rPr>
                    <a:t>Ⅱ</a:t>
                  </a:r>
                  <a:endParaRPr kumimoji="0" lang="ko-KR" altLang="en-US" sz="10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srgbClr val="4B8E42"/>
                    </a:solidFill>
                    <a:effectLst/>
                    <a:uLnTx/>
                    <a:uFillTx/>
                    <a:latin typeface="KoPub바탕체 Medium" panose="00000600000000000000" pitchFamily="2" charset="-127"/>
                    <a:ea typeface="KoPub바탕체 Medium" panose="00000600000000000000" pitchFamily="2" charset="-127"/>
                    <a:cs typeface="+mn-cs"/>
                  </a:endParaRPr>
                </a:p>
              </p:txBody>
            </p:sp>
          </p:grpSp>
          <p:grpSp>
            <p:nvGrpSpPr>
              <p:cNvPr id="35" name="그룹 34">
                <a:extLst>
                  <a:ext uri="{FF2B5EF4-FFF2-40B4-BE49-F238E27FC236}">
                    <a16:creationId xmlns:a16="http://schemas.microsoft.com/office/drawing/2014/main" id="{26ACEB8C-6E03-4863-A7A4-3BC3CEB11C32}"/>
                  </a:ext>
                </a:extLst>
              </p:cNvPr>
              <p:cNvGrpSpPr/>
              <p:nvPr/>
            </p:nvGrpSpPr>
            <p:grpSpPr>
              <a:xfrm>
                <a:off x="8458455" y="782973"/>
                <a:ext cx="163476" cy="245691"/>
                <a:chOff x="8458455" y="782973"/>
                <a:chExt cx="163476" cy="245691"/>
              </a:xfrm>
            </p:grpSpPr>
            <p:sp>
              <p:nvSpPr>
                <p:cNvPr id="42" name="사각형: 둥근 위쪽 모서리 41">
                  <a:extLst>
                    <a:ext uri="{FF2B5EF4-FFF2-40B4-BE49-F238E27FC236}">
                      <a16:creationId xmlns:a16="http://schemas.microsoft.com/office/drawing/2014/main" id="{FE1C1CA9-E907-4258-B1CD-F41BB1456DB3}"/>
                    </a:ext>
                  </a:extLst>
                </p:cNvPr>
                <p:cNvSpPr/>
                <p:nvPr/>
              </p:nvSpPr>
              <p:spPr>
                <a:xfrm>
                  <a:off x="8458455" y="956664"/>
                  <a:ext cx="163476" cy="72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43" name="직사각형 42">
                  <a:extLst>
                    <a:ext uri="{FF2B5EF4-FFF2-40B4-BE49-F238E27FC236}">
                      <a16:creationId xmlns:a16="http://schemas.microsoft.com/office/drawing/2014/main" id="{B366C2DA-8481-4B43-A2F3-3BDCD266FFB1}"/>
                    </a:ext>
                  </a:extLst>
                </p:cNvPr>
                <p:cNvSpPr/>
                <p:nvPr/>
              </p:nvSpPr>
              <p:spPr>
                <a:xfrm>
                  <a:off x="8458455" y="782973"/>
                  <a:ext cx="163476" cy="14933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0" cap="none" spc="-30" normalizeH="0" baseline="0" noProof="0" dirty="0">
                      <a:ln w="3175">
                        <a:solidFill>
                          <a:prstClr val="white">
                            <a:lumMod val="75000"/>
                            <a:alpha val="0"/>
                          </a:prstClr>
                        </a:solidFill>
                      </a:ln>
                      <a:solidFill>
                        <a:prstClr val="white">
                          <a:lumMod val="75000"/>
                        </a:prstClr>
                      </a:solidFill>
                      <a:effectLst/>
                      <a:uLnTx/>
                      <a:uFillTx/>
                      <a:latin typeface="KoPub바탕체 Light" panose="00000300000000000000" pitchFamily="2" charset="-127"/>
                      <a:ea typeface="KoPub바탕체 Light" panose="00000300000000000000" pitchFamily="2" charset="-127"/>
                      <a:cs typeface="+mn-cs"/>
                    </a:rPr>
                    <a:t>Ⅰ</a:t>
                  </a:r>
                  <a:endParaRPr kumimoji="0" lang="ko-KR" altLang="en-US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endParaRPr>
                </a:p>
              </p:txBody>
            </p:sp>
          </p:grpSp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122E0346-086D-4809-A62F-39C65F358112}"/>
                  </a:ext>
                </a:extLst>
              </p:cNvPr>
              <p:cNvGrpSpPr/>
              <p:nvPr/>
            </p:nvGrpSpPr>
            <p:grpSpPr>
              <a:xfrm>
                <a:off x="9176937" y="782973"/>
                <a:ext cx="163476" cy="245691"/>
                <a:chOff x="9059871" y="782973"/>
                <a:chExt cx="163476" cy="245691"/>
              </a:xfrm>
            </p:grpSpPr>
            <p:sp>
              <p:nvSpPr>
                <p:cNvPr id="40" name="사각형: 둥근 위쪽 모서리 39">
                  <a:extLst>
                    <a:ext uri="{FF2B5EF4-FFF2-40B4-BE49-F238E27FC236}">
                      <a16:creationId xmlns:a16="http://schemas.microsoft.com/office/drawing/2014/main" id="{DC7FE71B-6330-4A14-8680-F52DC38022CF}"/>
                    </a:ext>
                  </a:extLst>
                </p:cNvPr>
                <p:cNvSpPr/>
                <p:nvPr/>
              </p:nvSpPr>
              <p:spPr>
                <a:xfrm>
                  <a:off x="9059871" y="956664"/>
                  <a:ext cx="163476" cy="72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41" name="직사각형 40">
                  <a:extLst>
                    <a:ext uri="{FF2B5EF4-FFF2-40B4-BE49-F238E27FC236}">
                      <a16:creationId xmlns:a16="http://schemas.microsoft.com/office/drawing/2014/main" id="{7E0E38FB-D78C-4D26-BFC3-9C58E922ED8D}"/>
                    </a:ext>
                  </a:extLst>
                </p:cNvPr>
                <p:cNvSpPr/>
                <p:nvPr/>
              </p:nvSpPr>
              <p:spPr>
                <a:xfrm>
                  <a:off x="9059871" y="782973"/>
                  <a:ext cx="163476" cy="14933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0" cap="none" spc="-30" normalizeH="0" baseline="0" noProof="0" dirty="0">
                      <a:ln w="3175">
                        <a:solidFill>
                          <a:prstClr val="white">
                            <a:lumMod val="75000"/>
                            <a:alpha val="0"/>
                          </a:prstClr>
                        </a:solidFill>
                      </a:ln>
                      <a:solidFill>
                        <a:prstClr val="white">
                          <a:lumMod val="75000"/>
                        </a:prstClr>
                      </a:solidFill>
                      <a:effectLst/>
                      <a:uLnTx/>
                      <a:uFillTx/>
                      <a:latin typeface="KoPub바탕체 Light" panose="00000300000000000000" pitchFamily="2" charset="-127"/>
                      <a:ea typeface="KoPub바탕체 Light" panose="00000300000000000000" pitchFamily="2" charset="-127"/>
                      <a:cs typeface="+mn-cs"/>
                    </a:rPr>
                    <a:t>Ⅳ</a:t>
                  </a:r>
                  <a:endParaRPr kumimoji="0" lang="ko-KR" altLang="en-US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endParaRPr>
                </a:p>
              </p:txBody>
            </p:sp>
          </p:grp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4AD7B291-FC38-4497-9E25-49FA78B668C8}"/>
                  </a:ext>
                </a:extLst>
              </p:cNvPr>
              <p:cNvGrpSpPr/>
              <p:nvPr/>
            </p:nvGrpSpPr>
            <p:grpSpPr>
              <a:xfrm>
                <a:off x="8937443" y="782973"/>
                <a:ext cx="163476" cy="245691"/>
                <a:chOff x="8859399" y="782973"/>
                <a:chExt cx="163476" cy="245691"/>
              </a:xfrm>
            </p:grpSpPr>
            <p:sp>
              <p:nvSpPr>
                <p:cNvPr id="38" name="사각형: 둥근 위쪽 모서리 37">
                  <a:extLst>
                    <a:ext uri="{FF2B5EF4-FFF2-40B4-BE49-F238E27FC236}">
                      <a16:creationId xmlns:a16="http://schemas.microsoft.com/office/drawing/2014/main" id="{D4713393-CFC2-4122-877E-3034FE85FCDB}"/>
                    </a:ext>
                  </a:extLst>
                </p:cNvPr>
                <p:cNvSpPr/>
                <p:nvPr/>
              </p:nvSpPr>
              <p:spPr>
                <a:xfrm>
                  <a:off x="8859399" y="956664"/>
                  <a:ext cx="163476" cy="72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39" name="직사각형 38">
                  <a:extLst>
                    <a:ext uri="{FF2B5EF4-FFF2-40B4-BE49-F238E27FC236}">
                      <a16:creationId xmlns:a16="http://schemas.microsoft.com/office/drawing/2014/main" id="{1564775C-D34F-46E6-9891-2890F6AC79E1}"/>
                    </a:ext>
                  </a:extLst>
                </p:cNvPr>
                <p:cNvSpPr/>
                <p:nvPr/>
              </p:nvSpPr>
              <p:spPr>
                <a:xfrm>
                  <a:off x="8859399" y="782973"/>
                  <a:ext cx="163476" cy="14933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0" cap="none" spc="-30" normalizeH="0" baseline="0" noProof="0" dirty="0">
                      <a:ln w="3175">
                        <a:solidFill>
                          <a:prstClr val="white">
                            <a:lumMod val="75000"/>
                            <a:alpha val="0"/>
                          </a:prstClr>
                        </a:solidFill>
                      </a:ln>
                      <a:solidFill>
                        <a:prstClr val="white">
                          <a:lumMod val="75000"/>
                        </a:prstClr>
                      </a:solidFill>
                      <a:effectLst/>
                      <a:uLnTx/>
                      <a:uFillTx/>
                      <a:latin typeface="KoPub바탕체 Light" panose="00000300000000000000" pitchFamily="2" charset="-127"/>
                      <a:ea typeface="KoPub바탕체 Light" panose="00000300000000000000" pitchFamily="2" charset="-127"/>
                      <a:cs typeface="+mn-cs"/>
                    </a:rPr>
                    <a:t>Ⅲ</a:t>
                  </a:r>
                  <a:endParaRPr kumimoji="0" lang="ko-KR" altLang="en-US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endParaRPr>
                </a:p>
              </p:txBody>
            </p:sp>
          </p:grpSp>
        </p:grp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3525C591-57BE-4175-8266-6285016DF9BC}"/>
              </a:ext>
            </a:extLst>
          </p:cNvPr>
          <p:cNvGrpSpPr/>
          <p:nvPr/>
        </p:nvGrpSpPr>
        <p:grpSpPr>
          <a:xfrm>
            <a:off x="1349716" y="2998700"/>
            <a:ext cx="551393" cy="707432"/>
            <a:chOff x="1349716" y="2824065"/>
            <a:chExt cx="551393" cy="707432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440BE7B7-7307-4C9C-A3FC-17B1E2A79C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49716" y="2824065"/>
              <a:ext cx="551393" cy="530185"/>
            </a:xfrm>
            <a:prstGeom prst="rect">
              <a:avLst/>
            </a:prstGeom>
          </p:spPr>
        </p:pic>
        <p:sp>
          <p:nvSpPr>
            <p:cNvPr id="23" name="Text Box 148">
              <a:extLst>
                <a:ext uri="{FF2B5EF4-FFF2-40B4-BE49-F238E27FC236}">
                  <a16:creationId xmlns:a16="http://schemas.microsoft.com/office/drawing/2014/main" id="{10158640-FC07-4614-B7FA-006F8A2A58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2294" y="3377609"/>
              <a:ext cx="423193" cy="153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ko-KR"/>
              </a:defPPr>
              <a:lvl1pPr algn="ctr" latinLnBrk="0">
                <a:defRPr kumimoji="1" sz="800" spc="-5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itchFamily="18" charset="-127"/>
                  <a:ea typeface="KoPub돋움체 Light" pitchFamily="18" charset="-127"/>
                </a:defRPr>
              </a:lvl1pPr>
              <a:lvl2pPr marL="742950" indent="-28575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0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기업회원</a:t>
              </a:r>
              <a:endParaRPr kumimoji="1" lang="ko-KR" altLang="en-US" sz="1000" b="0" i="0" u="none" strike="noStrike" kern="1200" cap="none" spc="-50" normalizeH="0" baseline="0" noProof="0" dirty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C1192D16-46DC-42AE-B9FD-610EA04780D0}"/>
              </a:ext>
            </a:extLst>
          </p:cNvPr>
          <p:cNvGrpSpPr/>
          <p:nvPr/>
        </p:nvGrpSpPr>
        <p:grpSpPr>
          <a:xfrm>
            <a:off x="3058503" y="1922690"/>
            <a:ext cx="395347" cy="711361"/>
            <a:chOff x="2397548" y="1887902"/>
            <a:chExt cx="395347" cy="711361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1C96CA80-5C6E-4FC3-AE31-9574E6DCA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22862" y="1887902"/>
              <a:ext cx="370033" cy="516420"/>
            </a:xfrm>
            <a:prstGeom prst="rect">
              <a:avLst/>
            </a:prstGeom>
          </p:spPr>
        </p:pic>
        <p:sp>
          <p:nvSpPr>
            <p:cNvPr id="26" name="Text Box 148">
              <a:extLst>
                <a:ext uri="{FF2B5EF4-FFF2-40B4-BE49-F238E27FC236}">
                  <a16:creationId xmlns:a16="http://schemas.microsoft.com/office/drawing/2014/main" id="{33942F94-4C31-4417-A0F1-00F5DC7543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7548" y="2460764"/>
              <a:ext cx="378310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ko-KR"/>
              </a:defPPr>
              <a:lvl1pPr algn="ctr" latinLnBrk="0">
                <a:defRPr kumimoji="1" sz="800" spc="-5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itchFamily="18" charset="-127"/>
                  <a:ea typeface="KoPub돋움체 Light" pitchFamily="18" charset="-127"/>
                </a:defRPr>
              </a:lvl1pPr>
              <a:lvl2pPr marL="742950" indent="-28575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9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일반회원</a:t>
              </a:r>
              <a:endParaRPr kumimoji="1" lang="ko-KR" altLang="en-US" sz="900" b="1" i="0" u="none" strike="noStrike" kern="1200" cap="none" spc="-50" normalizeH="0" baseline="0" noProof="0" dirty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pic>
        <p:nvPicPr>
          <p:cNvPr id="27" name="그림 26">
            <a:extLst>
              <a:ext uri="{FF2B5EF4-FFF2-40B4-BE49-F238E27FC236}">
                <a16:creationId xmlns:a16="http://schemas.microsoft.com/office/drawing/2014/main" id="{357BCBA8-FE07-4E07-9A6B-693821BACBA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1160" y="3008481"/>
            <a:ext cx="370033" cy="516420"/>
          </a:xfrm>
          <a:prstGeom prst="rect">
            <a:avLst/>
          </a:prstGeom>
        </p:spPr>
      </p:pic>
      <p:sp>
        <p:nvSpPr>
          <p:cNvPr id="28" name="Text Box 148">
            <a:extLst>
              <a:ext uri="{FF2B5EF4-FFF2-40B4-BE49-F238E27FC236}">
                <a16:creationId xmlns:a16="http://schemas.microsoft.com/office/drawing/2014/main" id="{EDB2426B-1FA2-4A1C-A044-EFD25D265E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7021" y="3570512"/>
            <a:ext cx="37831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b="1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일반회원</a:t>
            </a:r>
            <a:endParaRPr kumimoji="1" lang="ko-KR" altLang="en-US" sz="900" b="1" i="0" u="none" strike="noStrike" kern="1200" cap="none" spc="-50" normalizeH="0" baseline="0" noProof="0" dirty="0">
              <a:ln>
                <a:solidFill>
                  <a:srgbClr val="7593B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77671AC2-1D68-4D7B-B669-EA828BA70CF1}"/>
              </a:ext>
            </a:extLst>
          </p:cNvPr>
          <p:cNvGrpSpPr/>
          <p:nvPr/>
        </p:nvGrpSpPr>
        <p:grpSpPr>
          <a:xfrm>
            <a:off x="3067021" y="4037246"/>
            <a:ext cx="378310" cy="689575"/>
            <a:chOff x="2418723" y="2986322"/>
            <a:chExt cx="378310" cy="689575"/>
          </a:xfrm>
        </p:grpSpPr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AEA68EB7-97F5-4D13-A82B-33D0F37379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22862" y="2986322"/>
              <a:ext cx="370033" cy="516420"/>
            </a:xfrm>
            <a:prstGeom prst="rect">
              <a:avLst/>
            </a:prstGeom>
          </p:spPr>
        </p:pic>
        <p:sp>
          <p:nvSpPr>
            <p:cNvPr id="45" name="Text Box 148">
              <a:extLst>
                <a:ext uri="{FF2B5EF4-FFF2-40B4-BE49-F238E27FC236}">
                  <a16:creationId xmlns:a16="http://schemas.microsoft.com/office/drawing/2014/main" id="{0CBCDD28-07BF-42C8-8FD5-5C9E384D72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8723" y="3537398"/>
              <a:ext cx="378310" cy="13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ko-KR"/>
              </a:defPPr>
              <a:lvl1pPr algn="ctr" latinLnBrk="0">
                <a:defRPr kumimoji="1" sz="800" spc="-5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itchFamily="18" charset="-127"/>
                  <a:ea typeface="KoPub돋움체 Light" pitchFamily="18" charset="-127"/>
                </a:defRPr>
              </a:lvl1pPr>
              <a:lvl2pPr marL="742950" indent="-28575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9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일반회원</a:t>
              </a:r>
              <a:endParaRPr kumimoji="1" lang="ko-KR" altLang="en-US" sz="900" b="1" i="0" u="none" strike="noStrike" kern="1200" cap="none" spc="-50" normalizeH="0" baseline="0" noProof="0" dirty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</p:grpSp>
      <p:graphicFrame>
        <p:nvGraphicFramePr>
          <p:cNvPr id="46" name="Table 73">
            <a:extLst>
              <a:ext uri="{FF2B5EF4-FFF2-40B4-BE49-F238E27FC236}">
                <a16:creationId xmlns:a16="http://schemas.microsoft.com/office/drawing/2014/main" id="{65EEB83C-84EE-4704-9F9D-AD0A893015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9897267"/>
              </p:ext>
            </p:extLst>
          </p:nvPr>
        </p:nvGraphicFramePr>
        <p:xfrm>
          <a:off x="3666131" y="1889115"/>
          <a:ext cx="4325646" cy="739585"/>
        </p:xfrm>
        <a:graphic>
          <a:graphicData uri="http://schemas.openxmlformats.org/drawingml/2006/table">
            <a:tbl>
              <a:tblPr firstCol="1"/>
              <a:tblGrid>
                <a:gridCol w="3154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8147">
                  <a:extLst>
                    <a:ext uri="{9D8B030D-6E8A-4147-A177-3AD203B41FA5}">
                      <a16:colId xmlns:a16="http://schemas.microsoft.com/office/drawing/2014/main" val="388662160"/>
                    </a:ext>
                  </a:extLst>
                </a:gridCol>
                <a:gridCol w="745435">
                  <a:extLst>
                    <a:ext uri="{9D8B030D-6E8A-4147-A177-3AD203B41FA5}">
                      <a16:colId xmlns:a16="http://schemas.microsoft.com/office/drawing/2014/main" val="3656132552"/>
                    </a:ext>
                  </a:extLst>
                </a:gridCol>
                <a:gridCol w="695739">
                  <a:extLst>
                    <a:ext uri="{9D8B030D-6E8A-4147-A177-3AD203B41FA5}">
                      <a16:colId xmlns:a16="http://schemas.microsoft.com/office/drawing/2014/main" val="2933051755"/>
                    </a:ext>
                  </a:extLst>
                </a:gridCol>
                <a:gridCol w="556474">
                  <a:extLst>
                    <a:ext uri="{9D8B030D-6E8A-4147-A177-3AD203B41FA5}">
                      <a16:colId xmlns:a16="http://schemas.microsoft.com/office/drawing/2014/main" val="1828797685"/>
                    </a:ext>
                  </a:extLst>
                </a:gridCol>
              </a:tblGrid>
              <a:tr h="260305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50" b="1" kern="12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No</a:t>
                      </a:r>
                      <a:endParaRPr kumimoji="1" lang="ko-KR" altLang="en-US" sz="1050" b="1" kern="12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50" b="1" kern="12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승인일자</a:t>
                      </a: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50" b="1" kern="12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승인번호</a:t>
                      </a: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50" b="1" kern="120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CAS_No</a:t>
                      </a:r>
                      <a:endParaRPr kumimoji="1" lang="ko-KR" altLang="en-US" sz="1050" b="1" kern="12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50" b="1" kern="120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물질명</a:t>
                      </a:r>
                      <a:endParaRPr kumimoji="1" lang="ko-KR" altLang="en-US" sz="1050" b="1" kern="12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50" b="1" kern="12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기타</a:t>
                      </a: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32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1" kern="1200" baseline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fontAlgn="ctr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2020-02-04</a:t>
                      </a:r>
                    </a:p>
                  </a:txBody>
                  <a:tcPr marL="9525" marR="9525" marT="9525" marB="10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fontAlgn="ctr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EAS-N-2020-0001</a:t>
                      </a:r>
                    </a:p>
                  </a:txBody>
                  <a:tcPr marL="9525" marR="9525" marT="9525" marB="10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ctr" fontAlgn="ctr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500-00-00</a:t>
                      </a:r>
                    </a:p>
                  </a:txBody>
                  <a:tcPr marL="9525" marR="9525" marT="9525" marB="10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ctr" fontAlgn="ctr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ko-KR" alt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톨루엔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9525" marR="9525" marT="9525" marB="10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ctr" fontAlgn="ctr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--</a:t>
                      </a:r>
                    </a:p>
                  </a:txBody>
                  <a:tcPr marL="9525" marR="9525" marT="9525" marB="10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632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1" kern="1200" baseline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</a:t>
                      </a: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defTabSz="914400" rtl="0" eaLnBrk="1" fontAlgn="ctr" latinLnBrk="1" hangingPunct="1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2020-02-06</a:t>
                      </a:r>
                      <a:endParaRPr lang="en-US" altLang="ko-KR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9525" marR="9525" marT="9525" marB="10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fontAlgn="ctr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EAS-N-2020-0002</a:t>
                      </a:r>
                    </a:p>
                  </a:txBody>
                  <a:tcPr marL="9525" marR="9525" marT="9525" marB="10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ctr" defTabSz="914400" rtl="0" eaLnBrk="1" fontAlgn="ctr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500-00-02</a:t>
                      </a:r>
                    </a:p>
                  </a:txBody>
                  <a:tcPr marL="9525" marR="9525" marT="9525" marB="10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ctr" defTabSz="914400" rtl="0" eaLnBrk="1" fontAlgn="ctr" latinLnBrk="1" hangingPunct="1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벤젠</a:t>
                      </a:r>
                      <a:endParaRPr lang="en-US" altLang="ko-KR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9525" marR="9525" marT="9525" marB="10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ctr" defTabSz="914400" rtl="0" eaLnBrk="1" fontAlgn="ctr" latinLnBrk="1" hangingPunct="1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--</a:t>
                      </a:r>
                    </a:p>
                  </a:txBody>
                  <a:tcPr marL="9525" marR="9525" marT="9525" marB="10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563843"/>
                  </a:ext>
                </a:extLst>
              </a:tr>
            </a:tbl>
          </a:graphicData>
        </a:graphic>
      </p:graphicFrame>
      <p:graphicFrame>
        <p:nvGraphicFramePr>
          <p:cNvPr id="47" name="Table 73">
            <a:extLst>
              <a:ext uri="{FF2B5EF4-FFF2-40B4-BE49-F238E27FC236}">
                <a16:creationId xmlns:a16="http://schemas.microsoft.com/office/drawing/2014/main" id="{EE43BF44-AF98-4EF4-BD54-D1F3571414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1234812"/>
              </p:ext>
            </p:extLst>
          </p:nvPr>
        </p:nvGraphicFramePr>
        <p:xfrm>
          <a:off x="3666131" y="3068913"/>
          <a:ext cx="4325646" cy="739585"/>
        </p:xfrm>
        <a:graphic>
          <a:graphicData uri="http://schemas.openxmlformats.org/drawingml/2006/table">
            <a:tbl>
              <a:tblPr firstCol="1"/>
              <a:tblGrid>
                <a:gridCol w="3154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8147">
                  <a:extLst>
                    <a:ext uri="{9D8B030D-6E8A-4147-A177-3AD203B41FA5}">
                      <a16:colId xmlns:a16="http://schemas.microsoft.com/office/drawing/2014/main" val="388662160"/>
                    </a:ext>
                  </a:extLst>
                </a:gridCol>
                <a:gridCol w="745435">
                  <a:extLst>
                    <a:ext uri="{9D8B030D-6E8A-4147-A177-3AD203B41FA5}">
                      <a16:colId xmlns:a16="http://schemas.microsoft.com/office/drawing/2014/main" val="3656132552"/>
                    </a:ext>
                  </a:extLst>
                </a:gridCol>
                <a:gridCol w="695739">
                  <a:extLst>
                    <a:ext uri="{9D8B030D-6E8A-4147-A177-3AD203B41FA5}">
                      <a16:colId xmlns:a16="http://schemas.microsoft.com/office/drawing/2014/main" val="2933051755"/>
                    </a:ext>
                  </a:extLst>
                </a:gridCol>
                <a:gridCol w="556474">
                  <a:extLst>
                    <a:ext uri="{9D8B030D-6E8A-4147-A177-3AD203B41FA5}">
                      <a16:colId xmlns:a16="http://schemas.microsoft.com/office/drawing/2014/main" val="1828797685"/>
                    </a:ext>
                  </a:extLst>
                </a:gridCol>
              </a:tblGrid>
              <a:tr h="260305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50" b="1" kern="12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No</a:t>
                      </a:r>
                      <a:endParaRPr kumimoji="1" lang="ko-KR" altLang="en-US" sz="1050" b="1" kern="12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50" b="1" kern="12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승인일자</a:t>
                      </a: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50" b="1" kern="12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승인번호</a:t>
                      </a: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50" b="1" kern="120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CAS_No</a:t>
                      </a:r>
                      <a:endParaRPr kumimoji="1" lang="ko-KR" altLang="en-US" sz="1050" b="1" kern="12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50" b="1" kern="120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물질명</a:t>
                      </a:r>
                      <a:endParaRPr kumimoji="1" lang="ko-KR" altLang="en-US" sz="1050" b="1" kern="12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50" b="1" kern="12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기타</a:t>
                      </a: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32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1" kern="1200" baseline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fontAlgn="ctr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2020-02-04</a:t>
                      </a:r>
                    </a:p>
                  </a:txBody>
                  <a:tcPr marL="9525" marR="9525" marT="9525" marB="10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fontAlgn="ctr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EAS-N-2020-0001</a:t>
                      </a:r>
                    </a:p>
                  </a:txBody>
                  <a:tcPr marL="9525" marR="9525" marT="9525" marB="10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ctr" fontAlgn="ctr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500-00-00</a:t>
                      </a:r>
                    </a:p>
                  </a:txBody>
                  <a:tcPr marL="9525" marR="9525" marT="9525" marB="10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ctr" fontAlgn="ctr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ko-KR" alt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톨루엔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9525" marR="9525" marT="9525" marB="10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ctr" fontAlgn="ctr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--</a:t>
                      </a:r>
                    </a:p>
                  </a:txBody>
                  <a:tcPr marL="9525" marR="9525" marT="9525" marB="10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632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1" kern="1200" baseline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</a:t>
                      </a: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defTabSz="914400" rtl="0" eaLnBrk="1" fontAlgn="ctr" latinLnBrk="1" hangingPunct="1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2020-03-01</a:t>
                      </a:r>
                      <a:endParaRPr lang="en-US" altLang="ko-KR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9525" marR="9525" marT="9525" marB="10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fontAlgn="ctr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EAS-N-2020-0003</a:t>
                      </a:r>
                    </a:p>
                  </a:txBody>
                  <a:tcPr marL="9525" marR="9525" marT="9525" marB="10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ctr" defTabSz="914400" rtl="0" eaLnBrk="1" fontAlgn="ctr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500-00-03</a:t>
                      </a:r>
                    </a:p>
                  </a:txBody>
                  <a:tcPr marL="9525" marR="9525" marT="9525" marB="10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ctr" defTabSz="914400" rtl="0" eaLnBrk="1" fontAlgn="ctr" latinLnBrk="1" hangingPunct="1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황산</a:t>
                      </a:r>
                      <a:endParaRPr lang="en-US" altLang="ko-KR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9525" marR="9525" marT="9525" marB="10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ctr" defTabSz="914400" rtl="0" eaLnBrk="1" fontAlgn="ctr" latinLnBrk="1" hangingPunct="1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--</a:t>
                      </a:r>
                    </a:p>
                  </a:txBody>
                  <a:tcPr marL="9525" marR="9525" marT="9525" marB="10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563843"/>
                  </a:ext>
                </a:extLst>
              </a:tr>
            </a:tbl>
          </a:graphicData>
        </a:graphic>
      </p:graphicFrame>
      <p:graphicFrame>
        <p:nvGraphicFramePr>
          <p:cNvPr id="48" name="Table 73">
            <a:extLst>
              <a:ext uri="{FF2B5EF4-FFF2-40B4-BE49-F238E27FC236}">
                <a16:creationId xmlns:a16="http://schemas.microsoft.com/office/drawing/2014/main" id="{BBC1546C-90FD-4840-B913-41D5AD5B38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2281554"/>
              </p:ext>
            </p:extLst>
          </p:nvPr>
        </p:nvGraphicFramePr>
        <p:xfrm>
          <a:off x="3666131" y="4191562"/>
          <a:ext cx="4325646" cy="499945"/>
        </p:xfrm>
        <a:graphic>
          <a:graphicData uri="http://schemas.openxmlformats.org/drawingml/2006/table">
            <a:tbl>
              <a:tblPr firstCol="1"/>
              <a:tblGrid>
                <a:gridCol w="3154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8147">
                  <a:extLst>
                    <a:ext uri="{9D8B030D-6E8A-4147-A177-3AD203B41FA5}">
                      <a16:colId xmlns:a16="http://schemas.microsoft.com/office/drawing/2014/main" val="388662160"/>
                    </a:ext>
                  </a:extLst>
                </a:gridCol>
                <a:gridCol w="745435">
                  <a:extLst>
                    <a:ext uri="{9D8B030D-6E8A-4147-A177-3AD203B41FA5}">
                      <a16:colId xmlns:a16="http://schemas.microsoft.com/office/drawing/2014/main" val="3656132552"/>
                    </a:ext>
                  </a:extLst>
                </a:gridCol>
                <a:gridCol w="695739">
                  <a:extLst>
                    <a:ext uri="{9D8B030D-6E8A-4147-A177-3AD203B41FA5}">
                      <a16:colId xmlns:a16="http://schemas.microsoft.com/office/drawing/2014/main" val="2933051755"/>
                    </a:ext>
                  </a:extLst>
                </a:gridCol>
                <a:gridCol w="556474">
                  <a:extLst>
                    <a:ext uri="{9D8B030D-6E8A-4147-A177-3AD203B41FA5}">
                      <a16:colId xmlns:a16="http://schemas.microsoft.com/office/drawing/2014/main" val="1828797685"/>
                    </a:ext>
                  </a:extLst>
                </a:gridCol>
              </a:tblGrid>
              <a:tr h="260305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50" b="1" kern="12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No</a:t>
                      </a:r>
                      <a:endParaRPr kumimoji="1" lang="ko-KR" altLang="en-US" sz="1050" b="1" kern="12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50" b="1" kern="12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승인일자</a:t>
                      </a: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50" b="1" kern="12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승인번호</a:t>
                      </a: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50" b="1" kern="120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CAS_No</a:t>
                      </a:r>
                      <a:endParaRPr kumimoji="1" lang="ko-KR" altLang="en-US" sz="1050" b="1" kern="12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50" b="1" kern="120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물질명</a:t>
                      </a:r>
                      <a:endParaRPr kumimoji="1" lang="ko-KR" altLang="en-US" sz="1050" b="1" kern="12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50" b="1" kern="12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기타</a:t>
                      </a: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32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1" kern="1200" baseline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</a:t>
                      </a:r>
                    </a:p>
                  </a:txBody>
                  <a:tcPr marL="54000" marR="54000" marT="36000" marB="3600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defTabSz="914400" rtl="0" eaLnBrk="1" fontAlgn="ctr" latinLnBrk="1" hangingPunct="1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2020-02-06</a:t>
                      </a:r>
                      <a:endParaRPr lang="en-US" altLang="ko-KR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9525" marR="9525" marT="9525" marB="10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l" fontAlgn="ctr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EAS-N-2020-0002</a:t>
                      </a:r>
                    </a:p>
                  </a:txBody>
                  <a:tcPr marL="9525" marR="9525" marT="9525" marB="10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0" algn="ctr" defTabSz="914400" rtl="0" eaLnBrk="1" fontAlgn="ctr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500-00-02</a:t>
                      </a:r>
                    </a:p>
                  </a:txBody>
                  <a:tcPr marL="9525" marR="9525" marT="9525" marB="10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ctr" defTabSz="914400" rtl="0" eaLnBrk="1" fontAlgn="ctr" latinLnBrk="1" hangingPunct="1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벤젠</a:t>
                      </a:r>
                      <a:endParaRPr lang="en-US" altLang="ko-KR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9525" marR="9525" marT="9525" marB="10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0" algn="ctr" defTabSz="914400" rtl="0" eaLnBrk="1" fontAlgn="ctr" latinLnBrk="1" hangingPunct="1">
                        <a:lnSpc>
                          <a:spcPct val="130000"/>
                        </a:lnSpc>
                        <a:buFontTx/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--</a:t>
                      </a:r>
                    </a:p>
                  </a:txBody>
                  <a:tcPr marL="9525" marR="9525" marT="9525" marB="10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9" name="직사각형 48">
            <a:extLst>
              <a:ext uri="{FF2B5EF4-FFF2-40B4-BE49-F238E27FC236}">
                <a16:creationId xmlns:a16="http://schemas.microsoft.com/office/drawing/2014/main" id="{4879CFFC-14AC-492F-A84A-3FB791C3237B}"/>
              </a:ext>
            </a:extLst>
          </p:cNvPr>
          <p:cNvSpPr/>
          <p:nvPr/>
        </p:nvSpPr>
        <p:spPr>
          <a:xfrm>
            <a:off x="3666130" y="2165747"/>
            <a:ext cx="4325645" cy="197781"/>
          </a:xfrm>
          <a:prstGeom prst="rect">
            <a:avLst/>
          </a:prstGeom>
          <a:solidFill>
            <a:srgbClr val="C00000">
              <a:alpha val="20000"/>
            </a:srgbClr>
          </a:solidFill>
          <a:ln w="127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B9BA371E-6938-4D8B-8B54-07941BD99099}"/>
              </a:ext>
            </a:extLst>
          </p:cNvPr>
          <p:cNvSpPr/>
          <p:nvPr/>
        </p:nvSpPr>
        <p:spPr>
          <a:xfrm>
            <a:off x="3666130" y="3343652"/>
            <a:ext cx="4325645" cy="197781"/>
          </a:xfrm>
          <a:prstGeom prst="rect">
            <a:avLst/>
          </a:prstGeom>
          <a:solidFill>
            <a:srgbClr val="00B0F0">
              <a:alpha val="20000"/>
            </a:srgbClr>
          </a:solidFill>
          <a:ln w="127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1" name="연결선: 꺾임 50">
            <a:extLst>
              <a:ext uri="{FF2B5EF4-FFF2-40B4-BE49-F238E27FC236}">
                <a16:creationId xmlns:a16="http://schemas.microsoft.com/office/drawing/2014/main" id="{5FDEB609-A29E-4E27-8F67-6BD7C1AF04DB}"/>
              </a:ext>
            </a:extLst>
          </p:cNvPr>
          <p:cNvCxnSpPr>
            <a:stCxn id="49" idx="3"/>
            <a:endCxn id="47" idx="3"/>
          </p:cNvCxnSpPr>
          <p:nvPr/>
        </p:nvCxnSpPr>
        <p:spPr>
          <a:xfrm>
            <a:off x="7991775" y="2264638"/>
            <a:ext cx="2" cy="1174067"/>
          </a:xfrm>
          <a:prstGeom prst="bentConnector3">
            <a:avLst>
              <a:gd name="adj1" fmla="val 1143010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 Box 148">
            <a:extLst>
              <a:ext uri="{FF2B5EF4-FFF2-40B4-BE49-F238E27FC236}">
                <a16:creationId xmlns:a16="http://schemas.microsoft.com/office/drawing/2014/main" id="{09E4AA85-A6DF-418A-8877-41FBF3ABD5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0525" y="2662482"/>
            <a:ext cx="377979" cy="161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50" b="1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1.</a:t>
            </a:r>
            <a:r>
              <a:rPr lang="ko-KR" altLang="en-US" sz="1050" b="1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승계</a:t>
            </a:r>
            <a:endParaRPr lang="en-US" altLang="ko-KR" sz="1050" b="1" dirty="0">
              <a:solidFill>
                <a:prstClr val="black">
                  <a:lumMod val="75000"/>
                  <a:lumOff val="25000"/>
                </a:prst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82FAAA20-40D7-4A4F-8024-8B0E0CE2EEA8}"/>
              </a:ext>
            </a:extLst>
          </p:cNvPr>
          <p:cNvSpPr/>
          <p:nvPr/>
        </p:nvSpPr>
        <p:spPr>
          <a:xfrm>
            <a:off x="3659033" y="2409315"/>
            <a:ext cx="4325645" cy="197781"/>
          </a:xfrm>
          <a:prstGeom prst="rect">
            <a:avLst/>
          </a:prstGeom>
          <a:solidFill>
            <a:srgbClr val="C00000">
              <a:alpha val="20000"/>
            </a:srgbClr>
          </a:solidFill>
          <a:ln w="127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9208EC9-55A9-4A5B-B404-57F0E13434EA}"/>
              </a:ext>
            </a:extLst>
          </p:cNvPr>
          <p:cNvSpPr/>
          <p:nvPr/>
        </p:nvSpPr>
        <p:spPr>
          <a:xfrm>
            <a:off x="3666130" y="4470611"/>
            <a:ext cx="4325645" cy="197781"/>
          </a:xfrm>
          <a:prstGeom prst="rect">
            <a:avLst/>
          </a:prstGeom>
          <a:solidFill>
            <a:srgbClr val="00B0F0">
              <a:alpha val="20000"/>
            </a:srgbClr>
          </a:solidFill>
          <a:ln w="127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5" name="연결선: 꺾임 54">
            <a:extLst>
              <a:ext uri="{FF2B5EF4-FFF2-40B4-BE49-F238E27FC236}">
                <a16:creationId xmlns:a16="http://schemas.microsoft.com/office/drawing/2014/main" id="{27E5FE8F-781F-4603-9EF3-04175428E24B}"/>
              </a:ext>
            </a:extLst>
          </p:cNvPr>
          <p:cNvCxnSpPr>
            <a:stCxn id="53" idx="3"/>
            <a:endCxn id="54" idx="3"/>
          </p:cNvCxnSpPr>
          <p:nvPr/>
        </p:nvCxnSpPr>
        <p:spPr>
          <a:xfrm>
            <a:off x="7984678" y="2508206"/>
            <a:ext cx="7097" cy="2061296"/>
          </a:xfrm>
          <a:prstGeom prst="bentConnector3">
            <a:avLst>
              <a:gd name="adj1" fmla="val 10434296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 Box 148">
            <a:extLst>
              <a:ext uri="{FF2B5EF4-FFF2-40B4-BE49-F238E27FC236}">
                <a16:creationId xmlns:a16="http://schemas.microsoft.com/office/drawing/2014/main" id="{B50FB93C-94E6-444A-87AD-F1E512D86C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0525" y="3709805"/>
            <a:ext cx="377979" cy="161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50" b="1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2.</a:t>
            </a:r>
            <a:r>
              <a:rPr lang="ko-KR" altLang="en-US" sz="1050" b="1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승계</a:t>
            </a:r>
            <a:endParaRPr lang="en-US" altLang="ko-KR" sz="1050" b="1" dirty="0">
              <a:solidFill>
                <a:prstClr val="black">
                  <a:lumMod val="75000"/>
                  <a:lumOff val="25000"/>
                </a:prst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D5401459-EB94-48E8-A8D7-9BBF1291821B}"/>
              </a:ext>
            </a:extLst>
          </p:cNvPr>
          <p:cNvCxnSpPr>
            <a:cxnSpLocks/>
            <a:stCxn id="22" idx="3"/>
            <a:endCxn id="27" idx="1"/>
          </p:cNvCxnSpPr>
          <p:nvPr/>
        </p:nvCxnSpPr>
        <p:spPr>
          <a:xfrm>
            <a:off x="1901109" y="3263793"/>
            <a:ext cx="1170051" cy="2898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 Box 148">
            <a:extLst>
              <a:ext uri="{FF2B5EF4-FFF2-40B4-BE49-F238E27FC236}">
                <a16:creationId xmlns:a16="http://schemas.microsoft.com/office/drawing/2014/main" id="{218E90F7-BBC0-4F2D-8E45-D05DDFA4AF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2936" y="2005016"/>
            <a:ext cx="653676" cy="161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 b="1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삭제대상</a:t>
            </a:r>
            <a:endParaRPr lang="en-US" altLang="ko-KR" sz="1050" b="1" dirty="0">
              <a:solidFill>
                <a:prstClr val="black">
                  <a:lumMod val="75000"/>
                  <a:lumOff val="25000"/>
                </a:prst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7" name="Text Box 148">
            <a:extLst>
              <a:ext uri="{FF2B5EF4-FFF2-40B4-BE49-F238E27FC236}">
                <a16:creationId xmlns:a16="http://schemas.microsoft.com/office/drawing/2014/main" id="{7036121A-A604-43F2-92E1-50CBD2940A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2936" y="3093800"/>
            <a:ext cx="653676" cy="161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 b="1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유지대상</a:t>
            </a:r>
            <a:endParaRPr lang="en-US" altLang="ko-KR" sz="1050" b="1" dirty="0">
              <a:solidFill>
                <a:prstClr val="black">
                  <a:lumMod val="75000"/>
                  <a:lumOff val="25000"/>
                </a:prst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8" name="Text Box 148">
            <a:extLst>
              <a:ext uri="{FF2B5EF4-FFF2-40B4-BE49-F238E27FC236}">
                <a16:creationId xmlns:a16="http://schemas.microsoft.com/office/drawing/2014/main" id="{92416AA7-A222-40A3-A31C-2E444EF359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7827" y="4337113"/>
            <a:ext cx="653676" cy="161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 b="1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신규생성</a:t>
            </a:r>
            <a:endParaRPr lang="en-US" altLang="ko-KR" sz="1050" b="1" dirty="0">
              <a:solidFill>
                <a:prstClr val="black">
                  <a:lumMod val="75000"/>
                  <a:lumOff val="25000"/>
                </a:prst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41E63313-F574-4BFC-BEAD-F375379863DA}"/>
              </a:ext>
            </a:extLst>
          </p:cNvPr>
          <p:cNvGrpSpPr/>
          <p:nvPr/>
        </p:nvGrpSpPr>
        <p:grpSpPr>
          <a:xfrm>
            <a:off x="848963" y="5101815"/>
            <a:ext cx="3851945" cy="1584213"/>
            <a:chOff x="906113" y="5101815"/>
            <a:chExt cx="3851945" cy="1584213"/>
          </a:xfrm>
        </p:grpSpPr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E5F488C5-824A-4476-B94B-F67D58E65B03}"/>
                </a:ext>
              </a:extLst>
            </p:cNvPr>
            <p:cNvGrpSpPr/>
            <p:nvPr/>
          </p:nvGrpSpPr>
          <p:grpSpPr>
            <a:xfrm>
              <a:off x="906113" y="5101815"/>
              <a:ext cx="3851945" cy="310158"/>
              <a:chOff x="3170597" y="3494939"/>
              <a:chExt cx="4587484" cy="310158"/>
            </a:xfrm>
          </p:grpSpPr>
          <p:grpSp>
            <p:nvGrpSpPr>
              <p:cNvPr id="74" name="그룹 73">
                <a:extLst>
                  <a:ext uri="{FF2B5EF4-FFF2-40B4-BE49-F238E27FC236}">
                    <a16:creationId xmlns:a16="http://schemas.microsoft.com/office/drawing/2014/main" id="{D8238D3B-08DD-4364-BCCE-D6D37207DA3D}"/>
                  </a:ext>
                </a:extLst>
              </p:cNvPr>
              <p:cNvGrpSpPr/>
              <p:nvPr/>
            </p:nvGrpSpPr>
            <p:grpSpPr>
              <a:xfrm>
                <a:off x="3170597" y="3494939"/>
                <a:ext cx="4587484" cy="310158"/>
                <a:chOff x="3170597" y="3494939"/>
                <a:chExt cx="4587484" cy="310158"/>
              </a:xfrm>
            </p:grpSpPr>
            <p:sp>
              <p:nvSpPr>
                <p:cNvPr id="76" name="양쪽 모서리가 둥근 사각형 270">
                  <a:extLst>
                    <a:ext uri="{FF2B5EF4-FFF2-40B4-BE49-F238E27FC236}">
                      <a16:creationId xmlns:a16="http://schemas.microsoft.com/office/drawing/2014/main" id="{0E1F1F0F-8443-4BB7-988A-24185FD9964D}"/>
                    </a:ext>
                  </a:extLst>
                </p:cNvPr>
                <p:cNvSpPr/>
                <p:nvPr/>
              </p:nvSpPr>
              <p:spPr>
                <a:xfrm>
                  <a:off x="3170597" y="3494939"/>
                  <a:ext cx="4587483" cy="307777"/>
                </a:xfrm>
                <a:prstGeom prst="round2SameRect">
                  <a:avLst/>
                </a:prstGeom>
                <a:gradFill flip="none" rotWithShape="1"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3600000" scaled="0"/>
                  <a:tileRect/>
                </a:gradFill>
                <a:ln w="12700" cap="rnd" cmpd="sng">
                  <a:noFill/>
                  <a:prstDash val="solid"/>
                  <a:headEnd type="none" w="lg" len="med"/>
                  <a:tailEnd type="none" w="lg" len="med"/>
                </a:ln>
                <a:effectLst/>
              </p:spPr>
              <p:style>
                <a:lnRef idx="1">
                  <a:schemeClr val="accent5"/>
                </a:lnRef>
                <a:fillRef idx="3">
                  <a:schemeClr val="accent5"/>
                </a:fillRef>
                <a:effectRef idx="2">
                  <a:schemeClr val="accent5"/>
                </a:effectRef>
                <a:fontRef idx="minor">
                  <a:schemeClr val="lt1"/>
                </a:fontRef>
              </p:style>
              <p:txBody>
                <a:bodyPr wrap="none" lIns="0" tIns="0" rIns="0" bIns="0" anchor="ctr" anchorCtr="0">
                  <a:scene3d>
                    <a:camera prst="orthographicFront"/>
                    <a:lightRig rig="threePt" dir="t"/>
                  </a:scene3d>
                  <a:sp3d>
                    <a:bevelT w="0" h="1270"/>
                  </a:sp3d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 dirty="0">
                    <a:ln>
                      <a:noFill/>
                    </a:ln>
                    <a:gradFill flip="none" rotWithShape="1">
                      <a:gsLst>
                        <a:gs pos="0">
                          <a:prstClr val="white">
                            <a:lumMod val="0"/>
                            <a:lumOff val="100000"/>
                          </a:prstClr>
                        </a:gs>
                        <a:gs pos="100000">
                          <a:prstClr val="white">
                            <a:lumMod val="0"/>
                            <a:lumOff val="100000"/>
                          </a:prstClr>
                        </a:gs>
                      </a:gsLst>
                      <a:lin ang="6000000" scaled="0"/>
                      <a:tileRect/>
                    </a:gradFill>
                    <a:effectLst/>
                    <a:uLnTx/>
                    <a:uFillTx/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+mn-cs"/>
                  </a:endParaRPr>
                </a:p>
              </p:txBody>
            </p:sp>
            <p:sp>
              <p:nvSpPr>
                <p:cNvPr id="77" name="LcS48" descr="어두운 상향 대각선">
                  <a:extLst>
                    <a:ext uri="{FF2B5EF4-FFF2-40B4-BE49-F238E27FC236}">
                      <a16:creationId xmlns:a16="http://schemas.microsoft.com/office/drawing/2014/main" id="{9BEA5B1E-54B0-4CE9-BFE7-A259F5D767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7047946" y="3572360"/>
                  <a:ext cx="710135" cy="232737"/>
                </a:xfrm>
                <a:custGeom>
                  <a:avLst/>
                  <a:gdLst>
                    <a:gd name="connsiteX0" fmla="*/ 0 w 972108"/>
                    <a:gd name="connsiteY0" fmla="*/ 0 h 756084"/>
                    <a:gd name="connsiteX1" fmla="*/ 972108 w 972108"/>
                    <a:gd name="connsiteY1" fmla="*/ 0 h 756084"/>
                    <a:gd name="connsiteX2" fmla="*/ 972108 w 972108"/>
                    <a:gd name="connsiteY2" fmla="*/ 756084 h 756084"/>
                    <a:gd name="connsiteX3" fmla="*/ 0 w 972108"/>
                    <a:gd name="connsiteY3" fmla="*/ 756084 h 756084"/>
                    <a:gd name="connsiteX4" fmla="*/ 0 w 972108"/>
                    <a:gd name="connsiteY4" fmla="*/ 0 h 756084"/>
                    <a:gd name="connsiteX0" fmla="*/ 0 w 972108"/>
                    <a:gd name="connsiteY0" fmla="*/ 0 h 756084"/>
                    <a:gd name="connsiteX1" fmla="*/ 972108 w 972108"/>
                    <a:gd name="connsiteY1" fmla="*/ 756084 h 756084"/>
                    <a:gd name="connsiteX2" fmla="*/ 0 w 972108"/>
                    <a:gd name="connsiteY2" fmla="*/ 756084 h 756084"/>
                    <a:gd name="connsiteX3" fmla="*/ 0 w 972108"/>
                    <a:gd name="connsiteY3" fmla="*/ 0 h 756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72108" h="756084">
                      <a:moveTo>
                        <a:pt x="0" y="0"/>
                      </a:moveTo>
                      <a:lnTo>
                        <a:pt x="972108" y="756084"/>
                      </a:lnTo>
                      <a:lnTo>
                        <a:pt x="0" y="75608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1">
                  <a:schemeClr val="accent5"/>
                </a:lnRef>
                <a:fillRef idx="3">
                  <a:schemeClr val="accent5"/>
                </a:fillRef>
                <a:effectRef idx="2">
                  <a:schemeClr val="accent5"/>
                </a:effectRef>
                <a:fontRef idx="minor">
                  <a:schemeClr val="lt1"/>
                </a:fontRef>
              </p:style>
              <p:txBody>
                <a:bodyPr wrap="none" lIns="0" tIns="0" rIns="0" bIns="0" anchor="ctr" anchorCtr="0">
                  <a:scene3d>
                    <a:camera prst="orthographicFront"/>
                    <a:lightRig rig="threePt" dir="t"/>
                  </a:scene3d>
                  <a:sp3d>
                    <a:bevelT w="0" h="1270"/>
                  </a:sp3d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ko-KR" sz="1400" b="0" i="0" u="none" strike="noStrike" kern="1200" cap="none" spc="0" normalizeH="0" baseline="0" noProof="0" dirty="0">
                    <a:ln>
                      <a:noFill/>
                    </a:ln>
                    <a:gradFill flip="none" rotWithShape="1">
                      <a:gsLst>
                        <a:gs pos="0">
                          <a:prstClr val="white">
                            <a:lumMod val="0"/>
                            <a:lumOff val="100000"/>
                          </a:prstClr>
                        </a:gs>
                        <a:gs pos="100000">
                          <a:prstClr val="white">
                            <a:lumMod val="0"/>
                            <a:lumOff val="100000"/>
                          </a:prstClr>
                        </a:gs>
                      </a:gsLst>
                      <a:lin ang="6000000" scaled="0"/>
                      <a:tileRect/>
                    </a:gradFill>
                    <a:effectLst/>
                    <a:uLnTx/>
                    <a:uFillTx/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+mn-cs"/>
                  </a:endParaRPr>
                </a:p>
              </p:txBody>
            </p:sp>
          </p:grp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07ED7579-227B-4F7B-8C6A-E6D019000CA1}"/>
                  </a:ext>
                </a:extLst>
              </p:cNvPr>
              <p:cNvSpPr txBox="1"/>
              <p:nvPr/>
            </p:nvSpPr>
            <p:spPr>
              <a:xfrm>
                <a:off x="3342022" y="3528098"/>
                <a:ext cx="4244633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600" b="1" i="0" u="none" strike="noStrike" kern="1200" cap="none" spc="-50" normalizeH="0" baseline="0" noProof="0">
                    <a:ln>
                      <a:solidFill>
                        <a:prstClr val="white">
                          <a:lumMod val="50000"/>
                          <a:alpha val="0"/>
                        </a:prstClr>
                      </a:solidFill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회원관리 그 외 기능</a:t>
                </a:r>
                <a:endParaRPr kumimoji="0" lang="ko-KR" altLang="en-US" sz="1600" b="1" i="0" u="none" strike="noStrike" kern="1200" cap="none" spc="-50" normalizeH="0" baseline="0" noProof="0" dirty="0">
                  <a:ln>
                    <a:solidFill>
                      <a:prstClr val="white">
                        <a:lumMod val="50000"/>
                        <a:alpha val="0"/>
                      </a:prstClr>
                    </a:solidFill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</p:grp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F4A45071-3392-498E-BF51-F91933B2FE25}"/>
                </a:ext>
              </a:extLst>
            </p:cNvPr>
            <p:cNvSpPr/>
            <p:nvPr/>
          </p:nvSpPr>
          <p:spPr>
            <a:xfrm>
              <a:off x="906113" y="5398865"/>
              <a:ext cx="3851944" cy="128716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/>
            <a:lstStyle/>
            <a:p>
              <a:pPr marL="114300" indent="-114300">
                <a:spcBef>
                  <a:spcPts val="200"/>
                </a:spcBef>
                <a:buClr>
                  <a:prstClr val="white">
                    <a:lumMod val="65000"/>
                  </a:prstClr>
                </a:buClr>
                <a:buSzPct val="110000"/>
                <a:buFont typeface="Arial" panose="020B0604020202020204" pitchFamily="34" charset="0"/>
                <a:buChar char="•"/>
                <a:tabLst>
                  <a:tab pos="525463" algn="l"/>
                </a:tabLst>
              </a:pPr>
              <a:r>
                <a:rPr kumimoji="1" lang="ko-KR" altLang="en-US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KoPub돋움체 Medium" pitchFamily="18" charset="-127"/>
                  <a:ea typeface="KoPub돋움체 Medium" pitchFamily="18" charset="-127"/>
                </a:rPr>
                <a:t>기업회원은 일반회원이 신청한 모든 제품 및 물질 조회</a:t>
              </a:r>
              <a:endParaRPr kumimoji="1" lang="en-US" altLang="ko-KR" sz="1200" kern="0" spc="-3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endParaRPr>
            </a:p>
            <a:p>
              <a:pPr marL="114300" indent="-114300">
                <a:spcBef>
                  <a:spcPts val="200"/>
                </a:spcBef>
                <a:buClr>
                  <a:prstClr val="white">
                    <a:lumMod val="65000"/>
                  </a:prstClr>
                </a:buClr>
                <a:buSzPct val="110000"/>
                <a:buFont typeface="Arial" panose="020B0604020202020204" pitchFamily="34" charset="0"/>
                <a:buChar char="•"/>
                <a:tabLst>
                  <a:tab pos="525463" algn="l"/>
                </a:tabLst>
              </a:pPr>
              <a:r>
                <a:rPr kumimoji="1" lang="ko-KR" altLang="en-US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KoPub돋움체 Medium" pitchFamily="18" charset="-127"/>
                  <a:ea typeface="KoPub돋움체 Medium" pitchFamily="18" charset="-127"/>
                </a:rPr>
                <a:t>기업회원이 시스템을 통해 수행할 수 있는 업무범위</a:t>
              </a:r>
              <a:r>
                <a:rPr kumimoji="1" lang="en-US" altLang="ko-KR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KoPub돋움체 Medium" pitchFamily="18" charset="-127"/>
                  <a:ea typeface="KoPub돋움체 Medium" pitchFamily="18" charset="-127"/>
                </a:rPr>
                <a:t>(</a:t>
              </a:r>
              <a:r>
                <a:rPr kumimoji="1" lang="ko-KR" altLang="en-US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KoPub돋움체 Medium" pitchFamily="18" charset="-127"/>
                  <a:ea typeface="KoPub돋움체 Medium" pitchFamily="18" charset="-127"/>
                </a:rPr>
                <a:t>기업정보 변경</a:t>
              </a:r>
              <a:r>
                <a:rPr kumimoji="1" lang="en-US" altLang="ko-KR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KoPub돋움체 Medium" pitchFamily="18" charset="-127"/>
                  <a:ea typeface="KoPub돋움체 Medium" pitchFamily="18" charset="-127"/>
                </a:rPr>
                <a:t>, </a:t>
              </a:r>
              <a:r>
                <a:rPr kumimoji="1" lang="ko-KR" altLang="en-US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KoPub돋움체 Medium" pitchFamily="18" charset="-127"/>
                  <a:ea typeface="KoPub돋움체 Medium" pitchFamily="18" charset="-127"/>
                </a:rPr>
                <a:t>신고 제품 조회</a:t>
              </a:r>
              <a:r>
                <a:rPr kumimoji="1" lang="en-US" altLang="ko-KR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KoPub돋움체 Medium" pitchFamily="18" charset="-127"/>
                  <a:ea typeface="KoPub돋움체 Medium" pitchFamily="18" charset="-127"/>
                </a:rPr>
                <a:t>, </a:t>
              </a:r>
              <a:r>
                <a:rPr kumimoji="1" lang="ko-KR" altLang="en-US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KoPub돋움체 Medium" pitchFamily="18" charset="-127"/>
                  <a:ea typeface="KoPub돋움체 Medium" pitchFamily="18" charset="-127"/>
                </a:rPr>
                <a:t>관련 법규 위반 사항 접수 및 처리</a:t>
              </a:r>
              <a:r>
                <a:rPr kumimoji="1" lang="en-US" altLang="ko-KR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KoPub돋움체 Medium" pitchFamily="18" charset="-127"/>
                  <a:ea typeface="KoPub돋움체 Medium" pitchFamily="18" charset="-127"/>
                </a:rPr>
                <a:t>, </a:t>
              </a:r>
              <a:r>
                <a:rPr kumimoji="1" lang="ko-KR" altLang="en-US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KoPub돋움체 Medium" pitchFamily="18" charset="-127"/>
                  <a:ea typeface="KoPub돋움체 Medium" pitchFamily="18" charset="-127"/>
                </a:rPr>
                <a:t>일반회원 관리</a:t>
              </a:r>
              <a:r>
                <a:rPr kumimoji="1" lang="en-US" altLang="ko-KR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KoPub돋움체 Medium" pitchFamily="18" charset="-127"/>
                  <a:ea typeface="KoPub돋움체 Medium" pitchFamily="18" charset="-127"/>
                </a:rPr>
                <a:t>) </a:t>
              </a:r>
              <a:r>
                <a:rPr kumimoji="1" lang="ko-KR" altLang="en-US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KoPub돋움체 Medium" pitchFamily="18" charset="-127"/>
                  <a:ea typeface="KoPub돋움체 Medium" pitchFamily="18" charset="-127"/>
                </a:rPr>
                <a:t>명확화</a:t>
              </a:r>
              <a:endParaRPr kumimoji="1" lang="en-US" altLang="ko-KR" sz="1200" kern="0" spc="-3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endParaRPr>
            </a:p>
            <a:p>
              <a:pPr marL="114300" indent="-114300">
                <a:spcBef>
                  <a:spcPts val="200"/>
                </a:spcBef>
                <a:buClr>
                  <a:prstClr val="white">
                    <a:lumMod val="65000"/>
                  </a:prstClr>
                </a:buClr>
                <a:buSzPct val="110000"/>
                <a:buFont typeface="Arial" panose="020B0604020202020204" pitchFamily="34" charset="0"/>
                <a:buChar char="•"/>
                <a:tabLst>
                  <a:tab pos="525463" algn="l"/>
                </a:tabLst>
              </a:pPr>
              <a:r>
                <a:rPr kumimoji="1" lang="ko-KR" altLang="en-US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KoPub돋움체 Medium" pitchFamily="18" charset="-127"/>
                  <a:ea typeface="KoPub돋움체 Medium" pitchFamily="18" charset="-127"/>
                </a:rPr>
                <a:t>기업회원 </a:t>
              </a:r>
              <a:r>
                <a:rPr kumimoji="1" lang="en-US" altLang="ko-KR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KoPub돋움체 Medium" pitchFamily="18" charset="-127"/>
                  <a:ea typeface="KoPub돋움체 Medium" pitchFamily="18" charset="-127"/>
                </a:rPr>
                <a:t>2</a:t>
              </a:r>
              <a:r>
                <a:rPr kumimoji="1" lang="ko-KR" altLang="en-US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KoPub돋움체 Medium" pitchFamily="18" charset="-127"/>
                  <a:ea typeface="KoPub돋움체 Medium" pitchFamily="18" charset="-127"/>
                </a:rPr>
                <a:t>개 이상인 기업은 기업담당자와 협의하여 일괄삭제 등</a:t>
              </a:r>
              <a:endParaRPr kumimoji="1" lang="en-US" altLang="ko-KR" sz="1200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endParaRPr>
            </a:p>
          </p:txBody>
        </p: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87C4A999-035D-4EF3-BABD-A085C8AADCC3}"/>
              </a:ext>
            </a:extLst>
          </p:cNvPr>
          <p:cNvGrpSpPr/>
          <p:nvPr/>
        </p:nvGrpSpPr>
        <p:grpSpPr>
          <a:xfrm>
            <a:off x="5963704" y="5101815"/>
            <a:ext cx="3851945" cy="1584213"/>
            <a:chOff x="906113" y="5101815"/>
            <a:chExt cx="3851945" cy="1584213"/>
          </a:xfrm>
        </p:grpSpPr>
        <p:grpSp>
          <p:nvGrpSpPr>
            <p:cNvPr id="79" name="그룹 78">
              <a:extLst>
                <a:ext uri="{FF2B5EF4-FFF2-40B4-BE49-F238E27FC236}">
                  <a16:creationId xmlns:a16="http://schemas.microsoft.com/office/drawing/2014/main" id="{8C065B43-F8C2-43F2-AAE2-13D2D2BBBF15}"/>
                </a:ext>
              </a:extLst>
            </p:cNvPr>
            <p:cNvGrpSpPr/>
            <p:nvPr/>
          </p:nvGrpSpPr>
          <p:grpSpPr>
            <a:xfrm>
              <a:off x="906113" y="5101815"/>
              <a:ext cx="3851945" cy="310158"/>
              <a:chOff x="3170597" y="3494939"/>
              <a:chExt cx="4587484" cy="310158"/>
            </a:xfrm>
          </p:grpSpPr>
          <p:grpSp>
            <p:nvGrpSpPr>
              <p:cNvPr id="81" name="그룹 80">
                <a:extLst>
                  <a:ext uri="{FF2B5EF4-FFF2-40B4-BE49-F238E27FC236}">
                    <a16:creationId xmlns:a16="http://schemas.microsoft.com/office/drawing/2014/main" id="{78C088A1-2A60-4265-915A-44BFCE78E056}"/>
                  </a:ext>
                </a:extLst>
              </p:cNvPr>
              <p:cNvGrpSpPr/>
              <p:nvPr/>
            </p:nvGrpSpPr>
            <p:grpSpPr>
              <a:xfrm>
                <a:off x="3170597" y="3494939"/>
                <a:ext cx="4587484" cy="310158"/>
                <a:chOff x="3170597" y="3494939"/>
                <a:chExt cx="4587484" cy="310158"/>
              </a:xfrm>
            </p:grpSpPr>
            <p:sp>
              <p:nvSpPr>
                <p:cNvPr id="83" name="양쪽 모서리가 둥근 사각형 270">
                  <a:extLst>
                    <a:ext uri="{FF2B5EF4-FFF2-40B4-BE49-F238E27FC236}">
                      <a16:creationId xmlns:a16="http://schemas.microsoft.com/office/drawing/2014/main" id="{8A908C9E-09C6-484E-990A-22168C85FE96}"/>
                    </a:ext>
                  </a:extLst>
                </p:cNvPr>
                <p:cNvSpPr/>
                <p:nvPr/>
              </p:nvSpPr>
              <p:spPr>
                <a:xfrm>
                  <a:off x="3170597" y="3494939"/>
                  <a:ext cx="4587483" cy="307777"/>
                </a:xfrm>
                <a:prstGeom prst="round2SameRect">
                  <a:avLst/>
                </a:prstGeom>
                <a:gradFill flip="none" rotWithShape="1"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3600000" scaled="0"/>
                  <a:tileRect/>
                </a:gradFill>
                <a:ln w="12700" cap="rnd" cmpd="sng">
                  <a:noFill/>
                  <a:prstDash val="solid"/>
                  <a:headEnd type="none" w="lg" len="med"/>
                  <a:tailEnd type="none" w="lg" len="med"/>
                </a:ln>
                <a:effectLst/>
              </p:spPr>
              <p:style>
                <a:lnRef idx="1">
                  <a:schemeClr val="accent5"/>
                </a:lnRef>
                <a:fillRef idx="3">
                  <a:schemeClr val="accent5"/>
                </a:fillRef>
                <a:effectRef idx="2">
                  <a:schemeClr val="accent5"/>
                </a:effectRef>
                <a:fontRef idx="minor">
                  <a:schemeClr val="lt1"/>
                </a:fontRef>
              </p:style>
              <p:txBody>
                <a:bodyPr wrap="none" lIns="0" tIns="0" rIns="0" bIns="0" anchor="ctr" anchorCtr="0">
                  <a:scene3d>
                    <a:camera prst="orthographicFront"/>
                    <a:lightRig rig="threePt" dir="t"/>
                  </a:scene3d>
                  <a:sp3d>
                    <a:bevelT w="0" h="1270"/>
                  </a:sp3d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 dirty="0">
                    <a:ln>
                      <a:noFill/>
                    </a:ln>
                    <a:gradFill flip="none" rotWithShape="1">
                      <a:gsLst>
                        <a:gs pos="0">
                          <a:prstClr val="white">
                            <a:lumMod val="0"/>
                            <a:lumOff val="100000"/>
                          </a:prstClr>
                        </a:gs>
                        <a:gs pos="100000">
                          <a:prstClr val="white">
                            <a:lumMod val="0"/>
                            <a:lumOff val="100000"/>
                          </a:prstClr>
                        </a:gs>
                      </a:gsLst>
                      <a:lin ang="6000000" scaled="0"/>
                      <a:tileRect/>
                    </a:gradFill>
                    <a:effectLst/>
                    <a:uLnTx/>
                    <a:uFillTx/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+mn-cs"/>
                  </a:endParaRPr>
                </a:p>
              </p:txBody>
            </p:sp>
            <p:sp>
              <p:nvSpPr>
                <p:cNvPr id="84" name="LcS48" descr="어두운 상향 대각선">
                  <a:extLst>
                    <a:ext uri="{FF2B5EF4-FFF2-40B4-BE49-F238E27FC236}">
                      <a16:creationId xmlns:a16="http://schemas.microsoft.com/office/drawing/2014/main" id="{6136983A-10AC-43E9-A85B-3378340FCE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7047946" y="3572360"/>
                  <a:ext cx="710135" cy="232737"/>
                </a:xfrm>
                <a:custGeom>
                  <a:avLst/>
                  <a:gdLst>
                    <a:gd name="connsiteX0" fmla="*/ 0 w 972108"/>
                    <a:gd name="connsiteY0" fmla="*/ 0 h 756084"/>
                    <a:gd name="connsiteX1" fmla="*/ 972108 w 972108"/>
                    <a:gd name="connsiteY1" fmla="*/ 0 h 756084"/>
                    <a:gd name="connsiteX2" fmla="*/ 972108 w 972108"/>
                    <a:gd name="connsiteY2" fmla="*/ 756084 h 756084"/>
                    <a:gd name="connsiteX3" fmla="*/ 0 w 972108"/>
                    <a:gd name="connsiteY3" fmla="*/ 756084 h 756084"/>
                    <a:gd name="connsiteX4" fmla="*/ 0 w 972108"/>
                    <a:gd name="connsiteY4" fmla="*/ 0 h 756084"/>
                    <a:gd name="connsiteX0" fmla="*/ 0 w 972108"/>
                    <a:gd name="connsiteY0" fmla="*/ 0 h 756084"/>
                    <a:gd name="connsiteX1" fmla="*/ 972108 w 972108"/>
                    <a:gd name="connsiteY1" fmla="*/ 756084 h 756084"/>
                    <a:gd name="connsiteX2" fmla="*/ 0 w 972108"/>
                    <a:gd name="connsiteY2" fmla="*/ 756084 h 756084"/>
                    <a:gd name="connsiteX3" fmla="*/ 0 w 972108"/>
                    <a:gd name="connsiteY3" fmla="*/ 0 h 756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72108" h="756084">
                      <a:moveTo>
                        <a:pt x="0" y="0"/>
                      </a:moveTo>
                      <a:lnTo>
                        <a:pt x="972108" y="756084"/>
                      </a:lnTo>
                      <a:lnTo>
                        <a:pt x="0" y="75608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1">
                  <a:schemeClr val="accent5"/>
                </a:lnRef>
                <a:fillRef idx="3">
                  <a:schemeClr val="accent5"/>
                </a:fillRef>
                <a:effectRef idx="2">
                  <a:schemeClr val="accent5"/>
                </a:effectRef>
                <a:fontRef idx="minor">
                  <a:schemeClr val="lt1"/>
                </a:fontRef>
              </p:style>
              <p:txBody>
                <a:bodyPr wrap="none" lIns="0" tIns="0" rIns="0" bIns="0" anchor="ctr" anchorCtr="0">
                  <a:scene3d>
                    <a:camera prst="orthographicFront"/>
                    <a:lightRig rig="threePt" dir="t"/>
                  </a:scene3d>
                  <a:sp3d>
                    <a:bevelT w="0" h="1270"/>
                  </a:sp3d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ko-KR" sz="1400" b="0" i="0" u="none" strike="noStrike" kern="1200" cap="none" spc="0" normalizeH="0" baseline="0" noProof="0" dirty="0">
                    <a:ln>
                      <a:noFill/>
                    </a:ln>
                    <a:gradFill flip="none" rotWithShape="1">
                      <a:gsLst>
                        <a:gs pos="0">
                          <a:prstClr val="white">
                            <a:lumMod val="0"/>
                            <a:lumOff val="100000"/>
                          </a:prstClr>
                        </a:gs>
                        <a:gs pos="100000">
                          <a:prstClr val="white">
                            <a:lumMod val="0"/>
                            <a:lumOff val="100000"/>
                          </a:prstClr>
                        </a:gs>
                      </a:gsLst>
                      <a:lin ang="6000000" scaled="0"/>
                      <a:tileRect/>
                    </a:gradFill>
                    <a:effectLst/>
                    <a:uLnTx/>
                    <a:uFillTx/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+mn-cs"/>
                  </a:endParaRPr>
                </a:p>
              </p:txBody>
            </p:sp>
          </p:grp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0D720D47-D302-4C69-82C0-7C4A9ED473CF}"/>
                  </a:ext>
                </a:extLst>
              </p:cNvPr>
              <p:cNvSpPr txBox="1"/>
              <p:nvPr/>
            </p:nvSpPr>
            <p:spPr>
              <a:xfrm>
                <a:off x="3342022" y="3528098"/>
                <a:ext cx="4244633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600" b="1" i="0" u="none" strike="noStrike" kern="1200" cap="none" spc="-50" normalizeH="0" baseline="0" noProof="0">
                    <a:ln>
                      <a:solidFill>
                        <a:prstClr val="white">
                          <a:lumMod val="50000"/>
                          <a:alpha val="0"/>
                        </a:prstClr>
                      </a:solidFill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기업회원 및 일반회원 대상</a:t>
                </a:r>
                <a:endParaRPr kumimoji="0" lang="ko-KR" altLang="en-US" sz="1600" b="1" i="0" u="none" strike="noStrike" kern="1200" cap="none" spc="-50" normalizeH="0" baseline="0" noProof="0" dirty="0">
                  <a:ln>
                    <a:solidFill>
                      <a:prstClr val="white">
                        <a:lumMod val="50000"/>
                        <a:alpha val="0"/>
                      </a:prstClr>
                    </a:solidFill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</p:grp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2FD04838-4BD8-4DBC-B96D-A60B2F5585A1}"/>
                </a:ext>
              </a:extLst>
            </p:cNvPr>
            <p:cNvSpPr/>
            <p:nvPr/>
          </p:nvSpPr>
          <p:spPr>
            <a:xfrm>
              <a:off x="906113" y="5398865"/>
              <a:ext cx="3851944" cy="128716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/>
            <a:lstStyle/>
            <a:p>
              <a:pPr marL="114300" indent="-114300">
                <a:spcBef>
                  <a:spcPts val="200"/>
                </a:spcBef>
                <a:buClr>
                  <a:prstClr val="white">
                    <a:lumMod val="65000"/>
                  </a:prstClr>
                </a:buClr>
                <a:buSzPct val="110000"/>
                <a:buFont typeface="Arial" panose="020B0604020202020204" pitchFamily="34" charset="0"/>
                <a:buChar char="•"/>
                <a:tabLst>
                  <a:tab pos="525463" algn="l"/>
                </a:tabLst>
              </a:pPr>
              <a:r>
                <a:rPr kumimoji="1" lang="ko-KR" altLang="en-US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itchFamily="18" charset="-127"/>
                  <a:ea typeface="KoPub돋움체 Medium" pitchFamily="18" charset="-127"/>
                </a:rPr>
                <a:t>당초 </a:t>
              </a:r>
              <a:r>
                <a:rPr kumimoji="1" lang="en-US" altLang="ko-KR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itchFamily="18" charset="-127"/>
                  <a:ea typeface="KoPub돋움체 Medium" pitchFamily="18" charset="-127"/>
                </a:rPr>
                <a:t>(</a:t>
              </a:r>
              <a:r>
                <a:rPr kumimoji="1" lang="ko-KR" altLang="en-US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itchFamily="18" charset="-127"/>
                  <a:ea typeface="KoPub돋움체 Medium" pitchFamily="18" charset="-127"/>
                </a:rPr>
                <a:t>신고대상</a:t>
              </a:r>
              <a:r>
                <a:rPr kumimoji="1" lang="en-US" altLang="ko-KR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itchFamily="18" charset="-127"/>
                  <a:ea typeface="KoPub돋움체 Medium" pitchFamily="18" charset="-127"/>
                </a:rPr>
                <a:t>) </a:t>
              </a:r>
              <a:r>
                <a:rPr kumimoji="1" lang="ko-KR" altLang="en-US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itchFamily="18" charset="-127"/>
                  <a:ea typeface="KoPub돋움체 Medium" pitchFamily="18" charset="-127"/>
                </a:rPr>
                <a:t>안전확인대상 생활화학제품을 대상으로 했으나</a:t>
              </a:r>
              <a:r>
                <a:rPr kumimoji="1" lang="en-US" altLang="ko-KR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itchFamily="18" charset="-127"/>
                  <a:ea typeface="KoPub돋움체 Medium" pitchFamily="18" charset="-127"/>
                </a:rPr>
                <a:t>, </a:t>
              </a:r>
              <a:r>
                <a:rPr kumimoji="1" lang="ko-KR" altLang="en-US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itchFamily="18" charset="-127"/>
                  <a:ea typeface="KoPub돋움체 Medium" pitchFamily="18" charset="-127"/>
                </a:rPr>
                <a:t>기존 살생물물질 신고</a:t>
              </a:r>
              <a:r>
                <a:rPr kumimoji="1" lang="en-US" altLang="ko-KR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itchFamily="18" charset="-127"/>
                  <a:ea typeface="KoPub돋움체 Medium" pitchFamily="18" charset="-127"/>
                </a:rPr>
                <a:t>, </a:t>
              </a:r>
              <a:r>
                <a:rPr kumimoji="1" lang="ko-KR" altLang="en-US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itchFamily="18" charset="-127"/>
                  <a:ea typeface="KoPub돋움체 Medium" pitchFamily="18" charset="-127"/>
                </a:rPr>
                <a:t>물질승인신청계획서</a:t>
              </a:r>
              <a:r>
                <a:rPr kumimoji="1" lang="en-US" altLang="ko-KR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itchFamily="18" charset="-127"/>
                  <a:ea typeface="KoPub돋움체 Medium" pitchFamily="18" charset="-127"/>
                </a:rPr>
                <a:t>, </a:t>
              </a:r>
              <a:r>
                <a:rPr kumimoji="1" lang="ko-KR" altLang="en-US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itchFamily="18" charset="-127"/>
                  <a:ea typeface="KoPub돋움체 Medium" pitchFamily="18" charset="-127"/>
                </a:rPr>
                <a:t>물질승인신청</a:t>
              </a:r>
              <a:r>
                <a:rPr kumimoji="1" lang="en-US" altLang="ko-KR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itchFamily="18" charset="-127"/>
                  <a:ea typeface="KoPub돋움체 Medium" pitchFamily="18" charset="-127"/>
                </a:rPr>
                <a:t>, </a:t>
              </a:r>
              <a:r>
                <a:rPr kumimoji="1" lang="ko-KR" altLang="en-US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itchFamily="18" charset="-127"/>
                  <a:ea typeface="KoPub돋움체 Medium" pitchFamily="18" charset="-127"/>
                </a:rPr>
                <a:t>공동협의체에 적용</a:t>
              </a:r>
              <a:endParaRPr kumimoji="1" lang="en-US" altLang="ko-KR" sz="1200" kern="0" spc="-3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itchFamily="18" charset="-127"/>
                <a:ea typeface="KoPub돋움체 Medium" pitchFamily="18" charset="-127"/>
              </a:endParaRPr>
            </a:p>
            <a:p>
              <a:pPr>
                <a:spcBef>
                  <a:spcPts val="200"/>
                </a:spcBef>
                <a:buClr>
                  <a:prstClr val="white">
                    <a:lumMod val="65000"/>
                  </a:prstClr>
                </a:buClr>
                <a:buSzPct val="110000"/>
                <a:tabLst>
                  <a:tab pos="525463" algn="l"/>
                </a:tabLst>
              </a:pPr>
              <a:r>
                <a:rPr kumimoji="1" lang="ko-KR" altLang="ko-KR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itchFamily="18" charset="-127"/>
                  <a:ea typeface="KoPub돋움체 Medium" pitchFamily="18" charset="-127"/>
                </a:rPr>
                <a:t>※</a:t>
              </a:r>
              <a:r>
                <a:rPr kumimoji="1" lang="en-US" altLang="ko-KR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itchFamily="18" charset="-127"/>
                  <a:ea typeface="KoPub돋움체 Medium" pitchFamily="18" charset="-127"/>
                </a:rPr>
                <a:t> </a:t>
              </a:r>
              <a:r>
                <a:rPr kumimoji="1" lang="en-US" altLang="ko-KR" sz="1200" b="1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accent2"/>
                  </a:solidFill>
                  <a:latin typeface="KoPub돋움체 Medium" pitchFamily="18" charset="-127"/>
                  <a:ea typeface="KoPub돋움체 Medium" pitchFamily="18" charset="-127"/>
                </a:rPr>
                <a:t>6</a:t>
              </a:r>
              <a:r>
                <a:rPr kumimoji="1" lang="ko-KR" altLang="en-US" sz="1200" b="1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accent2"/>
                  </a:solidFill>
                  <a:latin typeface="KoPub돋움체 Medium" pitchFamily="18" charset="-127"/>
                  <a:ea typeface="KoPub돋움체 Medium" pitchFamily="18" charset="-127"/>
                </a:rPr>
                <a:t>월 </a:t>
              </a:r>
              <a:r>
                <a:rPr kumimoji="1" lang="en-US" altLang="ko-KR" sz="1200" b="1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accent2"/>
                  </a:solidFill>
                  <a:latin typeface="KoPub돋움체 Medium" pitchFamily="18" charset="-127"/>
                  <a:ea typeface="KoPub돋움체 Medium" pitchFamily="18" charset="-127"/>
                </a:rPr>
                <a:t>16</a:t>
              </a:r>
              <a:r>
                <a:rPr kumimoji="1" lang="ko-KR" altLang="en-US" sz="1200" b="1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accent2"/>
                  </a:solidFill>
                  <a:latin typeface="KoPub돋움체 Medium" pitchFamily="18" charset="-127"/>
                  <a:ea typeface="KoPub돋움체 Medium" pitchFamily="18" charset="-127"/>
                </a:rPr>
                <a:t>일 국립환경과학원 사전회의 내용 반영</a:t>
              </a:r>
              <a:endParaRPr kumimoji="1" lang="en-US" altLang="ko-KR" sz="1200" b="1" kern="0" spc="-3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accent2"/>
                </a:solidFill>
                <a:latin typeface="KoPub돋움체 Medium" pitchFamily="18" charset="-127"/>
                <a:ea typeface="KoPub돋움체 Medium" pitchFamily="18" charset="-127"/>
              </a:endParaRPr>
            </a:p>
            <a:p>
              <a:pPr marL="114300" indent="-114300">
                <a:spcBef>
                  <a:spcPts val="200"/>
                </a:spcBef>
                <a:buClr>
                  <a:prstClr val="white">
                    <a:lumMod val="65000"/>
                  </a:prstClr>
                </a:buClr>
                <a:buSzPct val="110000"/>
                <a:buFont typeface="Arial" panose="020B0604020202020204" pitchFamily="34" charset="0"/>
                <a:buChar char="•"/>
                <a:tabLst>
                  <a:tab pos="525463" algn="l"/>
                </a:tabLst>
              </a:pPr>
              <a:r>
                <a:rPr kumimoji="1" lang="ko-KR" altLang="en-US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itchFamily="18" charset="-127"/>
                  <a:ea typeface="KoPub돋움체 Medium" pitchFamily="18" charset="-127"/>
                </a:rPr>
                <a:t>이후 살생물제품</a:t>
              </a:r>
              <a:r>
                <a:rPr kumimoji="1" lang="en-US" altLang="ko-KR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itchFamily="18" charset="-127"/>
                  <a:ea typeface="KoPub돋움체 Medium" pitchFamily="18" charset="-127"/>
                </a:rPr>
                <a:t>, </a:t>
              </a:r>
              <a:r>
                <a:rPr kumimoji="1" lang="ko-KR" altLang="en-US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itchFamily="18" charset="-127"/>
                  <a:ea typeface="KoPub돋움체 Medium" pitchFamily="18" charset="-127"/>
                </a:rPr>
                <a:t>유사성</a:t>
              </a:r>
              <a:r>
                <a:rPr kumimoji="1" lang="en-US" altLang="ko-KR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itchFamily="18" charset="-127"/>
                  <a:ea typeface="KoPub돋움체 Medium" pitchFamily="18" charset="-127"/>
                </a:rPr>
                <a:t>, </a:t>
              </a:r>
              <a:r>
                <a:rPr kumimoji="1" lang="ko-KR" altLang="en-US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Medium" pitchFamily="18" charset="-127"/>
                  <a:ea typeface="KoPub돋움체 Medium" pitchFamily="18" charset="-127"/>
                </a:rPr>
                <a:t>척추동물사용부동의 등은 업무 담당자와 협의 후 결정</a:t>
              </a:r>
              <a:endParaRPr kumimoji="1" lang="en-US" altLang="ko-KR" sz="1200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itchFamily="18" charset="-127"/>
                <a:ea typeface="KoPub돋움체 Medium" pitchFamily="18" charset="-127"/>
              </a:endParaRPr>
            </a:p>
          </p:txBody>
        </p:sp>
      </p:grp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F18188E0-645D-407F-BB9F-D780DC4832FF}"/>
              </a:ext>
            </a:extLst>
          </p:cNvPr>
          <p:cNvCxnSpPr>
            <a:stCxn id="22" idx="3"/>
            <a:endCxn id="25" idx="1"/>
          </p:cNvCxnSpPr>
          <p:nvPr/>
        </p:nvCxnSpPr>
        <p:spPr>
          <a:xfrm flipV="1">
            <a:off x="1901109" y="2180900"/>
            <a:ext cx="1182708" cy="1082893"/>
          </a:xfrm>
          <a:prstGeom prst="bentConnector3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C28DB129-03EA-4AE9-8087-6B765A321CDD}"/>
              </a:ext>
            </a:extLst>
          </p:cNvPr>
          <p:cNvCxnSpPr>
            <a:cxnSpLocks/>
            <a:stCxn id="22" idx="3"/>
            <a:endCxn id="30" idx="1"/>
          </p:cNvCxnSpPr>
          <p:nvPr/>
        </p:nvCxnSpPr>
        <p:spPr>
          <a:xfrm>
            <a:off x="1901109" y="3263793"/>
            <a:ext cx="1170051" cy="1031663"/>
          </a:xfrm>
          <a:prstGeom prst="bentConnector3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">
            <a:extLst>
              <a:ext uri="{FF2B5EF4-FFF2-40B4-BE49-F238E27FC236}">
                <a16:creationId xmlns:a16="http://schemas.microsoft.com/office/drawing/2014/main" id="{2A847166-801D-450D-AC8A-E3F48CF91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13" y="383430"/>
            <a:ext cx="531454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 anchor="b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ko-KR" sz="3600" b="0" i="0" u="none" strike="noStrike" kern="1200" cap="none" spc="-49" normalizeH="0" baseline="0" noProof="0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rgbClr val="A9CE56"/>
                </a:solidFill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  <a:cs typeface="+mn-cs"/>
              </a:rPr>
              <a:t>0</a:t>
            </a:r>
            <a:r>
              <a:rPr lang="en-US" altLang="ko-KR" sz="3600" spc="-49" dirty="0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rgbClr val="4B8E42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2</a:t>
            </a:r>
            <a:endParaRPr kumimoji="0" lang="ko-KR" altLang="en-US" sz="3600" b="0" i="0" u="none" strike="noStrike" kern="1200" cap="none" spc="-49" normalizeH="0" baseline="0" noProof="0" dirty="0">
              <a:ln>
                <a:solidFill>
                  <a:srgbClr val="D64E75">
                    <a:alpha val="0"/>
                  </a:srgbClr>
                </a:solidFill>
              </a:ln>
              <a:solidFill>
                <a:srgbClr val="4B8E42"/>
              </a:solidFill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  <a:cs typeface="+mn-c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FF32E03-56E5-4B04-BD5C-885986C4B79A}"/>
              </a:ext>
            </a:extLst>
          </p:cNvPr>
          <p:cNvSpPr txBox="1"/>
          <p:nvPr/>
        </p:nvSpPr>
        <p:spPr>
          <a:xfrm>
            <a:off x="908768" y="1134938"/>
            <a:ext cx="7367401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기업은 기업회원과 일반회원으로 구분되고 </a:t>
            </a:r>
            <a:r>
              <a:rPr kumimoji="0" lang="ko-KR" altLang="en-US" sz="1400" b="1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기업회원은 일반회원 관리</a:t>
            </a:r>
            <a:r>
              <a:rPr kumimoji="0" lang="en-US" altLang="ko-KR" sz="1400" b="1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, </a:t>
            </a:r>
            <a:r>
              <a:rPr kumimoji="0" lang="ko-KR" altLang="en-US" sz="1400" b="1" i="0" u="none" strike="noStrike" kern="1200" cap="none" spc="0" normalizeH="0" baseline="0" noProof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일반회원은 신청 및 신고 업무 수행</a:t>
            </a:r>
            <a:endParaRPr kumimoji="0" lang="ko-KR" altLang="en-US" sz="1400" b="1" i="0" u="none" strike="noStrike" kern="1200" cap="none" spc="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FFFF00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0622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그룹 30">
            <a:extLst>
              <a:ext uri="{FF2B5EF4-FFF2-40B4-BE49-F238E27FC236}">
                <a16:creationId xmlns:a16="http://schemas.microsoft.com/office/drawing/2014/main" id="{250286FF-91D0-4C43-8A6A-C3CC67000F85}"/>
              </a:ext>
            </a:extLst>
          </p:cNvPr>
          <p:cNvGrpSpPr/>
          <p:nvPr/>
        </p:nvGrpSpPr>
        <p:grpSpPr>
          <a:xfrm>
            <a:off x="565201" y="598511"/>
            <a:ext cx="9250762" cy="763806"/>
            <a:chOff x="565201" y="598511"/>
            <a:chExt cx="9250762" cy="763806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D277BAF4-FB86-4416-9702-1AB832F9C81A}"/>
                </a:ext>
              </a:extLst>
            </p:cNvPr>
            <p:cNvGrpSpPr/>
            <p:nvPr/>
          </p:nvGrpSpPr>
          <p:grpSpPr>
            <a:xfrm>
              <a:off x="565201" y="598511"/>
              <a:ext cx="7108139" cy="763806"/>
              <a:chOff x="565201" y="598511"/>
              <a:chExt cx="7108139" cy="763806"/>
            </a:xfrm>
          </p:grpSpPr>
          <p:sp>
            <p:nvSpPr>
              <p:cNvPr id="60" name="Rectangle 6">
                <a:extLst>
                  <a:ext uri="{FF2B5EF4-FFF2-40B4-BE49-F238E27FC236}">
                    <a16:creationId xmlns:a16="http://schemas.microsoft.com/office/drawing/2014/main" id="{AC352C42-6015-41C4-A05F-F5B59860C4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6235" y="598511"/>
                <a:ext cx="6477105" cy="3077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 anchor="b">
                <a:spAutoFit/>
              </a:bodyPr>
              <a:lstStyle/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itchFamily="2" charset="2"/>
                  <a:buNone/>
                  <a:tabLst/>
                  <a:defRPr/>
                </a:pPr>
                <a:r>
                  <a:rPr lang="ko-KR" altLang="en-US" sz="2000" spc="-49" noProof="0">
                    <a:ln>
                      <a:solidFill>
                        <a:srgbClr val="D64E75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안전확인대상 생활화학제품 신고대상</a:t>
                </a:r>
                <a:endParaRPr kumimoji="0" lang="ko-KR" altLang="en-US" sz="2000" b="0" i="0" u="none" strike="noStrike" kern="1200" cap="none" spc="-49" normalizeH="0" baseline="0" noProof="0" dirty="0">
                  <a:ln>
                    <a:solidFill>
                      <a:srgbClr val="D64E75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endParaRPr>
              </a:p>
            </p:txBody>
          </p:sp>
          <p:sp>
            <p:nvSpPr>
              <p:cNvPr id="62" name="Freeform 31">
                <a:extLst>
                  <a:ext uri="{FF2B5EF4-FFF2-40B4-BE49-F238E27FC236}">
                    <a16:creationId xmlns:a16="http://schemas.microsoft.com/office/drawing/2014/main" id="{73EE3838-E26E-4FD7-8A6B-B957D865140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201" y="1123003"/>
                <a:ext cx="240252" cy="239314"/>
              </a:xfrm>
              <a:custGeom>
                <a:avLst/>
                <a:gdLst>
                  <a:gd name="T0" fmla="*/ 96 w 192"/>
                  <a:gd name="T1" fmla="*/ 0 h 191"/>
                  <a:gd name="T2" fmla="*/ 0 w 192"/>
                  <a:gd name="T3" fmla="*/ 95 h 191"/>
                  <a:gd name="T4" fmla="*/ 96 w 192"/>
                  <a:gd name="T5" fmla="*/ 191 h 191"/>
                  <a:gd name="T6" fmla="*/ 192 w 192"/>
                  <a:gd name="T7" fmla="*/ 95 h 191"/>
                  <a:gd name="T8" fmla="*/ 96 w 192"/>
                  <a:gd name="T9" fmla="*/ 0 h 191"/>
                  <a:gd name="T10" fmla="*/ 156 w 192"/>
                  <a:gd name="T11" fmla="*/ 73 h 191"/>
                  <a:gd name="T12" fmla="*/ 86 w 192"/>
                  <a:gd name="T13" fmla="*/ 142 h 191"/>
                  <a:gd name="T14" fmla="*/ 77 w 192"/>
                  <a:gd name="T15" fmla="*/ 145 h 191"/>
                  <a:gd name="T16" fmla="*/ 68 w 192"/>
                  <a:gd name="T17" fmla="*/ 142 h 191"/>
                  <a:gd name="T18" fmla="*/ 37 w 192"/>
                  <a:gd name="T19" fmla="*/ 110 h 191"/>
                  <a:gd name="T20" fmla="*/ 37 w 192"/>
                  <a:gd name="T21" fmla="*/ 92 h 191"/>
                  <a:gd name="T22" fmla="*/ 55 w 192"/>
                  <a:gd name="T23" fmla="*/ 92 h 191"/>
                  <a:gd name="T24" fmla="*/ 77 w 192"/>
                  <a:gd name="T25" fmla="*/ 115 h 191"/>
                  <a:gd name="T26" fmla="*/ 138 w 192"/>
                  <a:gd name="T27" fmla="*/ 55 h 191"/>
                  <a:gd name="T28" fmla="*/ 156 w 192"/>
                  <a:gd name="T29" fmla="*/ 55 h 191"/>
                  <a:gd name="T30" fmla="*/ 156 w 192"/>
                  <a:gd name="T31" fmla="*/ 73 h 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92" h="191">
                    <a:moveTo>
                      <a:pt x="96" y="0"/>
                    </a:moveTo>
                    <a:cubicBezTo>
                      <a:pt x="43" y="0"/>
                      <a:pt x="0" y="42"/>
                      <a:pt x="0" y="95"/>
                    </a:cubicBezTo>
                    <a:cubicBezTo>
                      <a:pt x="0" y="148"/>
                      <a:pt x="43" y="191"/>
                      <a:pt x="96" y="191"/>
                    </a:cubicBezTo>
                    <a:cubicBezTo>
                      <a:pt x="149" y="191"/>
                      <a:pt x="192" y="148"/>
                      <a:pt x="192" y="95"/>
                    </a:cubicBezTo>
                    <a:cubicBezTo>
                      <a:pt x="192" y="42"/>
                      <a:pt x="149" y="0"/>
                      <a:pt x="96" y="0"/>
                    </a:cubicBezTo>
                    <a:close/>
                    <a:moveTo>
                      <a:pt x="156" y="73"/>
                    </a:moveTo>
                    <a:cubicBezTo>
                      <a:pt x="86" y="142"/>
                      <a:pt x="86" y="142"/>
                      <a:pt x="86" y="142"/>
                    </a:cubicBezTo>
                    <a:cubicBezTo>
                      <a:pt x="84" y="144"/>
                      <a:pt x="81" y="145"/>
                      <a:pt x="77" y="145"/>
                    </a:cubicBezTo>
                    <a:cubicBezTo>
                      <a:pt x="74" y="145"/>
                      <a:pt x="71" y="144"/>
                      <a:pt x="68" y="142"/>
                    </a:cubicBezTo>
                    <a:cubicBezTo>
                      <a:pt x="37" y="110"/>
                      <a:pt x="37" y="110"/>
                      <a:pt x="37" y="110"/>
                    </a:cubicBezTo>
                    <a:cubicBezTo>
                      <a:pt x="32" y="105"/>
                      <a:pt x="32" y="97"/>
                      <a:pt x="37" y="92"/>
                    </a:cubicBezTo>
                    <a:cubicBezTo>
                      <a:pt x="42" y="87"/>
                      <a:pt x="50" y="87"/>
                      <a:pt x="55" y="92"/>
                    </a:cubicBezTo>
                    <a:cubicBezTo>
                      <a:pt x="77" y="115"/>
                      <a:pt x="77" y="115"/>
                      <a:pt x="77" y="115"/>
                    </a:cubicBezTo>
                    <a:cubicBezTo>
                      <a:pt x="138" y="55"/>
                      <a:pt x="138" y="55"/>
                      <a:pt x="138" y="55"/>
                    </a:cubicBezTo>
                    <a:cubicBezTo>
                      <a:pt x="143" y="50"/>
                      <a:pt x="151" y="50"/>
                      <a:pt x="156" y="55"/>
                    </a:cubicBezTo>
                    <a:cubicBezTo>
                      <a:pt x="161" y="60"/>
                      <a:pt x="161" y="68"/>
                      <a:pt x="156" y="7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28061A1D-5541-4FF3-BEB4-8C892FA0F642}"/>
                </a:ext>
              </a:extLst>
            </p:cNvPr>
            <p:cNvGrpSpPr/>
            <p:nvPr/>
          </p:nvGrpSpPr>
          <p:grpSpPr>
            <a:xfrm>
              <a:off x="8934005" y="699034"/>
              <a:ext cx="881958" cy="245691"/>
              <a:chOff x="8458455" y="782973"/>
              <a:chExt cx="881958" cy="245691"/>
            </a:xfrm>
          </p:grpSpPr>
          <p:grpSp>
            <p:nvGrpSpPr>
              <p:cNvPr id="34" name="그룹 33">
                <a:extLst>
                  <a:ext uri="{FF2B5EF4-FFF2-40B4-BE49-F238E27FC236}">
                    <a16:creationId xmlns:a16="http://schemas.microsoft.com/office/drawing/2014/main" id="{F30FD26E-0958-4BE7-937E-0350C66D6C7A}"/>
                  </a:ext>
                </a:extLst>
              </p:cNvPr>
              <p:cNvGrpSpPr/>
              <p:nvPr/>
            </p:nvGrpSpPr>
            <p:grpSpPr>
              <a:xfrm>
                <a:off x="8697949" y="782973"/>
                <a:ext cx="163476" cy="245691"/>
                <a:chOff x="8658927" y="782973"/>
                <a:chExt cx="163476" cy="245691"/>
              </a:xfrm>
            </p:grpSpPr>
            <p:sp>
              <p:nvSpPr>
                <p:cNvPr id="44" name="사각형: 둥근 위쪽 모서리 43">
                  <a:extLst>
                    <a:ext uri="{FF2B5EF4-FFF2-40B4-BE49-F238E27FC236}">
                      <a16:creationId xmlns:a16="http://schemas.microsoft.com/office/drawing/2014/main" id="{0ACFC5AA-E705-4466-ACC8-776E2596F441}"/>
                    </a:ext>
                  </a:extLst>
                </p:cNvPr>
                <p:cNvSpPr/>
                <p:nvPr/>
              </p:nvSpPr>
              <p:spPr>
                <a:xfrm>
                  <a:off x="8658927" y="956664"/>
                  <a:ext cx="163476" cy="72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rgbClr val="66B35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58" name="직사각형 57">
                  <a:extLst>
                    <a:ext uri="{FF2B5EF4-FFF2-40B4-BE49-F238E27FC236}">
                      <a16:creationId xmlns:a16="http://schemas.microsoft.com/office/drawing/2014/main" id="{A354ED15-3D73-4E95-A2EB-18D813D3ECED}"/>
                    </a:ext>
                  </a:extLst>
                </p:cNvPr>
                <p:cNvSpPr/>
                <p:nvPr/>
              </p:nvSpPr>
              <p:spPr>
                <a:xfrm>
                  <a:off x="8658927" y="782973"/>
                  <a:ext cx="163476" cy="14933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00" b="0" i="0" u="none" strike="noStrike" kern="0" cap="none" spc="-30" normalizeH="0" baseline="0" noProof="0" dirty="0">
                      <a:ln w="3175">
                        <a:solidFill>
                          <a:prstClr val="white">
                            <a:lumMod val="75000"/>
                            <a:alpha val="0"/>
                          </a:prstClr>
                        </a:solidFill>
                      </a:ln>
                      <a:solidFill>
                        <a:srgbClr val="4B8E42"/>
                      </a:solidFill>
                      <a:effectLst/>
                      <a:uLnTx/>
                      <a:uFillTx/>
                      <a:latin typeface="KoPub바탕체 Medium" panose="00000600000000000000" pitchFamily="2" charset="-127"/>
                      <a:ea typeface="KoPub바탕체 Medium" panose="00000600000000000000" pitchFamily="2" charset="-127"/>
                      <a:cs typeface="+mn-cs"/>
                    </a:rPr>
                    <a:t>Ⅱ</a:t>
                  </a:r>
                  <a:endParaRPr kumimoji="0" lang="ko-KR" altLang="en-US" sz="10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srgbClr val="4B8E42"/>
                    </a:solidFill>
                    <a:effectLst/>
                    <a:uLnTx/>
                    <a:uFillTx/>
                    <a:latin typeface="KoPub바탕체 Medium" panose="00000600000000000000" pitchFamily="2" charset="-127"/>
                    <a:ea typeface="KoPub바탕체 Medium" panose="00000600000000000000" pitchFamily="2" charset="-127"/>
                    <a:cs typeface="+mn-cs"/>
                  </a:endParaRPr>
                </a:p>
              </p:txBody>
            </p:sp>
          </p:grpSp>
          <p:grpSp>
            <p:nvGrpSpPr>
              <p:cNvPr id="35" name="그룹 34">
                <a:extLst>
                  <a:ext uri="{FF2B5EF4-FFF2-40B4-BE49-F238E27FC236}">
                    <a16:creationId xmlns:a16="http://schemas.microsoft.com/office/drawing/2014/main" id="{26ACEB8C-6E03-4863-A7A4-3BC3CEB11C32}"/>
                  </a:ext>
                </a:extLst>
              </p:cNvPr>
              <p:cNvGrpSpPr/>
              <p:nvPr/>
            </p:nvGrpSpPr>
            <p:grpSpPr>
              <a:xfrm>
                <a:off x="8458455" y="782973"/>
                <a:ext cx="163476" cy="245691"/>
                <a:chOff x="8458455" y="782973"/>
                <a:chExt cx="163476" cy="245691"/>
              </a:xfrm>
            </p:grpSpPr>
            <p:sp>
              <p:nvSpPr>
                <p:cNvPr id="42" name="사각형: 둥근 위쪽 모서리 41">
                  <a:extLst>
                    <a:ext uri="{FF2B5EF4-FFF2-40B4-BE49-F238E27FC236}">
                      <a16:creationId xmlns:a16="http://schemas.microsoft.com/office/drawing/2014/main" id="{FE1C1CA9-E907-4258-B1CD-F41BB1456DB3}"/>
                    </a:ext>
                  </a:extLst>
                </p:cNvPr>
                <p:cNvSpPr/>
                <p:nvPr/>
              </p:nvSpPr>
              <p:spPr>
                <a:xfrm>
                  <a:off x="8458455" y="956664"/>
                  <a:ext cx="163476" cy="72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43" name="직사각형 42">
                  <a:extLst>
                    <a:ext uri="{FF2B5EF4-FFF2-40B4-BE49-F238E27FC236}">
                      <a16:creationId xmlns:a16="http://schemas.microsoft.com/office/drawing/2014/main" id="{B366C2DA-8481-4B43-A2F3-3BDCD266FFB1}"/>
                    </a:ext>
                  </a:extLst>
                </p:cNvPr>
                <p:cNvSpPr/>
                <p:nvPr/>
              </p:nvSpPr>
              <p:spPr>
                <a:xfrm>
                  <a:off x="8458455" y="782973"/>
                  <a:ext cx="163476" cy="14933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0" cap="none" spc="-30" normalizeH="0" baseline="0" noProof="0" dirty="0">
                      <a:ln w="3175">
                        <a:solidFill>
                          <a:prstClr val="white">
                            <a:lumMod val="75000"/>
                            <a:alpha val="0"/>
                          </a:prstClr>
                        </a:solidFill>
                      </a:ln>
                      <a:solidFill>
                        <a:prstClr val="white">
                          <a:lumMod val="75000"/>
                        </a:prstClr>
                      </a:solidFill>
                      <a:effectLst/>
                      <a:uLnTx/>
                      <a:uFillTx/>
                      <a:latin typeface="KoPub바탕체 Light" panose="00000300000000000000" pitchFamily="2" charset="-127"/>
                      <a:ea typeface="KoPub바탕체 Light" panose="00000300000000000000" pitchFamily="2" charset="-127"/>
                      <a:cs typeface="+mn-cs"/>
                    </a:rPr>
                    <a:t>Ⅰ</a:t>
                  </a:r>
                  <a:endParaRPr kumimoji="0" lang="ko-KR" altLang="en-US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endParaRPr>
                </a:p>
              </p:txBody>
            </p:sp>
          </p:grpSp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122E0346-086D-4809-A62F-39C65F358112}"/>
                  </a:ext>
                </a:extLst>
              </p:cNvPr>
              <p:cNvGrpSpPr/>
              <p:nvPr/>
            </p:nvGrpSpPr>
            <p:grpSpPr>
              <a:xfrm>
                <a:off x="9176937" y="782973"/>
                <a:ext cx="163476" cy="245691"/>
                <a:chOff x="9059871" y="782973"/>
                <a:chExt cx="163476" cy="245691"/>
              </a:xfrm>
            </p:grpSpPr>
            <p:sp>
              <p:nvSpPr>
                <p:cNvPr id="40" name="사각형: 둥근 위쪽 모서리 39">
                  <a:extLst>
                    <a:ext uri="{FF2B5EF4-FFF2-40B4-BE49-F238E27FC236}">
                      <a16:creationId xmlns:a16="http://schemas.microsoft.com/office/drawing/2014/main" id="{DC7FE71B-6330-4A14-8680-F52DC38022CF}"/>
                    </a:ext>
                  </a:extLst>
                </p:cNvPr>
                <p:cNvSpPr/>
                <p:nvPr/>
              </p:nvSpPr>
              <p:spPr>
                <a:xfrm>
                  <a:off x="9059871" y="956664"/>
                  <a:ext cx="163476" cy="72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41" name="직사각형 40">
                  <a:extLst>
                    <a:ext uri="{FF2B5EF4-FFF2-40B4-BE49-F238E27FC236}">
                      <a16:creationId xmlns:a16="http://schemas.microsoft.com/office/drawing/2014/main" id="{7E0E38FB-D78C-4D26-BFC3-9C58E922ED8D}"/>
                    </a:ext>
                  </a:extLst>
                </p:cNvPr>
                <p:cNvSpPr/>
                <p:nvPr/>
              </p:nvSpPr>
              <p:spPr>
                <a:xfrm>
                  <a:off x="9059871" y="782973"/>
                  <a:ext cx="163476" cy="14933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0" cap="none" spc="-30" normalizeH="0" baseline="0" noProof="0" dirty="0">
                      <a:ln w="3175">
                        <a:solidFill>
                          <a:prstClr val="white">
                            <a:lumMod val="75000"/>
                            <a:alpha val="0"/>
                          </a:prstClr>
                        </a:solidFill>
                      </a:ln>
                      <a:solidFill>
                        <a:prstClr val="white">
                          <a:lumMod val="75000"/>
                        </a:prstClr>
                      </a:solidFill>
                      <a:effectLst/>
                      <a:uLnTx/>
                      <a:uFillTx/>
                      <a:latin typeface="KoPub바탕체 Light" panose="00000300000000000000" pitchFamily="2" charset="-127"/>
                      <a:ea typeface="KoPub바탕체 Light" panose="00000300000000000000" pitchFamily="2" charset="-127"/>
                      <a:cs typeface="+mn-cs"/>
                    </a:rPr>
                    <a:t>Ⅳ</a:t>
                  </a:r>
                  <a:endParaRPr kumimoji="0" lang="ko-KR" altLang="en-US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endParaRPr>
                </a:p>
              </p:txBody>
            </p:sp>
          </p:grp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4AD7B291-FC38-4497-9E25-49FA78B668C8}"/>
                  </a:ext>
                </a:extLst>
              </p:cNvPr>
              <p:cNvGrpSpPr/>
              <p:nvPr/>
            </p:nvGrpSpPr>
            <p:grpSpPr>
              <a:xfrm>
                <a:off x="8937443" y="782973"/>
                <a:ext cx="163476" cy="245691"/>
                <a:chOff x="8859399" y="782973"/>
                <a:chExt cx="163476" cy="245691"/>
              </a:xfrm>
            </p:grpSpPr>
            <p:sp>
              <p:nvSpPr>
                <p:cNvPr id="38" name="사각형: 둥근 위쪽 모서리 37">
                  <a:extLst>
                    <a:ext uri="{FF2B5EF4-FFF2-40B4-BE49-F238E27FC236}">
                      <a16:creationId xmlns:a16="http://schemas.microsoft.com/office/drawing/2014/main" id="{D4713393-CFC2-4122-877E-3034FE85FCDB}"/>
                    </a:ext>
                  </a:extLst>
                </p:cNvPr>
                <p:cNvSpPr/>
                <p:nvPr/>
              </p:nvSpPr>
              <p:spPr>
                <a:xfrm>
                  <a:off x="8859399" y="956664"/>
                  <a:ext cx="163476" cy="72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39" name="직사각형 38">
                  <a:extLst>
                    <a:ext uri="{FF2B5EF4-FFF2-40B4-BE49-F238E27FC236}">
                      <a16:creationId xmlns:a16="http://schemas.microsoft.com/office/drawing/2014/main" id="{1564775C-D34F-46E6-9891-2890F6AC79E1}"/>
                    </a:ext>
                  </a:extLst>
                </p:cNvPr>
                <p:cNvSpPr/>
                <p:nvPr/>
              </p:nvSpPr>
              <p:spPr>
                <a:xfrm>
                  <a:off x="8859399" y="782973"/>
                  <a:ext cx="163476" cy="14933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0" cap="none" spc="-30" normalizeH="0" baseline="0" noProof="0" dirty="0">
                      <a:ln w="3175">
                        <a:solidFill>
                          <a:prstClr val="white">
                            <a:lumMod val="75000"/>
                            <a:alpha val="0"/>
                          </a:prstClr>
                        </a:solidFill>
                      </a:ln>
                      <a:solidFill>
                        <a:prstClr val="white">
                          <a:lumMod val="75000"/>
                        </a:prstClr>
                      </a:solidFill>
                      <a:effectLst/>
                      <a:uLnTx/>
                      <a:uFillTx/>
                      <a:latin typeface="KoPub바탕체 Light" panose="00000300000000000000" pitchFamily="2" charset="-127"/>
                      <a:ea typeface="KoPub바탕체 Light" panose="00000300000000000000" pitchFamily="2" charset="-127"/>
                      <a:cs typeface="+mn-cs"/>
                    </a:rPr>
                    <a:t>Ⅲ</a:t>
                  </a:r>
                  <a:endParaRPr kumimoji="0" lang="ko-KR" altLang="en-US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endParaRPr>
                </a:p>
              </p:txBody>
            </p:sp>
          </p:grpSp>
        </p:grpSp>
      </p:grpSp>
      <p:sp>
        <p:nvSpPr>
          <p:cNvPr id="66" name="Rectangle 6">
            <a:extLst>
              <a:ext uri="{FF2B5EF4-FFF2-40B4-BE49-F238E27FC236}">
                <a16:creationId xmlns:a16="http://schemas.microsoft.com/office/drawing/2014/main" id="{2A847166-801D-450D-AC8A-E3F48CF91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13" y="383430"/>
            <a:ext cx="531454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 anchor="b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ko-KR" sz="3600" b="0" i="0" u="none" strike="noStrike" kern="1200" cap="none" spc="-49" normalizeH="0" baseline="0" noProof="0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rgbClr val="A9CE56"/>
                </a:solidFill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  <a:cs typeface="+mn-cs"/>
              </a:rPr>
              <a:t>0</a:t>
            </a:r>
            <a:r>
              <a:rPr kumimoji="0" lang="en-US" altLang="ko-KR" sz="3600" b="0" i="0" u="none" strike="noStrike" kern="1200" cap="none" spc="-49" normalizeH="0" baseline="0" noProof="0" dirty="0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rgbClr val="4B8E42"/>
                </a:solidFill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  <a:cs typeface="+mn-cs"/>
              </a:rPr>
              <a:t>3</a:t>
            </a:r>
            <a:endParaRPr kumimoji="0" lang="ko-KR" altLang="en-US" sz="3600" b="0" i="0" u="none" strike="noStrike" kern="1200" cap="none" spc="-49" normalizeH="0" baseline="0" noProof="0" dirty="0">
              <a:ln>
                <a:solidFill>
                  <a:srgbClr val="D64E75">
                    <a:alpha val="0"/>
                  </a:srgbClr>
                </a:solidFill>
              </a:ln>
              <a:solidFill>
                <a:srgbClr val="4B8E42"/>
              </a:solidFill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  <a:cs typeface="+mn-c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FF32E03-56E5-4B04-BD5C-885986C4B79A}"/>
              </a:ext>
            </a:extLst>
          </p:cNvPr>
          <p:cNvSpPr txBox="1"/>
          <p:nvPr/>
        </p:nvSpPr>
        <p:spPr>
          <a:xfrm>
            <a:off x="908768" y="1134938"/>
            <a:ext cx="831637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white"/>
                </a:solidFill>
                <a:latin typeface="+mj-ea"/>
                <a:ea typeface="+mj-ea"/>
              </a:rPr>
              <a:t>안전확인대상 생활화학제품 신고대상은 과업지침서를 기준으로 </a:t>
            </a:r>
            <a:r>
              <a:rPr lang="ko-KR" altLang="en-US" sz="1400" b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FFFF00"/>
                </a:solidFill>
                <a:latin typeface="+mj-ea"/>
                <a:ea typeface="+mj-ea"/>
              </a:rPr>
              <a:t>업무담당자와 협의하여 우선순위를 정의하여 업무 수행</a:t>
            </a:r>
            <a:endParaRPr kumimoji="0" lang="ko-KR" altLang="en-US" sz="1400" b="1" i="0" u="none" strike="noStrike" kern="1200" cap="none" spc="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FFFF00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graphicFrame>
        <p:nvGraphicFramePr>
          <p:cNvPr id="117" name="Table 73">
            <a:extLst>
              <a:ext uri="{FF2B5EF4-FFF2-40B4-BE49-F238E27FC236}">
                <a16:creationId xmlns:a16="http://schemas.microsoft.com/office/drawing/2014/main" id="{41B7E84B-0DF7-468C-809A-9940468FB2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8933752"/>
              </p:ext>
            </p:extLst>
          </p:nvPr>
        </p:nvGraphicFramePr>
        <p:xfrm>
          <a:off x="834949" y="1818968"/>
          <a:ext cx="9010509" cy="4965290"/>
        </p:xfrm>
        <a:graphic>
          <a:graphicData uri="http://schemas.openxmlformats.org/drawingml/2006/table">
            <a:tbl>
              <a:tblPr firstCol="1"/>
              <a:tblGrid>
                <a:gridCol w="1367477">
                  <a:extLst>
                    <a:ext uri="{9D8B030D-6E8A-4147-A177-3AD203B41FA5}">
                      <a16:colId xmlns:a16="http://schemas.microsoft.com/office/drawing/2014/main" val="1204586597"/>
                    </a:ext>
                  </a:extLst>
                </a:gridCol>
                <a:gridCol w="5978013">
                  <a:extLst>
                    <a:ext uri="{9D8B030D-6E8A-4147-A177-3AD203B41FA5}">
                      <a16:colId xmlns:a16="http://schemas.microsoft.com/office/drawing/2014/main" val="3269138702"/>
                    </a:ext>
                  </a:extLst>
                </a:gridCol>
                <a:gridCol w="1665019">
                  <a:extLst>
                    <a:ext uri="{9D8B030D-6E8A-4147-A177-3AD203B41FA5}">
                      <a16:colId xmlns:a16="http://schemas.microsoft.com/office/drawing/2014/main" val="884628398"/>
                    </a:ext>
                  </a:extLst>
                </a:gridCol>
              </a:tblGrid>
              <a:tr h="382643">
                <a:tc>
                  <a:txBody>
                    <a:bodyPr/>
                    <a:lstStyle/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+mj-ea"/>
                          <a:ea typeface="+mj-ea"/>
                          <a:cs typeface="+mn-cs"/>
                        </a:rPr>
                        <a:t>구분</a:t>
                      </a:r>
                      <a:endParaRPr lang="ko-KR" altLang="en-US" sz="14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+mj-ea"/>
                          <a:ea typeface="+mj-ea"/>
                          <a:cs typeface="+mn-cs"/>
                        </a:rPr>
                        <a:t>내용</a:t>
                      </a:r>
                      <a:endParaRPr lang="ko-KR" altLang="en-US" sz="14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+mj-ea"/>
                          <a:ea typeface="+mj-ea"/>
                          <a:cs typeface="+mn-cs"/>
                        </a:rPr>
                        <a:t>신고대상내 우선순위</a:t>
                      </a:r>
                      <a:endParaRPr lang="ko-KR" altLang="en-US" sz="14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1357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과업지침서</a:t>
                      </a:r>
                      <a:endParaRPr lang="en-US" altLang="ko-KR" sz="1400" kern="1200" spc="-7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0" indent="-11430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기업회원 등록 및 수정보완 </a:t>
                      </a:r>
                      <a:r>
                        <a:rPr lang="en-US" altLang="ko-KR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v2 </a:t>
                      </a:r>
                      <a:r>
                        <a:rPr lang="ko-KR" altLang="en-US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개발</a:t>
                      </a:r>
                      <a:endParaRPr lang="en-US" altLang="ko-KR" sz="1400" b="0" kern="1200" spc="-7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marL="114300" marR="0" lvl="0" indent="-11430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안전확인대상 생활화학제품 안전기준적합확인 신고 관련 신청인 페이지 </a:t>
                      </a:r>
                      <a:r>
                        <a:rPr lang="en-US" altLang="ko-KR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v2 </a:t>
                      </a:r>
                      <a:r>
                        <a:rPr lang="ko-KR" altLang="en-US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개발</a:t>
                      </a:r>
                      <a:endParaRPr lang="en-US" altLang="ko-KR" sz="1400" b="0" kern="1200" spc="-7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marL="114300" marR="0" lvl="0" indent="-11430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안전확인대상생활화학제품 안전기준적합확인 신고</a:t>
                      </a:r>
                      <a:r>
                        <a:rPr lang="en-US" altLang="ko-KR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대표</a:t>
                      </a:r>
                      <a:r>
                        <a:rPr lang="en-US" altLang="ko-KR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파생</a:t>
                      </a:r>
                      <a:r>
                        <a:rPr lang="en-US" altLang="ko-KR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변경</a:t>
                      </a:r>
                      <a:r>
                        <a:rPr lang="en-US" altLang="ko-KR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 </a:t>
                      </a:r>
                      <a:r>
                        <a:rPr lang="ko-KR" altLang="en-US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관련 관리자 페이지 </a:t>
                      </a:r>
                      <a:r>
                        <a:rPr lang="en-US" altLang="ko-KR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v2 </a:t>
                      </a:r>
                      <a:r>
                        <a:rPr lang="ko-KR" altLang="en-US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개발</a:t>
                      </a:r>
                      <a:endParaRPr lang="en-US" altLang="ko-KR" sz="1400" b="0" kern="1200" spc="-7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marL="114300" marR="0" lvl="0" indent="-11430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신고페이지 유효성 검사 및 자가점검 기능 신규 개발</a:t>
                      </a:r>
                    </a:p>
                    <a:p>
                      <a:pPr marL="114300" marR="0" lvl="0" indent="-11430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안전확인대상생활화학제품 안전기준 적합에 따른 신고서를 작성할 수 있는 기능 구축</a:t>
                      </a:r>
                    </a:p>
                    <a:p>
                      <a:pPr marL="114300" marR="0" lvl="0" indent="-11430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시험검사기관으로부터 연계된 안전확인대상생활화학제품 확인결과서를 자동으로 입력하고 체크할 수 있는 기능 개발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0" indent="-11430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en-US" altLang="ko-KR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v1 </a:t>
                      </a:r>
                      <a:r>
                        <a:rPr lang="ko-KR" altLang="en-US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를 유지하면 </a:t>
                      </a:r>
                      <a:r>
                        <a:rPr lang="en-US" altLang="ko-KR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v2 </a:t>
                      </a:r>
                      <a:r>
                        <a:rPr lang="ko-KR" altLang="en-US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개발</a:t>
                      </a:r>
                      <a:endParaRPr lang="en-US" altLang="ko-KR" sz="1400" b="0" kern="1200" spc="-7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marL="114300" marR="0" lvl="0" indent="-11430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우선순위 </a:t>
                      </a:r>
                      <a:r>
                        <a:rPr lang="en-US" altLang="ko-KR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 </a:t>
                      </a:r>
                      <a:r>
                        <a:rPr lang="ko-KR" altLang="en-US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상</a:t>
                      </a:r>
                      <a:endParaRPr lang="en-US" altLang="ko-KR" sz="1400" b="0" kern="1200" spc="-7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991677"/>
                  </a:ext>
                </a:extLst>
              </a:tr>
              <a:tr h="70089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b="1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chemeClr val="accent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시급성 있는 업무</a:t>
                      </a:r>
                      <a:endParaRPr lang="en-US" altLang="ko-KR" sz="1400" b="1" kern="1200" spc="-7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schemeClr val="accent2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0" indent="-11430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b="1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chemeClr val="accent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고시 정보 신고대상 업데이트</a:t>
                      </a:r>
                      <a:r>
                        <a:rPr lang="en-US" altLang="ko-KR" sz="1400" b="1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chemeClr val="accent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400" b="1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chemeClr val="accent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화학물질</a:t>
                      </a:r>
                      <a:r>
                        <a:rPr lang="en-US" altLang="ko-KR" sz="1400" b="1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chemeClr val="accent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. </a:t>
                      </a:r>
                      <a:r>
                        <a:rPr lang="ko-KR" altLang="en-US" sz="1400" b="1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chemeClr val="accent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금지</a:t>
                      </a:r>
                      <a:r>
                        <a:rPr lang="en-US" altLang="ko-KR" sz="1400" b="1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chemeClr val="accent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. </a:t>
                      </a:r>
                      <a:r>
                        <a:rPr lang="ko-KR" altLang="en-US" sz="1400" b="1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chemeClr val="accent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기타물질 등</a:t>
                      </a:r>
                      <a:r>
                        <a:rPr lang="en-US" altLang="ko-KR" sz="1400" b="1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chemeClr val="accent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</a:p>
                    <a:p>
                      <a:pPr marL="114300" marR="0" lvl="0" indent="-11430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b="1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chemeClr val="accent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초록누리 제품 </a:t>
                      </a:r>
                      <a:r>
                        <a:rPr lang="en-US" altLang="ko-KR" sz="1400" b="1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chemeClr val="accent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QR </a:t>
                      </a:r>
                      <a:r>
                        <a:rPr lang="ko-KR" altLang="en-US" sz="1400" b="1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chemeClr val="accent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코드 적용 등 업무상 시급성 있는 기능 일체</a:t>
                      </a:r>
                      <a:endParaRPr lang="en-US" altLang="ko-KR" sz="1400" b="1" kern="1200" spc="-7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schemeClr val="accent2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0" indent="-11430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b="1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chemeClr val="accent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우선순위 </a:t>
                      </a:r>
                      <a:r>
                        <a:rPr lang="en-US" altLang="ko-KR" sz="1400" b="1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chemeClr val="accent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 </a:t>
                      </a:r>
                      <a:r>
                        <a:rPr lang="ko-KR" altLang="en-US" sz="1400" b="1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chemeClr val="accent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상</a:t>
                      </a:r>
                      <a:endParaRPr lang="ko-KR" altLang="en-US" sz="1400" b="1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schemeClr val="accent2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378230"/>
                  </a:ext>
                </a:extLst>
              </a:tr>
              <a:tr h="51949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b="1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chemeClr val="accent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신고대상 개선 엑셀</a:t>
                      </a:r>
                      <a:endParaRPr lang="en-US" altLang="ko-KR" sz="1400" b="1" kern="1200" spc="-7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schemeClr val="accent2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0" indent="-11430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b="1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chemeClr val="accent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화학제품관리시스템 신고대상 업무 중 개선되어야 할 기능을 별도 정리한 엑셀 파일</a:t>
                      </a:r>
                      <a:endParaRPr lang="en-US" altLang="ko-KR" sz="1400" b="1" kern="1200" spc="-7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schemeClr val="accent2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0" indent="-11430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b="1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chemeClr val="accent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우선순위 </a:t>
                      </a:r>
                      <a:r>
                        <a:rPr lang="en-US" altLang="ko-KR" sz="1400" b="1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chemeClr val="accent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  </a:t>
                      </a:r>
                      <a:r>
                        <a:rPr lang="ko-KR" altLang="en-US" sz="1400" b="1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schemeClr val="accent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중</a:t>
                      </a:r>
                      <a:endParaRPr lang="ko-KR" altLang="en-US" sz="1400" b="1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schemeClr val="accent2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55794"/>
                  </a:ext>
                </a:extLst>
              </a:tr>
              <a:tr h="70089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추가 요청 자료</a:t>
                      </a:r>
                      <a:endParaRPr lang="en-US" altLang="ko-KR" sz="1400" kern="1200" spc="-7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0" indent="-11430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신고대상 업무담당자 브레인스토밍 자료</a:t>
                      </a:r>
                      <a:r>
                        <a:rPr lang="en-US" altLang="ko-KR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1, 2</a:t>
                      </a:r>
                    </a:p>
                    <a:p>
                      <a:pPr marL="114300" marR="0" lvl="0" indent="-11430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그외 업무담당자 요청 사항</a:t>
                      </a:r>
                      <a:endParaRPr lang="en-US" altLang="ko-KR" sz="1400" b="0" kern="1200" spc="-7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0" indent="-11430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분석 전 으로 향후 결정</a:t>
                      </a:r>
                      <a:endParaRPr lang="ko-KR" altLang="en-US" sz="1400" b="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43296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49050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그룹 30">
            <a:extLst>
              <a:ext uri="{FF2B5EF4-FFF2-40B4-BE49-F238E27FC236}">
                <a16:creationId xmlns:a16="http://schemas.microsoft.com/office/drawing/2014/main" id="{250286FF-91D0-4C43-8A6A-C3CC67000F85}"/>
              </a:ext>
            </a:extLst>
          </p:cNvPr>
          <p:cNvGrpSpPr/>
          <p:nvPr/>
        </p:nvGrpSpPr>
        <p:grpSpPr>
          <a:xfrm>
            <a:off x="565201" y="598511"/>
            <a:ext cx="9250762" cy="763806"/>
            <a:chOff x="565201" y="598511"/>
            <a:chExt cx="9250762" cy="763806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D277BAF4-FB86-4416-9702-1AB832F9C81A}"/>
                </a:ext>
              </a:extLst>
            </p:cNvPr>
            <p:cNvGrpSpPr/>
            <p:nvPr/>
          </p:nvGrpSpPr>
          <p:grpSpPr>
            <a:xfrm>
              <a:off x="565201" y="598511"/>
              <a:ext cx="7108139" cy="763806"/>
              <a:chOff x="565201" y="598511"/>
              <a:chExt cx="7108139" cy="763806"/>
            </a:xfrm>
          </p:grpSpPr>
          <p:sp>
            <p:nvSpPr>
              <p:cNvPr id="60" name="Rectangle 6">
                <a:extLst>
                  <a:ext uri="{FF2B5EF4-FFF2-40B4-BE49-F238E27FC236}">
                    <a16:creationId xmlns:a16="http://schemas.microsoft.com/office/drawing/2014/main" id="{AC352C42-6015-41C4-A05F-F5B59860C4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6235" y="598511"/>
                <a:ext cx="6477105" cy="3077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 anchor="b">
                <a:spAutoFit/>
              </a:bodyPr>
              <a:lstStyle/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itchFamily="2" charset="2"/>
                  <a:buNone/>
                  <a:tabLst/>
                  <a:defRPr/>
                </a:pPr>
                <a:r>
                  <a:rPr lang="ko-KR" altLang="en-US" sz="2000" spc="-49" noProof="0">
                    <a:ln>
                      <a:solidFill>
                        <a:srgbClr val="D64E75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안전확인대상 생활화학제품 </a:t>
                </a:r>
                <a:r>
                  <a:rPr lang="en-US" altLang="ko-KR" sz="2000" spc="-49" noProof="0">
                    <a:ln>
                      <a:solidFill>
                        <a:srgbClr val="D64E75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QR</a:t>
                </a:r>
                <a:endParaRPr kumimoji="0" lang="ko-KR" altLang="en-US" sz="2000" b="0" i="0" u="none" strike="noStrike" kern="1200" cap="none" spc="-49" normalizeH="0" baseline="0" noProof="0" dirty="0">
                  <a:ln>
                    <a:solidFill>
                      <a:srgbClr val="D64E75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endParaRPr>
              </a:p>
            </p:txBody>
          </p:sp>
          <p:sp>
            <p:nvSpPr>
              <p:cNvPr id="62" name="Freeform 31">
                <a:extLst>
                  <a:ext uri="{FF2B5EF4-FFF2-40B4-BE49-F238E27FC236}">
                    <a16:creationId xmlns:a16="http://schemas.microsoft.com/office/drawing/2014/main" id="{73EE3838-E26E-4FD7-8A6B-B957D865140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201" y="1123003"/>
                <a:ext cx="240252" cy="239314"/>
              </a:xfrm>
              <a:custGeom>
                <a:avLst/>
                <a:gdLst>
                  <a:gd name="T0" fmla="*/ 96 w 192"/>
                  <a:gd name="T1" fmla="*/ 0 h 191"/>
                  <a:gd name="T2" fmla="*/ 0 w 192"/>
                  <a:gd name="T3" fmla="*/ 95 h 191"/>
                  <a:gd name="T4" fmla="*/ 96 w 192"/>
                  <a:gd name="T5" fmla="*/ 191 h 191"/>
                  <a:gd name="T6" fmla="*/ 192 w 192"/>
                  <a:gd name="T7" fmla="*/ 95 h 191"/>
                  <a:gd name="T8" fmla="*/ 96 w 192"/>
                  <a:gd name="T9" fmla="*/ 0 h 191"/>
                  <a:gd name="T10" fmla="*/ 156 w 192"/>
                  <a:gd name="T11" fmla="*/ 73 h 191"/>
                  <a:gd name="T12" fmla="*/ 86 w 192"/>
                  <a:gd name="T13" fmla="*/ 142 h 191"/>
                  <a:gd name="T14" fmla="*/ 77 w 192"/>
                  <a:gd name="T15" fmla="*/ 145 h 191"/>
                  <a:gd name="T16" fmla="*/ 68 w 192"/>
                  <a:gd name="T17" fmla="*/ 142 h 191"/>
                  <a:gd name="T18" fmla="*/ 37 w 192"/>
                  <a:gd name="T19" fmla="*/ 110 h 191"/>
                  <a:gd name="T20" fmla="*/ 37 w 192"/>
                  <a:gd name="T21" fmla="*/ 92 h 191"/>
                  <a:gd name="T22" fmla="*/ 55 w 192"/>
                  <a:gd name="T23" fmla="*/ 92 h 191"/>
                  <a:gd name="T24" fmla="*/ 77 w 192"/>
                  <a:gd name="T25" fmla="*/ 115 h 191"/>
                  <a:gd name="T26" fmla="*/ 138 w 192"/>
                  <a:gd name="T27" fmla="*/ 55 h 191"/>
                  <a:gd name="T28" fmla="*/ 156 w 192"/>
                  <a:gd name="T29" fmla="*/ 55 h 191"/>
                  <a:gd name="T30" fmla="*/ 156 w 192"/>
                  <a:gd name="T31" fmla="*/ 73 h 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92" h="191">
                    <a:moveTo>
                      <a:pt x="96" y="0"/>
                    </a:moveTo>
                    <a:cubicBezTo>
                      <a:pt x="43" y="0"/>
                      <a:pt x="0" y="42"/>
                      <a:pt x="0" y="95"/>
                    </a:cubicBezTo>
                    <a:cubicBezTo>
                      <a:pt x="0" y="148"/>
                      <a:pt x="43" y="191"/>
                      <a:pt x="96" y="191"/>
                    </a:cubicBezTo>
                    <a:cubicBezTo>
                      <a:pt x="149" y="191"/>
                      <a:pt x="192" y="148"/>
                      <a:pt x="192" y="95"/>
                    </a:cubicBezTo>
                    <a:cubicBezTo>
                      <a:pt x="192" y="42"/>
                      <a:pt x="149" y="0"/>
                      <a:pt x="96" y="0"/>
                    </a:cubicBezTo>
                    <a:close/>
                    <a:moveTo>
                      <a:pt x="156" y="73"/>
                    </a:moveTo>
                    <a:cubicBezTo>
                      <a:pt x="86" y="142"/>
                      <a:pt x="86" y="142"/>
                      <a:pt x="86" y="142"/>
                    </a:cubicBezTo>
                    <a:cubicBezTo>
                      <a:pt x="84" y="144"/>
                      <a:pt x="81" y="145"/>
                      <a:pt x="77" y="145"/>
                    </a:cubicBezTo>
                    <a:cubicBezTo>
                      <a:pt x="74" y="145"/>
                      <a:pt x="71" y="144"/>
                      <a:pt x="68" y="142"/>
                    </a:cubicBezTo>
                    <a:cubicBezTo>
                      <a:pt x="37" y="110"/>
                      <a:pt x="37" y="110"/>
                      <a:pt x="37" y="110"/>
                    </a:cubicBezTo>
                    <a:cubicBezTo>
                      <a:pt x="32" y="105"/>
                      <a:pt x="32" y="97"/>
                      <a:pt x="37" y="92"/>
                    </a:cubicBezTo>
                    <a:cubicBezTo>
                      <a:pt x="42" y="87"/>
                      <a:pt x="50" y="87"/>
                      <a:pt x="55" y="92"/>
                    </a:cubicBezTo>
                    <a:cubicBezTo>
                      <a:pt x="77" y="115"/>
                      <a:pt x="77" y="115"/>
                      <a:pt x="77" y="115"/>
                    </a:cubicBezTo>
                    <a:cubicBezTo>
                      <a:pt x="138" y="55"/>
                      <a:pt x="138" y="55"/>
                      <a:pt x="138" y="55"/>
                    </a:cubicBezTo>
                    <a:cubicBezTo>
                      <a:pt x="143" y="50"/>
                      <a:pt x="151" y="50"/>
                      <a:pt x="156" y="55"/>
                    </a:cubicBezTo>
                    <a:cubicBezTo>
                      <a:pt x="161" y="60"/>
                      <a:pt x="161" y="68"/>
                      <a:pt x="156" y="7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28061A1D-5541-4FF3-BEB4-8C892FA0F642}"/>
                </a:ext>
              </a:extLst>
            </p:cNvPr>
            <p:cNvGrpSpPr/>
            <p:nvPr/>
          </p:nvGrpSpPr>
          <p:grpSpPr>
            <a:xfrm>
              <a:off x="8934005" y="699034"/>
              <a:ext cx="881958" cy="245691"/>
              <a:chOff x="8458455" y="782973"/>
              <a:chExt cx="881958" cy="245691"/>
            </a:xfrm>
          </p:grpSpPr>
          <p:grpSp>
            <p:nvGrpSpPr>
              <p:cNvPr id="34" name="그룹 33">
                <a:extLst>
                  <a:ext uri="{FF2B5EF4-FFF2-40B4-BE49-F238E27FC236}">
                    <a16:creationId xmlns:a16="http://schemas.microsoft.com/office/drawing/2014/main" id="{F30FD26E-0958-4BE7-937E-0350C66D6C7A}"/>
                  </a:ext>
                </a:extLst>
              </p:cNvPr>
              <p:cNvGrpSpPr/>
              <p:nvPr/>
            </p:nvGrpSpPr>
            <p:grpSpPr>
              <a:xfrm>
                <a:off x="8697949" y="782973"/>
                <a:ext cx="163476" cy="245691"/>
                <a:chOff x="8658927" y="782973"/>
                <a:chExt cx="163476" cy="245691"/>
              </a:xfrm>
            </p:grpSpPr>
            <p:sp>
              <p:nvSpPr>
                <p:cNvPr id="44" name="사각형: 둥근 위쪽 모서리 43">
                  <a:extLst>
                    <a:ext uri="{FF2B5EF4-FFF2-40B4-BE49-F238E27FC236}">
                      <a16:creationId xmlns:a16="http://schemas.microsoft.com/office/drawing/2014/main" id="{0ACFC5AA-E705-4466-ACC8-776E2596F441}"/>
                    </a:ext>
                  </a:extLst>
                </p:cNvPr>
                <p:cNvSpPr/>
                <p:nvPr/>
              </p:nvSpPr>
              <p:spPr>
                <a:xfrm>
                  <a:off x="8658927" y="956664"/>
                  <a:ext cx="163476" cy="72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rgbClr val="66B35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58" name="직사각형 57">
                  <a:extLst>
                    <a:ext uri="{FF2B5EF4-FFF2-40B4-BE49-F238E27FC236}">
                      <a16:creationId xmlns:a16="http://schemas.microsoft.com/office/drawing/2014/main" id="{A354ED15-3D73-4E95-A2EB-18D813D3ECED}"/>
                    </a:ext>
                  </a:extLst>
                </p:cNvPr>
                <p:cNvSpPr/>
                <p:nvPr/>
              </p:nvSpPr>
              <p:spPr>
                <a:xfrm>
                  <a:off x="8658927" y="782973"/>
                  <a:ext cx="163476" cy="14933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00" b="0" i="0" u="none" strike="noStrike" kern="0" cap="none" spc="-30" normalizeH="0" baseline="0" noProof="0" dirty="0">
                      <a:ln w="3175">
                        <a:solidFill>
                          <a:prstClr val="white">
                            <a:lumMod val="75000"/>
                            <a:alpha val="0"/>
                          </a:prstClr>
                        </a:solidFill>
                      </a:ln>
                      <a:solidFill>
                        <a:srgbClr val="4B8E42"/>
                      </a:solidFill>
                      <a:effectLst/>
                      <a:uLnTx/>
                      <a:uFillTx/>
                      <a:latin typeface="KoPub바탕체 Medium" panose="00000600000000000000" pitchFamily="2" charset="-127"/>
                      <a:ea typeface="KoPub바탕체 Medium" panose="00000600000000000000" pitchFamily="2" charset="-127"/>
                      <a:cs typeface="+mn-cs"/>
                    </a:rPr>
                    <a:t>Ⅱ</a:t>
                  </a:r>
                  <a:endParaRPr kumimoji="0" lang="ko-KR" altLang="en-US" sz="10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srgbClr val="4B8E42"/>
                    </a:solidFill>
                    <a:effectLst/>
                    <a:uLnTx/>
                    <a:uFillTx/>
                    <a:latin typeface="KoPub바탕체 Medium" panose="00000600000000000000" pitchFamily="2" charset="-127"/>
                    <a:ea typeface="KoPub바탕체 Medium" panose="00000600000000000000" pitchFamily="2" charset="-127"/>
                    <a:cs typeface="+mn-cs"/>
                  </a:endParaRPr>
                </a:p>
              </p:txBody>
            </p:sp>
          </p:grpSp>
          <p:grpSp>
            <p:nvGrpSpPr>
              <p:cNvPr id="35" name="그룹 34">
                <a:extLst>
                  <a:ext uri="{FF2B5EF4-FFF2-40B4-BE49-F238E27FC236}">
                    <a16:creationId xmlns:a16="http://schemas.microsoft.com/office/drawing/2014/main" id="{26ACEB8C-6E03-4863-A7A4-3BC3CEB11C32}"/>
                  </a:ext>
                </a:extLst>
              </p:cNvPr>
              <p:cNvGrpSpPr/>
              <p:nvPr/>
            </p:nvGrpSpPr>
            <p:grpSpPr>
              <a:xfrm>
                <a:off x="8458455" y="782973"/>
                <a:ext cx="163476" cy="245691"/>
                <a:chOff x="8458455" y="782973"/>
                <a:chExt cx="163476" cy="245691"/>
              </a:xfrm>
            </p:grpSpPr>
            <p:sp>
              <p:nvSpPr>
                <p:cNvPr id="42" name="사각형: 둥근 위쪽 모서리 41">
                  <a:extLst>
                    <a:ext uri="{FF2B5EF4-FFF2-40B4-BE49-F238E27FC236}">
                      <a16:creationId xmlns:a16="http://schemas.microsoft.com/office/drawing/2014/main" id="{FE1C1CA9-E907-4258-B1CD-F41BB1456DB3}"/>
                    </a:ext>
                  </a:extLst>
                </p:cNvPr>
                <p:cNvSpPr/>
                <p:nvPr/>
              </p:nvSpPr>
              <p:spPr>
                <a:xfrm>
                  <a:off x="8458455" y="956664"/>
                  <a:ext cx="163476" cy="72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43" name="직사각형 42">
                  <a:extLst>
                    <a:ext uri="{FF2B5EF4-FFF2-40B4-BE49-F238E27FC236}">
                      <a16:creationId xmlns:a16="http://schemas.microsoft.com/office/drawing/2014/main" id="{B366C2DA-8481-4B43-A2F3-3BDCD266FFB1}"/>
                    </a:ext>
                  </a:extLst>
                </p:cNvPr>
                <p:cNvSpPr/>
                <p:nvPr/>
              </p:nvSpPr>
              <p:spPr>
                <a:xfrm>
                  <a:off x="8458455" y="782973"/>
                  <a:ext cx="163476" cy="14933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0" cap="none" spc="-30" normalizeH="0" baseline="0" noProof="0" dirty="0">
                      <a:ln w="3175">
                        <a:solidFill>
                          <a:prstClr val="white">
                            <a:lumMod val="75000"/>
                            <a:alpha val="0"/>
                          </a:prstClr>
                        </a:solidFill>
                      </a:ln>
                      <a:solidFill>
                        <a:prstClr val="white">
                          <a:lumMod val="75000"/>
                        </a:prstClr>
                      </a:solidFill>
                      <a:effectLst/>
                      <a:uLnTx/>
                      <a:uFillTx/>
                      <a:latin typeface="KoPub바탕체 Light" panose="00000300000000000000" pitchFamily="2" charset="-127"/>
                      <a:ea typeface="KoPub바탕체 Light" panose="00000300000000000000" pitchFamily="2" charset="-127"/>
                      <a:cs typeface="+mn-cs"/>
                    </a:rPr>
                    <a:t>Ⅰ</a:t>
                  </a:r>
                  <a:endParaRPr kumimoji="0" lang="ko-KR" altLang="en-US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endParaRPr>
                </a:p>
              </p:txBody>
            </p:sp>
          </p:grpSp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122E0346-086D-4809-A62F-39C65F358112}"/>
                  </a:ext>
                </a:extLst>
              </p:cNvPr>
              <p:cNvGrpSpPr/>
              <p:nvPr/>
            </p:nvGrpSpPr>
            <p:grpSpPr>
              <a:xfrm>
                <a:off x="9176937" y="782973"/>
                <a:ext cx="163476" cy="245691"/>
                <a:chOff x="9059871" y="782973"/>
                <a:chExt cx="163476" cy="245691"/>
              </a:xfrm>
            </p:grpSpPr>
            <p:sp>
              <p:nvSpPr>
                <p:cNvPr id="40" name="사각형: 둥근 위쪽 모서리 39">
                  <a:extLst>
                    <a:ext uri="{FF2B5EF4-FFF2-40B4-BE49-F238E27FC236}">
                      <a16:creationId xmlns:a16="http://schemas.microsoft.com/office/drawing/2014/main" id="{DC7FE71B-6330-4A14-8680-F52DC38022CF}"/>
                    </a:ext>
                  </a:extLst>
                </p:cNvPr>
                <p:cNvSpPr/>
                <p:nvPr/>
              </p:nvSpPr>
              <p:spPr>
                <a:xfrm>
                  <a:off x="9059871" y="956664"/>
                  <a:ext cx="163476" cy="72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41" name="직사각형 40">
                  <a:extLst>
                    <a:ext uri="{FF2B5EF4-FFF2-40B4-BE49-F238E27FC236}">
                      <a16:creationId xmlns:a16="http://schemas.microsoft.com/office/drawing/2014/main" id="{7E0E38FB-D78C-4D26-BFC3-9C58E922ED8D}"/>
                    </a:ext>
                  </a:extLst>
                </p:cNvPr>
                <p:cNvSpPr/>
                <p:nvPr/>
              </p:nvSpPr>
              <p:spPr>
                <a:xfrm>
                  <a:off x="9059871" y="782973"/>
                  <a:ext cx="163476" cy="14933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0" cap="none" spc="-30" normalizeH="0" baseline="0" noProof="0" dirty="0">
                      <a:ln w="3175">
                        <a:solidFill>
                          <a:prstClr val="white">
                            <a:lumMod val="75000"/>
                            <a:alpha val="0"/>
                          </a:prstClr>
                        </a:solidFill>
                      </a:ln>
                      <a:solidFill>
                        <a:prstClr val="white">
                          <a:lumMod val="75000"/>
                        </a:prstClr>
                      </a:solidFill>
                      <a:effectLst/>
                      <a:uLnTx/>
                      <a:uFillTx/>
                      <a:latin typeface="KoPub바탕체 Light" panose="00000300000000000000" pitchFamily="2" charset="-127"/>
                      <a:ea typeface="KoPub바탕체 Light" panose="00000300000000000000" pitchFamily="2" charset="-127"/>
                      <a:cs typeface="+mn-cs"/>
                    </a:rPr>
                    <a:t>Ⅳ</a:t>
                  </a:r>
                  <a:endParaRPr kumimoji="0" lang="ko-KR" altLang="en-US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endParaRPr>
                </a:p>
              </p:txBody>
            </p:sp>
          </p:grp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4AD7B291-FC38-4497-9E25-49FA78B668C8}"/>
                  </a:ext>
                </a:extLst>
              </p:cNvPr>
              <p:cNvGrpSpPr/>
              <p:nvPr/>
            </p:nvGrpSpPr>
            <p:grpSpPr>
              <a:xfrm>
                <a:off x="8937443" y="782973"/>
                <a:ext cx="163476" cy="245691"/>
                <a:chOff x="8859399" y="782973"/>
                <a:chExt cx="163476" cy="245691"/>
              </a:xfrm>
            </p:grpSpPr>
            <p:sp>
              <p:nvSpPr>
                <p:cNvPr id="38" name="사각형: 둥근 위쪽 모서리 37">
                  <a:extLst>
                    <a:ext uri="{FF2B5EF4-FFF2-40B4-BE49-F238E27FC236}">
                      <a16:creationId xmlns:a16="http://schemas.microsoft.com/office/drawing/2014/main" id="{D4713393-CFC2-4122-877E-3034FE85FCDB}"/>
                    </a:ext>
                  </a:extLst>
                </p:cNvPr>
                <p:cNvSpPr/>
                <p:nvPr/>
              </p:nvSpPr>
              <p:spPr>
                <a:xfrm>
                  <a:off x="8859399" y="956664"/>
                  <a:ext cx="163476" cy="72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39" name="직사각형 38">
                  <a:extLst>
                    <a:ext uri="{FF2B5EF4-FFF2-40B4-BE49-F238E27FC236}">
                      <a16:creationId xmlns:a16="http://schemas.microsoft.com/office/drawing/2014/main" id="{1564775C-D34F-46E6-9891-2890F6AC79E1}"/>
                    </a:ext>
                  </a:extLst>
                </p:cNvPr>
                <p:cNvSpPr/>
                <p:nvPr/>
              </p:nvSpPr>
              <p:spPr>
                <a:xfrm>
                  <a:off x="8859399" y="782973"/>
                  <a:ext cx="163476" cy="14933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0" cap="none" spc="-30" normalizeH="0" baseline="0" noProof="0" dirty="0">
                      <a:ln w="3175">
                        <a:solidFill>
                          <a:prstClr val="white">
                            <a:lumMod val="75000"/>
                            <a:alpha val="0"/>
                          </a:prstClr>
                        </a:solidFill>
                      </a:ln>
                      <a:solidFill>
                        <a:prstClr val="white">
                          <a:lumMod val="75000"/>
                        </a:prstClr>
                      </a:solidFill>
                      <a:effectLst/>
                      <a:uLnTx/>
                      <a:uFillTx/>
                      <a:latin typeface="KoPub바탕체 Light" panose="00000300000000000000" pitchFamily="2" charset="-127"/>
                      <a:ea typeface="KoPub바탕체 Light" panose="00000300000000000000" pitchFamily="2" charset="-127"/>
                      <a:cs typeface="+mn-cs"/>
                    </a:rPr>
                    <a:t>Ⅲ</a:t>
                  </a:r>
                  <a:endParaRPr kumimoji="0" lang="ko-KR" altLang="en-US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endParaRPr>
                </a:p>
              </p:txBody>
            </p:sp>
          </p:grpSp>
        </p:grpSp>
      </p:grpSp>
      <p:sp>
        <p:nvSpPr>
          <p:cNvPr id="66" name="Rectangle 6">
            <a:extLst>
              <a:ext uri="{FF2B5EF4-FFF2-40B4-BE49-F238E27FC236}">
                <a16:creationId xmlns:a16="http://schemas.microsoft.com/office/drawing/2014/main" id="{2A847166-801D-450D-AC8A-E3F48CF91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13" y="383430"/>
            <a:ext cx="531454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 anchor="b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ko-KR" sz="3600" b="0" i="0" u="none" strike="noStrike" kern="1200" cap="none" spc="-49" normalizeH="0" baseline="0" noProof="0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rgbClr val="A9CE56"/>
                </a:solidFill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  <a:cs typeface="+mn-cs"/>
              </a:rPr>
              <a:t>0</a:t>
            </a:r>
            <a:r>
              <a:rPr lang="en-US" altLang="ko-KR" sz="3600" spc="-49" dirty="0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rgbClr val="4B8E42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4</a:t>
            </a:r>
            <a:endParaRPr kumimoji="0" lang="ko-KR" altLang="en-US" sz="3600" b="0" i="0" u="none" strike="noStrike" kern="1200" cap="none" spc="-49" normalizeH="0" baseline="0" noProof="0" dirty="0">
              <a:ln>
                <a:solidFill>
                  <a:srgbClr val="D64E75">
                    <a:alpha val="0"/>
                  </a:srgbClr>
                </a:solidFill>
              </a:ln>
              <a:solidFill>
                <a:srgbClr val="4B8E42"/>
              </a:solidFill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  <a:cs typeface="+mn-c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FF32E03-56E5-4B04-BD5C-885986C4B79A}"/>
              </a:ext>
            </a:extLst>
          </p:cNvPr>
          <p:cNvSpPr txBox="1"/>
          <p:nvPr/>
        </p:nvSpPr>
        <p:spPr>
          <a:xfrm>
            <a:off x="908768" y="1134938"/>
            <a:ext cx="763510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white"/>
                </a:solidFill>
                <a:latin typeface="+mj-ea"/>
                <a:ea typeface="+mj-ea"/>
              </a:rPr>
              <a:t>안전확인대상 생활화학제품 승인제품에 대한 생활환경안전정보시스템</a:t>
            </a:r>
            <a:r>
              <a:rPr lang="en-US" altLang="ko-KR" sz="1400" b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white"/>
                </a:solidFill>
                <a:latin typeface="+mj-ea"/>
                <a:ea typeface="+mj-ea"/>
              </a:rPr>
              <a:t>(</a:t>
            </a:r>
            <a:r>
              <a:rPr lang="ko-KR" altLang="en-US" sz="1400" b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white"/>
                </a:solidFill>
                <a:latin typeface="+mj-ea"/>
                <a:ea typeface="+mj-ea"/>
              </a:rPr>
              <a:t>초록누리</a:t>
            </a:r>
            <a:r>
              <a:rPr lang="en-US" altLang="ko-KR" sz="1400" b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white"/>
                </a:solidFill>
                <a:latin typeface="+mj-ea"/>
                <a:ea typeface="+mj-ea"/>
              </a:rPr>
              <a:t>) </a:t>
            </a:r>
            <a:r>
              <a:rPr lang="ko-KR" altLang="en-US" sz="1400" b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white"/>
                </a:solidFill>
                <a:latin typeface="+mj-ea"/>
                <a:ea typeface="+mj-ea"/>
              </a:rPr>
              <a:t>제공 시 </a:t>
            </a:r>
            <a:r>
              <a:rPr lang="en-US" altLang="ko-KR" sz="1400" b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white"/>
                </a:solidFill>
                <a:latin typeface="+mj-ea"/>
                <a:ea typeface="+mj-ea"/>
              </a:rPr>
              <a:t>QR </a:t>
            </a:r>
            <a:r>
              <a:rPr lang="ko-KR" altLang="en-US" sz="1400" b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white"/>
                </a:solidFill>
                <a:latin typeface="+mj-ea"/>
                <a:ea typeface="+mj-ea"/>
              </a:rPr>
              <a:t>코드 추가 제공</a:t>
            </a:r>
            <a:endParaRPr kumimoji="0" lang="ko-KR" altLang="en-US" sz="1400" b="1" i="0" u="none" strike="noStrike" kern="1200" cap="none" spc="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FFFF00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pic>
        <p:nvPicPr>
          <p:cNvPr id="22" name="Picture 3">
            <a:extLst>
              <a:ext uri="{FF2B5EF4-FFF2-40B4-BE49-F238E27FC236}">
                <a16:creationId xmlns:a16="http://schemas.microsoft.com/office/drawing/2014/main" id="{67FF1C63-E830-4B47-90FA-B0A1FBA99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668" y="1822102"/>
            <a:ext cx="879973" cy="4668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3C783BBC-2FB8-48E1-BE42-CB8DB88A2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668" y="2732766"/>
            <a:ext cx="879973" cy="694985"/>
          </a:xfrm>
          <a:prstGeom prst="rect">
            <a:avLst/>
          </a:prstGeom>
        </p:spPr>
      </p:pic>
      <p:sp>
        <p:nvSpPr>
          <p:cNvPr id="24" name="모서리가 둥근 직사각형 547">
            <a:extLst>
              <a:ext uri="{FF2B5EF4-FFF2-40B4-BE49-F238E27FC236}">
                <a16:creationId xmlns:a16="http://schemas.microsoft.com/office/drawing/2014/main" id="{BA9B5CC1-C843-4B91-9BFF-B27D558D7E68}"/>
              </a:ext>
            </a:extLst>
          </p:cNvPr>
          <p:cNvSpPr/>
          <p:nvPr/>
        </p:nvSpPr>
        <p:spPr>
          <a:xfrm>
            <a:off x="1949978" y="1871309"/>
            <a:ext cx="1601462" cy="433168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latinLnBrk="0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  <a:defRPr/>
            </a:pPr>
            <a:r>
              <a:rPr kumimoji="1" lang="ko-KR" altLang="en-US" sz="1200" b="1" kern="0" spc="-8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신고대상 안전확인대상</a:t>
            </a:r>
            <a:endParaRPr kumimoji="1" lang="en-US" altLang="ko-KR" sz="1200" b="1" kern="0" spc="-8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algn="ctr" defTabSz="936625" eaLnBrk="0" fontAlgn="base" latinLnBrk="0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  <a:defRPr/>
            </a:pPr>
            <a:r>
              <a:rPr kumimoji="1" lang="ko-KR" altLang="en-US" sz="1200" b="1" kern="0" spc="-8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생활화학제품</a:t>
            </a:r>
            <a:endParaRPr kumimoji="1" lang="ko-KR" altLang="en-US" sz="1200" b="1" kern="0" spc="-8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C00000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5" name="모서리가 둥근 직사각형 547">
            <a:extLst>
              <a:ext uri="{FF2B5EF4-FFF2-40B4-BE49-F238E27FC236}">
                <a16:creationId xmlns:a16="http://schemas.microsoft.com/office/drawing/2014/main" id="{948B9A51-442B-405B-B9E8-F97BE614B171}"/>
              </a:ext>
            </a:extLst>
          </p:cNvPr>
          <p:cNvSpPr/>
          <p:nvPr/>
        </p:nvSpPr>
        <p:spPr>
          <a:xfrm>
            <a:off x="1949978" y="2854132"/>
            <a:ext cx="1601462" cy="393789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</a:pPr>
            <a:r>
              <a:rPr kumimoji="1" lang="ko-KR" altLang="en-US" sz="12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승인대상 안전확인대상</a:t>
            </a:r>
            <a:endParaRPr kumimoji="1" lang="en-US" altLang="ko-KR" sz="1200" b="1" kern="0" spc="-8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</a:pPr>
            <a:r>
              <a:rPr kumimoji="1" lang="ko-KR" altLang="en-US" sz="1200" b="1" kern="0" spc="-8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생활화학제품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51B68249-C2B9-40F3-98CB-D562DEB3D0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8228" y="2088402"/>
            <a:ext cx="845635" cy="84614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16438DA3-B12D-47D5-948A-52B4895A8ADC}"/>
              </a:ext>
            </a:extLst>
          </p:cNvPr>
          <p:cNvCxnSpPr>
            <a:cxnSpLocks/>
            <a:stCxn id="24" idx="3"/>
            <a:endCxn id="27" idx="1"/>
          </p:cNvCxnSpPr>
          <p:nvPr/>
        </p:nvCxnSpPr>
        <p:spPr>
          <a:xfrm>
            <a:off x="3551440" y="2087893"/>
            <a:ext cx="1326788" cy="423582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2D47CC5E-9E1E-4E7B-9BAB-EA9CA2A9D030}"/>
              </a:ext>
            </a:extLst>
          </p:cNvPr>
          <p:cNvCxnSpPr>
            <a:cxnSpLocks/>
            <a:stCxn id="25" idx="3"/>
            <a:endCxn id="27" idx="1"/>
          </p:cNvCxnSpPr>
          <p:nvPr/>
        </p:nvCxnSpPr>
        <p:spPr>
          <a:xfrm flipV="1">
            <a:off x="3551440" y="2511475"/>
            <a:ext cx="1326788" cy="539552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55CE0A71-9F33-4678-9F72-7877F705338D}"/>
              </a:ext>
            </a:extLst>
          </p:cNvPr>
          <p:cNvSpPr/>
          <p:nvPr/>
        </p:nvSpPr>
        <p:spPr>
          <a:xfrm>
            <a:off x="4373522" y="2189507"/>
            <a:ext cx="173642" cy="731445"/>
          </a:xfrm>
          <a:prstGeom prst="roundRect">
            <a:avLst/>
          </a:prstGeom>
          <a:pattFill prst="pct20">
            <a:fgClr>
              <a:srgbClr val="00B0F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23C991B-368E-4EDC-BDDF-2CFA0F1F379E}"/>
              </a:ext>
            </a:extLst>
          </p:cNvPr>
          <p:cNvSpPr txBox="1"/>
          <p:nvPr/>
        </p:nvSpPr>
        <p:spPr>
          <a:xfrm>
            <a:off x="4274394" y="2952903"/>
            <a:ext cx="37189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0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accent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r>
              <a:rPr lang="en-US" altLang="ko-KR" sz="1200" dirty="0"/>
              <a:t>JSON</a:t>
            </a:r>
            <a:endParaRPr lang="ko-KR" altLang="en-US" sz="1200" dirty="0"/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E5FB41FC-55E7-41EC-8C21-73E87FA0841C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5723863" y="2511475"/>
            <a:ext cx="989357" cy="0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5A46C5BD-02F0-4F89-AE3E-11B330A8DB34}"/>
              </a:ext>
            </a:extLst>
          </p:cNvPr>
          <p:cNvGrpSpPr/>
          <p:nvPr/>
        </p:nvGrpSpPr>
        <p:grpSpPr>
          <a:xfrm>
            <a:off x="6807880" y="2304280"/>
            <a:ext cx="478455" cy="414390"/>
            <a:chOff x="5650978" y="5202966"/>
            <a:chExt cx="297083" cy="257304"/>
          </a:xfrm>
        </p:grpSpPr>
        <p:sp>
          <p:nvSpPr>
            <p:cNvPr id="51" name="Freeform 105">
              <a:extLst>
                <a:ext uri="{FF2B5EF4-FFF2-40B4-BE49-F238E27FC236}">
                  <a16:creationId xmlns:a16="http://schemas.microsoft.com/office/drawing/2014/main" id="{9E87E5DF-47C5-4CC1-9CFD-1E851F3D97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89726" y="5202966"/>
              <a:ext cx="151480" cy="169165"/>
            </a:xfrm>
            <a:custGeom>
              <a:avLst/>
              <a:gdLst>
                <a:gd name="T0" fmla="*/ 534 w 928"/>
                <a:gd name="T1" fmla="*/ 686 h 1094"/>
                <a:gd name="T2" fmla="*/ 504 w 928"/>
                <a:gd name="T3" fmla="*/ 700 h 1094"/>
                <a:gd name="T4" fmla="*/ 464 w 928"/>
                <a:gd name="T5" fmla="*/ 702 h 1094"/>
                <a:gd name="T6" fmla="*/ 404 w 928"/>
                <a:gd name="T7" fmla="*/ 670 h 1094"/>
                <a:gd name="T8" fmla="*/ 392 w 928"/>
                <a:gd name="T9" fmla="*/ 612 h 1094"/>
                <a:gd name="T10" fmla="*/ 270 w 928"/>
                <a:gd name="T11" fmla="*/ 458 h 1094"/>
                <a:gd name="T12" fmla="*/ 294 w 928"/>
                <a:gd name="T13" fmla="*/ 434 h 1094"/>
                <a:gd name="T14" fmla="*/ 448 w 928"/>
                <a:gd name="T15" fmla="*/ 558 h 1094"/>
                <a:gd name="T16" fmla="*/ 506 w 928"/>
                <a:gd name="T17" fmla="*/ 568 h 1094"/>
                <a:gd name="T18" fmla="*/ 538 w 928"/>
                <a:gd name="T19" fmla="*/ 630 h 1094"/>
                <a:gd name="T20" fmla="*/ 690 w 928"/>
                <a:gd name="T21" fmla="*/ 402 h 1094"/>
                <a:gd name="T22" fmla="*/ 590 w 928"/>
                <a:gd name="T23" fmla="*/ 334 h 1094"/>
                <a:gd name="T24" fmla="*/ 464 w 928"/>
                <a:gd name="T25" fmla="*/ 310 h 1094"/>
                <a:gd name="T26" fmla="*/ 312 w 928"/>
                <a:gd name="T27" fmla="*/ 348 h 1094"/>
                <a:gd name="T28" fmla="*/ 218 w 928"/>
                <a:gd name="T29" fmla="*/ 426 h 1094"/>
                <a:gd name="T30" fmla="*/ 152 w 928"/>
                <a:gd name="T31" fmla="*/ 564 h 1094"/>
                <a:gd name="T32" fmla="*/ 152 w 928"/>
                <a:gd name="T33" fmla="*/ 694 h 1094"/>
                <a:gd name="T34" fmla="*/ 218 w 928"/>
                <a:gd name="T35" fmla="*/ 832 h 1094"/>
                <a:gd name="T36" fmla="*/ 312 w 928"/>
                <a:gd name="T37" fmla="*/ 910 h 1094"/>
                <a:gd name="T38" fmla="*/ 464 w 928"/>
                <a:gd name="T39" fmla="*/ 950 h 1094"/>
                <a:gd name="T40" fmla="*/ 590 w 928"/>
                <a:gd name="T41" fmla="*/ 924 h 1094"/>
                <a:gd name="T42" fmla="*/ 690 w 928"/>
                <a:gd name="T43" fmla="*/ 856 h 1094"/>
                <a:gd name="T44" fmla="*/ 770 w 928"/>
                <a:gd name="T45" fmla="*/ 724 h 1094"/>
                <a:gd name="T46" fmla="*/ 782 w 928"/>
                <a:gd name="T47" fmla="*/ 596 h 1094"/>
                <a:gd name="T48" fmla="*/ 730 w 928"/>
                <a:gd name="T49" fmla="*/ 450 h 1094"/>
                <a:gd name="T50" fmla="*/ 560 w 928"/>
                <a:gd name="T51" fmla="*/ 128 h 1094"/>
                <a:gd name="T52" fmla="*/ 584 w 928"/>
                <a:gd name="T53" fmla="*/ 24 h 1094"/>
                <a:gd name="T54" fmla="*/ 560 w 928"/>
                <a:gd name="T55" fmla="*/ 0 h 1094"/>
                <a:gd name="T56" fmla="*/ 346 w 928"/>
                <a:gd name="T57" fmla="*/ 16 h 1094"/>
                <a:gd name="T58" fmla="*/ 352 w 928"/>
                <a:gd name="T59" fmla="*/ 122 h 1094"/>
                <a:gd name="T60" fmla="*/ 424 w 928"/>
                <a:gd name="T61" fmla="*/ 166 h 1094"/>
                <a:gd name="T62" fmla="*/ 288 w 928"/>
                <a:gd name="T63" fmla="*/ 200 h 1094"/>
                <a:gd name="T64" fmla="*/ 160 w 928"/>
                <a:gd name="T65" fmla="*/ 176 h 1094"/>
                <a:gd name="T66" fmla="*/ 54 w 928"/>
                <a:gd name="T67" fmla="*/ 236 h 1094"/>
                <a:gd name="T68" fmla="*/ 52 w 928"/>
                <a:gd name="T69" fmla="*/ 270 h 1094"/>
                <a:gd name="T70" fmla="*/ 44 w 928"/>
                <a:gd name="T71" fmla="*/ 432 h 1094"/>
                <a:gd name="T72" fmla="*/ 0 w 928"/>
                <a:gd name="T73" fmla="*/ 630 h 1094"/>
                <a:gd name="T74" fmla="*/ 22 w 928"/>
                <a:gd name="T75" fmla="*/ 768 h 1094"/>
                <a:gd name="T76" fmla="*/ 136 w 928"/>
                <a:gd name="T77" fmla="*/ 958 h 1094"/>
                <a:gd name="T78" fmla="*/ 284 w 928"/>
                <a:gd name="T79" fmla="*/ 1056 h 1094"/>
                <a:gd name="T80" fmla="*/ 464 w 928"/>
                <a:gd name="T81" fmla="*/ 1094 h 1094"/>
                <a:gd name="T82" fmla="*/ 602 w 928"/>
                <a:gd name="T83" fmla="*/ 1072 h 1094"/>
                <a:gd name="T84" fmla="*/ 792 w 928"/>
                <a:gd name="T85" fmla="*/ 958 h 1094"/>
                <a:gd name="T86" fmla="*/ 892 w 928"/>
                <a:gd name="T87" fmla="*/ 810 h 1094"/>
                <a:gd name="T88" fmla="*/ 928 w 928"/>
                <a:gd name="T89" fmla="*/ 630 h 1094"/>
                <a:gd name="T90" fmla="*/ 900 w 928"/>
                <a:gd name="T91" fmla="*/ 468 h 1094"/>
                <a:gd name="T92" fmla="*/ 876 w 928"/>
                <a:gd name="T93" fmla="*/ 270 h 1094"/>
                <a:gd name="T94" fmla="*/ 874 w 928"/>
                <a:gd name="T95" fmla="*/ 236 h 1094"/>
                <a:gd name="T96" fmla="*/ 776 w 928"/>
                <a:gd name="T97" fmla="*/ 170 h 1094"/>
                <a:gd name="T98" fmla="*/ 666 w 928"/>
                <a:gd name="T99" fmla="*/ 210 h 1094"/>
                <a:gd name="T100" fmla="*/ 532 w 928"/>
                <a:gd name="T101" fmla="*/ 170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928" h="1094">
                  <a:moveTo>
                    <a:pt x="530" y="662"/>
                  </a:moveTo>
                  <a:lnTo>
                    <a:pt x="530" y="662"/>
                  </a:lnTo>
                  <a:lnTo>
                    <a:pt x="534" y="670"/>
                  </a:lnTo>
                  <a:lnTo>
                    <a:pt x="536" y="678"/>
                  </a:lnTo>
                  <a:lnTo>
                    <a:pt x="534" y="686"/>
                  </a:lnTo>
                  <a:lnTo>
                    <a:pt x="528" y="694"/>
                  </a:lnTo>
                  <a:lnTo>
                    <a:pt x="528" y="694"/>
                  </a:lnTo>
                  <a:lnTo>
                    <a:pt x="522" y="698"/>
                  </a:lnTo>
                  <a:lnTo>
                    <a:pt x="514" y="700"/>
                  </a:lnTo>
                  <a:lnTo>
                    <a:pt x="504" y="700"/>
                  </a:lnTo>
                  <a:lnTo>
                    <a:pt x="496" y="696"/>
                  </a:lnTo>
                  <a:lnTo>
                    <a:pt x="496" y="696"/>
                  </a:lnTo>
                  <a:lnTo>
                    <a:pt x="482" y="700"/>
                  </a:lnTo>
                  <a:lnTo>
                    <a:pt x="464" y="702"/>
                  </a:lnTo>
                  <a:lnTo>
                    <a:pt x="464" y="702"/>
                  </a:lnTo>
                  <a:lnTo>
                    <a:pt x="450" y="702"/>
                  </a:lnTo>
                  <a:lnTo>
                    <a:pt x="436" y="698"/>
                  </a:lnTo>
                  <a:lnTo>
                    <a:pt x="424" y="690"/>
                  </a:lnTo>
                  <a:lnTo>
                    <a:pt x="412" y="682"/>
                  </a:lnTo>
                  <a:lnTo>
                    <a:pt x="404" y="670"/>
                  </a:lnTo>
                  <a:lnTo>
                    <a:pt x="396" y="658"/>
                  </a:lnTo>
                  <a:lnTo>
                    <a:pt x="392" y="644"/>
                  </a:lnTo>
                  <a:lnTo>
                    <a:pt x="390" y="630"/>
                  </a:lnTo>
                  <a:lnTo>
                    <a:pt x="390" y="630"/>
                  </a:lnTo>
                  <a:lnTo>
                    <a:pt x="392" y="612"/>
                  </a:lnTo>
                  <a:lnTo>
                    <a:pt x="398" y="596"/>
                  </a:lnTo>
                  <a:lnTo>
                    <a:pt x="276" y="474"/>
                  </a:lnTo>
                  <a:lnTo>
                    <a:pt x="276" y="474"/>
                  </a:lnTo>
                  <a:lnTo>
                    <a:pt x="272" y="466"/>
                  </a:lnTo>
                  <a:lnTo>
                    <a:pt x="270" y="458"/>
                  </a:lnTo>
                  <a:lnTo>
                    <a:pt x="272" y="448"/>
                  </a:lnTo>
                  <a:lnTo>
                    <a:pt x="276" y="440"/>
                  </a:lnTo>
                  <a:lnTo>
                    <a:pt x="276" y="440"/>
                  </a:lnTo>
                  <a:lnTo>
                    <a:pt x="284" y="436"/>
                  </a:lnTo>
                  <a:lnTo>
                    <a:pt x="294" y="434"/>
                  </a:lnTo>
                  <a:lnTo>
                    <a:pt x="302" y="436"/>
                  </a:lnTo>
                  <a:lnTo>
                    <a:pt x="310" y="440"/>
                  </a:lnTo>
                  <a:lnTo>
                    <a:pt x="432" y="562"/>
                  </a:lnTo>
                  <a:lnTo>
                    <a:pt x="432" y="562"/>
                  </a:lnTo>
                  <a:lnTo>
                    <a:pt x="448" y="558"/>
                  </a:lnTo>
                  <a:lnTo>
                    <a:pt x="464" y="556"/>
                  </a:lnTo>
                  <a:lnTo>
                    <a:pt x="464" y="556"/>
                  </a:lnTo>
                  <a:lnTo>
                    <a:pt x="480" y="558"/>
                  </a:lnTo>
                  <a:lnTo>
                    <a:pt x="494" y="562"/>
                  </a:lnTo>
                  <a:lnTo>
                    <a:pt x="506" y="568"/>
                  </a:lnTo>
                  <a:lnTo>
                    <a:pt x="516" y="578"/>
                  </a:lnTo>
                  <a:lnTo>
                    <a:pt x="526" y="588"/>
                  </a:lnTo>
                  <a:lnTo>
                    <a:pt x="532" y="600"/>
                  </a:lnTo>
                  <a:lnTo>
                    <a:pt x="536" y="614"/>
                  </a:lnTo>
                  <a:lnTo>
                    <a:pt x="538" y="630"/>
                  </a:lnTo>
                  <a:lnTo>
                    <a:pt x="538" y="630"/>
                  </a:lnTo>
                  <a:lnTo>
                    <a:pt x="536" y="646"/>
                  </a:lnTo>
                  <a:lnTo>
                    <a:pt x="530" y="662"/>
                  </a:lnTo>
                  <a:lnTo>
                    <a:pt x="530" y="662"/>
                  </a:lnTo>
                  <a:close/>
                  <a:moveTo>
                    <a:pt x="690" y="402"/>
                  </a:moveTo>
                  <a:lnTo>
                    <a:pt x="690" y="402"/>
                  </a:lnTo>
                  <a:lnTo>
                    <a:pt x="668" y="382"/>
                  </a:lnTo>
                  <a:lnTo>
                    <a:pt x="644" y="364"/>
                  </a:lnTo>
                  <a:lnTo>
                    <a:pt x="618" y="348"/>
                  </a:lnTo>
                  <a:lnTo>
                    <a:pt x="590" y="334"/>
                  </a:lnTo>
                  <a:lnTo>
                    <a:pt x="560" y="324"/>
                  </a:lnTo>
                  <a:lnTo>
                    <a:pt x="530" y="316"/>
                  </a:lnTo>
                  <a:lnTo>
                    <a:pt x="498" y="310"/>
                  </a:lnTo>
                  <a:lnTo>
                    <a:pt x="464" y="310"/>
                  </a:lnTo>
                  <a:lnTo>
                    <a:pt x="464" y="310"/>
                  </a:lnTo>
                  <a:lnTo>
                    <a:pt x="432" y="310"/>
                  </a:lnTo>
                  <a:lnTo>
                    <a:pt x="400" y="316"/>
                  </a:lnTo>
                  <a:lnTo>
                    <a:pt x="370" y="324"/>
                  </a:lnTo>
                  <a:lnTo>
                    <a:pt x="340" y="334"/>
                  </a:lnTo>
                  <a:lnTo>
                    <a:pt x="312" y="348"/>
                  </a:lnTo>
                  <a:lnTo>
                    <a:pt x="286" y="364"/>
                  </a:lnTo>
                  <a:lnTo>
                    <a:pt x="260" y="382"/>
                  </a:lnTo>
                  <a:lnTo>
                    <a:pt x="238" y="402"/>
                  </a:lnTo>
                  <a:lnTo>
                    <a:pt x="238" y="402"/>
                  </a:lnTo>
                  <a:lnTo>
                    <a:pt x="218" y="426"/>
                  </a:lnTo>
                  <a:lnTo>
                    <a:pt x="200" y="450"/>
                  </a:lnTo>
                  <a:lnTo>
                    <a:pt x="184" y="476"/>
                  </a:lnTo>
                  <a:lnTo>
                    <a:pt x="170" y="504"/>
                  </a:lnTo>
                  <a:lnTo>
                    <a:pt x="158" y="534"/>
                  </a:lnTo>
                  <a:lnTo>
                    <a:pt x="152" y="564"/>
                  </a:lnTo>
                  <a:lnTo>
                    <a:pt x="146" y="596"/>
                  </a:lnTo>
                  <a:lnTo>
                    <a:pt x="144" y="630"/>
                  </a:lnTo>
                  <a:lnTo>
                    <a:pt x="144" y="630"/>
                  </a:lnTo>
                  <a:lnTo>
                    <a:pt x="146" y="662"/>
                  </a:lnTo>
                  <a:lnTo>
                    <a:pt x="152" y="694"/>
                  </a:lnTo>
                  <a:lnTo>
                    <a:pt x="158" y="724"/>
                  </a:lnTo>
                  <a:lnTo>
                    <a:pt x="170" y="754"/>
                  </a:lnTo>
                  <a:lnTo>
                    <a:pt x="184" y="782"/>
                  </a:lnTo>
                  <a:lnTo>
                    <a:pt x="200" y="808"/>
                  </a:lnTo>
                  <a:lnTo>
                    <a:pt x="218" y="832"/>
                  </a:lnTo>
                  <a:lnTo>
                    <a:pt x="238" y="856"/>
                  </a:lnTo>
                  <a:lnTo>
                    <a:pt x="238" y="856"/>
                  </a:lnTo>
                  <a:lnTo>
                    <a:pt x="260" y="876"/>
                  </a:lnTo>
                  <a:lnTo>
                    <a:pt x="286" y="894"/>
                  </a:lnTo>
                  <a:lnTo>
                    <a:pt x="312" y="910"/>
                  </a:lnTo>
                  <a:lnTo>
                    <a:pt x="340" y="924"/>
                  </a:lnTo>
                  <a:lnTo>
                    <a:pt x="370" y="934"/>
                  </a:lnTo>
                  <a:lnTo>
                    <a:pt x="400" y="942"/>
                  </a:lnTo>
                  <a:lnTo>
                    <a:pt x="432" y="948"/>
                  </a:lnTo>
                  <a:lnTo>
                    <a:pt x="464" y="950"/>
                  </a:lnTo>
                  <a:lnTo>
                    <a:pt x="464" y="950"/>
                  </a:lnTo>
                  <a:lnTo>
                    <a:pt x="498" y="948"/>
                  </a:lnTo>
                  <a:lnTo>
                    <a:pt x="530" y="942"/>
                  </a:lnTo>
                  <a:lnTo>
                    <a:pt x="560" y="934"/>
                  </a:lnTo>
                  <a:lnTo>
                    <a:pt x="590" y="924"/>
                  </a:lnTo>
                  <a:lnTo>
                    <a:pt x="618" y="910"/>
                  </a:lnTo>
                  <a:lnTo>
                    <a:pt x="644" y="894"/>
                  </a:lnTo>
                  <a:lnTo>
                    <a:pt x="668" y="876"/>
                  </a:lnTo>
                  <a:lnTo>
                    <a:pt x="690" y="856"/>
                  </a:lnTo>
                  <a:lnTo>
                    <a:pt x="690" y="856"/>
                  </a:lnTo>
                  <a:lnTo>
                    <a:pt x="712" y="832"/>
                  </a:lnTo>
                  <a:lnTo>
                    <a:pt x="730" y="808"/>
                  </a:lnTo>
                  <a:lnTo>
                    <a:pt x="746" y="782"/>
                  </a:lnTo>
                  <a:lnTo>
                    <a:pt x="760" y="754"/>
                  </a:lnTo>
                  <a:lnTo>
                    <a:pt x="770" y="724"/>
                  </a:lnTo>
                  <a:lnTo>
                    <a:pt x="778" y="694"/>
                  </a:lnTo>
                  <a:lnTo>
                    <a:pt x="782" y="662"/>
                  </a:lnTo>
                  <a:lnTo>
                    <a:pt x="784" y="630"/>
                  </a:lnTo>
                  <a:lnTo>
                    <a:pt x="784" y="630"/>
                  </a:lnTo>
                  <a:lnTo>
                    <a:pt x="782" y="596"/>
                  </a:lnTo>
                  <a:lnTo>
                    <a:pt x="778" y="564"/>
                  </a:lnTo>
                  <a:lnTo>
                    <a:pt x="770" y="534"/>
                  </a:lnTo>
                  <a:lnTo>
                    <a:pt x="760" y="504"/>
                  </a:lnTo>
                  <a:lnTo>
                    <a:pt x="746" y="476"/>
                  </a:lnTo>
                  <a:lnTo>
                    <a:pt x="730" y="450"/>
                  </a:lnTo>
                  <a:lnTo>
                    <a:pt x="712" y="426"/>
                  </a:lnTo>
                  <a:lnTo>
                    <a:pt x="690" y="402"/>
                  </a:lnTo>
                  <a:lnTo>
                    <a:pt x="690" y="402"/>
                  </a:lnTo>
                  <a:close/>
                  <a:moveTo>
                    <a:pt x="560" y="128"/>
                  </a:moveTo>
                  <a:lnTo>
                    <a:pt x="560" y="128"/>
                  </a:lnTo>
                  <a:lnTo>
                    <a:pt x="570" y="126"/>
                  </a:lnTo>
                  <a:lnTo>
                    <a:pt x="578" y="122"/>
                  </a:lnTo>
                  <a:lnTo>
                    <a:pt x="582" y="114"/>
                  </a:lnTo>
                  <a:lnTo>
                    <a:pt x="584" y="104"/>
                  </a:lnTo>
                  <a:lnTo>
                    <a:pt x="584" y="24"/>
                  </a:lnTo>
                  <a:lnTo>
                    <a:pt x="584" y="24"/>
                  </a:lnTo>
                  <a:lnTo>
                    <a:pt x="582" y="16"/>
                  </a:lnTo>
                  <a:lnTo>
                    <a:pt x="578" y="8"/>
                  </a:lnTo>
                  <a:lnTo>
                    <a:pt x="570" y="2"/>
                  </a:lnTo>
                  <a:lnTo>
                    <a:pt x="560" y="0"/>
                  </a:lnTo>
                  <a:lnTo>
                    <a:pt x="368" y="0"/>
                  </a:lnTo>
                  <a:lnTo>
                    <a:pt x="368" y="0"/>
                  </a:lnTo>
                  <a:lnTo>
                    <a:pt x="360" y="2"/>
                  </a:lnTo>
                  <a:lnTo>
                    <a:pt x="352" y="8"/>
                  </a:lnTo>
                  <a:lnTo>
                    <a:pt x="346" y="16"/>
                  </a:lnTo>
                  <a:lnTo>
                    <a:pt x="344" y="24"/>
                  </a:lnTo>
                  <a:lnTo>
                    <a:pt x="344" y="104"/>
                  </a:lnTo>
                  <a:lnTo>
                    <a:pt x="344" y="104"/>
                  </a:lnTo>
                  <a:lnTo>
                    <a:pt x="346" y="114"/>
                  </a:lnTo>
                  <a:lnTo>
                    <a:pt x="352" y="122"/>
                  </a:lnTo>
                  <a:lnTo>
                    <a:pt x="360" y="126"/>
                  </a:lnTo>
                  <a:lnTo>
                    <a:pt x="368" y="128"/>
                  </a:lnTo>
                  <a:lnTo>
                    <a:pt x="424" y="128"/>
                  </a:lnTo>
                  <a:lnTo>
                    <a:pt x="424" y="166"/>
                  </a:lnTo>
                  <a:lnTo>
                    <a:pt x="424" y="166"/>
                  </a:lnTo>
                  <a:lnTo>
                    <a:pt x="396" y="170"/>
                  </a:lnTo>
                  <a:lnTo>
                    <a:pt x="368" y="176"/>
                  </a:lnTo>
                  <a:lnTo>
                    <a:pt x="342" y="182"/>
                  </a:lnTo>
                  <a:lnTo>
                    <a:pt x="314" y="190"/>
                  </a:lnTo>
                  <a:lnTo>
                    <a:pt x="288" y="200"/>
                  </a:lnTo>
                  <a:lnTo>
                    <a:pt x="264" y="210"/>
                  </a:lnTo>
                  <a:lnTo>
                    <a:pt x="240" y="224"/>
                  </a:lnTo>
                  <a:lnTo>
                    <a:pt x="216" y="238"/>
                  </a:lnTo>
                  <a:lnTo>
                    <a:pt x="160" y="176"/>
                  </a:lnTo>
                  <a:lnTo>
                    <a:pt x="160" y="176"/>
                  </a:lnTo>
                  <a:lnTo>
                    <a:pt x="154" y="170"/>
                  </a:lnTo>
                  <a:lnTo>
                    <a:pt x="144" y="166"/>
                  </a:lnTo>
                  <a:lnTo>
                    <a:pt x="136" y="168"/>
                  </a:lnTo>
                  <a:lnTo>
                    <a:pt x="126" y="172"/>
                  </a:lnTo>
                  <a:lnTo>
                    <a:pt x="54" y="236"/>
                  </a:lnTo>
                  <a:lnTo>
                    <a:pt x="54" y="236"/>
                  </a:lnTo>
                  <a:lnTo>
                    <a:pt x="48" y="244"/>
                  </a:lnTo>
                  <a:lnTo>
                    <a:pt x="46" y="252"/>
                  </a:lnTo>
                  <a:lnTo>
                    <a:pt x="48" y="262"/>
                  </a:lnTo>
                  <a:lnTo>
                    <a:pt x="52" y="270"/>
                  </a:lnTo>
                  <a:lnTo>
                    <a:pt x="108" y="332"/>
                  </a:lnTo>
                  <a:lnTo>
                    <a:pt x="108" y="332"/>
                  </a:lnTo>
                  <a:lnTo>
                    <a:pt x="84" y="364"/>
                  </a:lnTo>
                  <a:lnTo>
                    <a:pt x="62" y="398"/>
                  </a:lnTo>
                  <a:lnTo>
                    <a:pt x="44" y="432"/>
                  </a:lnTo>
                  <a:lnTo>
                    <a:pt x="28" y="468"/>
                  </a:lnTo>
                  <a:lnTo>
                    <a:pt x="16" y="508"/>
                  </a:lnTo>
                  <a:lnTo>
                    <a:pt x="8" y="546"/>
                  </a:lnTo>
                  <a:lnTo>
                    <a:pt x="2" y="588"/>
                  </a:lnTo>
                  <a:lnTo>
                    <a:pt x="0" y="630"/>
                  </a:lnTo>
                  <a:lnTo>
                    <a:pt x="0" y="630"/>
                  </a:lnTo>
                  <a:lnTo>
                    <a:pt x="2" y="654"/>
                  </a:lnTo>
                  <a:lnTo>
                    <a:pt x="2" y="676"/>
                  </a:lnTo>
                  <a:lnTo>
                    <a:pt x="10" y="722"/>
                  </a:lnTo>
                  <a:lnTo>
                    <a:pt x="22" y="768"/>
                  </a:lnTo>
                  <a:lnTo>
                    <a:pt x="36" y="810"/>
                  </a:lnTo>
                  <a:lnTo>
                    <a:pt x="56" y="850"/>
                  </a:lnTo>
                  <a:lnTo>
                    <a:pt x="80" y="888"/>
                  </a:lnTo>
                  <a:lnTo>
                    <a:pt x="106" y="924"/>
                  </a:lnTo>
                  <a:lnTo>
                    <a:pt x="136" y="958"/>
                  </a:lnTo>
                  <a:lnTo>
                    <a:pt x="136" y="958"/>
                  </a:lnTo>
                  <a:lnTo>
                    <a:pt x="170" y="988"/>
                  </a:lnTo>
                  <a:lnTo>
                    <a:pt x="206" y="1014"/>
                  </a:lnTo>
                  <a:lnTo>
                    <a:pt x="244" y="1038"/>
                  </a:lnTo>
                  <a:lnTo>
                    <a:pt x="284" y="1056"/>
                  </a:lnTo>
                  <a:lnTo>
                    <a:pt x="326" y="1072"/>
                  </a:lnTo>
                  <a:lnTo>
                    <a:pt x="372" y="1084"/>
                  </a:lnTo>
                  <a:lnTo>
                    <a:pt x="418" y="1090"/>
                  </a:lnTo>
                  <a:lnTo>
                    <a:pt x="440" y="1092"/>
                  </a:lnTo>
                  <a:lnTo>
                    <a:pt x="464" y="1094"/>
                  </a:lnTo>
                  <a:lnTo>
                    <a:pt x="464" y="1094"/>
                  </a:lnTo>
                  <a:lnTo>
                    <a:pt x="488" y="1092"/>
                  </a:lnTo>
                  <a:lnTo>
                    <a:pt x="512" y="1090"/>
                  </a:lnTo>
                  <a:lnTo>
                    <a:pt x="558" y="1084"/>
                  </a:lnTo>
                  <a:lnTo>
                    <a:pt x="602" y="1072"/>
                  </a:lnTo>
                  <a:lnTo>
                    <a:pt x="646" y="1056"/>
                  </a:lnTo>
                  <a:lnTo>
                    <a:pt x="686" y="1038"/>
                  </a:lnTo>
                  <a:lnTo>
                    <a:pt x="724" y="1014"/>
                  </a:lnTo>
                  <a:lnTo>
                    <a:pt x="760" y="988"/>
                  </a:lnTo>
                  <a:lnTo>
                    <a:pt x="792" y="958"/>
                  </a:lnTo>
                  <a:lnTo>
                    <a:pt x="792" y="958"/>
                  </a:lnTo>
                  <a:lnTo>
                    <a:pt x="822" y="924"/>
                  </a:lnTo>
                  <a:lnTo>
                    <a:pt x="850" y="888"/>
                  </a:lnTo>
                  <a:lnTo>
                    <a:pt x="872" y="850"/>
                  </a:lnTo>
                  <a:lnTo>
                    <a:pt x="892" y="810"/>
                  </a:lnTo>
                  <a:lnTo>
                    <a:pt x="908" y="768"/>
                  </a:lnTo>
                  <a:lnTo>
                    <a:pt x="920" y="722"/>
                  </a:lnTo>
                  <a:lnTo>
                    <a:pt x="926" y="676"/>
                  </a:lnTo>
                  <a:lnTo>
                    <a:pt x="928" y="654"/>
                  </a:lnTo>
                  <a:lnTo>
                    <a:pt x="928" y="630"/>
                  </a:lnTo>
                  <a:lnTo>
                    <a:pt x="928" y="630"/>
                  </a:lnTo>
                  <a:lnTo>
                    <a:pt x="926" y="588"/>
                  </a:lnTo>
                  <a:lnTo>
                    <a:pt x="922" y="546"/>
                  </a:lnTo>
                  <a:lnTo>
                    <a:pt x="912" y="508"/>
                  </a:lnTo>
                  <a:lnTo>
                    <a:pt x="900" y="468"/>
                  </a:lnTo>
                  <a:lnTo>
                    <a:pt x="884" y="432"/>
                  </a:lnTo>
                  <a:lnTo>
                    <a:pt x="866" y="398"/>
                  </a:lnTo>
                  <a:lnTo>
                    <a:pt x="846" y="364"/>
                  </a:lnTo>
                  <a:lnTo>
                    <a:pt x="822" y="332"/>
                  </a:lnTo>
                  <a:lnTo>
                    <a:pt x="876" y="270"/>
                  </a:lnTo>
                  <a:lnTo>
                    <a:pt x="876" y="270"/>
                  </a:lnTo>
                  <a:lnTo>
                    <a:pt x="882" y="262"/>
                  </a:lnTo>
                  <a:lnTo>
                    <a:pt x="882" y="252"/>
                  </a:lnTo>
                  <a:lnTo>
                    <a:pt x="880" y="244"/>
                  </a:lnTo>
                  <a:lnTo>
                    <a:pt x="874" y="236"/>
                  </a:lnTo>
                  <a:lnTo>
                    <a:pt x="802" y="172"/>
                  </a:lnTo>
                  <a:lnTo>
                    <a:pt x="802" y="172"/>
                  </a:lnTo>
                  <a:lnTo>
                    <a:pt x="794" y="168"/>
                  </a:lnTo>
                  <a:lnTo>
                    <a:pt x="784" y="166"/>
                  </a:lnTo>
                  <a:lnTo>
                    <a:pt x="776" y="170"/>
                  </a:lnTo>
                  <a:lnTo>
                    <a:pt x="768" y="176"/>
                  </a:lnTo>
                  <a:lnTo>
                    <a:pt x="714" y="238"/>
                  </a:lnTo>
                  <a:lnTo>
                    <a:pt x="714" y="238"/>
                  </a:lnTo>
                  <a:lnTo>
                    <a:pt x="690" y="224"/>
                  </a:lnTo>
                  <a:lnTo>
                    <a:pt x="666" y="210"/>
                  </a:lnTo>
                  <a:lnTo>
                    <a:pt x="640" y="200"/>
                  </a:lnTo>
                  <a:lnTo>
                    <a:pt x="614" y="190"/>
                  </a:lnTo>
                  <a:lnTo>
                    <a:pt x="588" y="182"/>
                  </a:lnTo>
                  <a:lnTo>
                    <a:pt x="560" y="176"/>
                  </a:lnTo>
                  <a:lnTo>
                    <a:pt x="532" y="170"/>
                  </a:lnTo>
                  <a:lnTo>
                    <a:pt x="504" y="166"/>
                  </a:lnTo>
                  <a:lnTo>
                    <a:pt x="504" y="128"/>
                  </a:lnTo>
                  <a:lnTo>
                    <a:pt x="560" y="128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600" dirty="0">
                <a:solidFill>
                  <a:srgbClr val="FFFFFF">
                    <a:lumMod val="85000"/>
                  </a:srgb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52" name="Freeform 106">
              <a:extLst>
                <a:ext uri="{FF2B5EF4-FFF2-40B4-BE49-F238E27FC236}">
                  <a16:creationId xmlns:a16="http://schemas.microsoft.com/office/drawing/2014/main" id="{AA88C479-DFE6-4543-A49B-08BABD5779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69383" y="5369966"/>
              <a:ext cx="78678" cy="74532"/>
            </a:xfrm>
            <a:custGeom>
              <a:avLst/>
              <a:gdLst>
                <a:gd name="T0" fmla="*/ 328 w 482"/>
                <a:gd name="T1" fmla="*/ 464 h 482"/>
                <a:gd name="T2" fmla="*/ 298 w 482"/>
                <a:gd name="T3" fmla="*/ 422 h 482"/>
                <a:gd name="T4" fmla="*/ 266 w 482"/>
                <a:gd name="T5" fmla="*/ 430 h 482"/>
                <a:gd name="T6" fmla="*/ 234 w 482"/>
                <a:gd name="T7" fmla="*/ 432 h 482"/>
                <a:gd name="T8" fmla="*/ 142 w 482"/>
                <a:gd name="T9" fmla="*/ 462 h 482"/>
                <a:gd name="T10" fmla="*/ 150 w 482"/>
                <a:gd name="T11" fmla="*/ 410 h 482"/>
                <a:gd name="T12" fmla="*/ 124 w 482"/>
                <a:gd name="T13" fmla="*/ 392 h 482"/>
                <a:gd name="T14" fmla="*/ 100 w 482"/>
                <a:gd name="T15" fmla="*/ 370 h 482"/>
                <a:gd name="T16" fmla="*/ 16 w 482"/>
                <a:gd name="T17" fmla="*/ 326 h 482"/>
                <a:gd name="T18" fmla="*/ 56 w 482"/>
                <a:gd name="T19" fmla="*/ 296 h 482"/>
                <a:gd name="T20" fmla="*/ 50 w 482"/>
                <a:gd name="T21" fmla="*/ 264 h 482"/>
                <a:gd name="T22" fmla="*/ 48 w 482"/>
                <a:gd name="T23" fmla="*/ 232 h 482"/>
                <a:gd name="T24" fmla="*/ 18 w 482"/>
                <a:gd name="T25" fmla="*/ 142 h 482"/>
                <a:gd name="T26" fmla="*/ 70 w 482"/>
                <a:gd name="T27" fmla="*/ 148 h 482"/>
                <a:gd name="T28" fmla="*/ 88 w 482"/>
                <a:gd name="T29" fmla="*/ 122 h 482"/>
                <a:gd name="T30" fmla="*/ 110 w 482"/>
                <a:gd name="T31" fmla="*/ 98 h 482"/>
                <a:gd name="T32" fmla="*/ 154 w 482"/>
                <a:gd name="T33" fmla="*/ 14 h 482"/>
                <a:gd name="T34" fmla="*/ 184 w 482"/>
                <a:gd name="T35" fmla="*/ 54 h 482"/>
                <a:gd name="T36" fmla="*/ 216 w 482"/>
                <a:gd name="T37" fmla="*/ 48 h 482"/>
                <a:gd name="T38" fmla="*/ 248 w 482"/>
                <a:gd name="T39" fmla="*/ 46 h 482"/>
                <a:gd name="T40" fmla="*/ 338 w 482"/>
                <a:gd name="T41" fmla="*/ 18 h 482"/>
                <a:gd name="T42" fmla="*/ 330 w 482"/>
                <a:gd name="T43" fmla="*/ 68 h 482"/>
                <a:gd name="T44" fmla="*/ 358 w 482"/>
                <a:gd name="T45" fmla="*/ 86 h 482"/>
                <a:gd name="T46" fmla="*/ 382 w 482"/>
                <a:gd name="T47" fmla="*/ 108 h 482"/>
                <a:gd name="T48" fmla="*/ 466 w 482"/>
                <a:gd name="T49" fmla="*/ 152 h 482"/>
                <a:gd name="T50" fmla="*/ 426 w 482"/>
                <a:gd name="T51" fmla="*/ 182 h 482"/>
                <a:gd name="T52" fmla="*/ 432 w 482"/>
                <a:gd name="T53" fmla="*/ 214 h 482"/>
                <a:gd name="T54" fmla="*/ 434 w 482"/>
                <a:gd name="T55" fmla="*/ 246 h 482"/>
                <a:gd name="T56" fmla="*/ 464 w 482"/>
                <a:gd name="T57" fmla="*/ 336 h 482"/>
                <a:gd name="T58" fmla="*/ 412 w 482"/>
                <a:gd name="T59" fmla="*/ 328 h 482"/>
                <a:gd name="T60" fmla="*/ 394 w 482"/>
                <a:gd name="T61" fmla="*/ 356 h 482"/>
                <a:gd name="T62" fmla="*/ 372 w 482"/>
                <a:gd name="T63" fmla="*/ 380 h 482"/>
                <a:gd name="T64" fmla="*/ 392 w 482"/>
                <a:gd name="T65" fmla="*/ 426 h 482"/>
                <a:gd name="T66" fmla="*/ 304 w 482"/>
                <a:gd name="T67" fmla="*/ 202 h 482"/>
                <a:gd name="T68" fmla="*/ 286 w 482"/>
                <a:gd name="T69" fmla="*/ 182 h 482"/>
                <a:gd name="T70" fmla="*/ 260 w 482"/>
                <a:gd name="T71" fmla="*/ 170 h 482"/>
                <a:gd name="T72" fmla="*/ 246 w 482"/>
                <a:gd name="T73" fmla="*/ 166 h 482"/>
                <a:gd name="T74" fmla="*/ 218 w 482"/>
                <a:gd name="T75" fmla="*/ 170 h 482"/>
                <a:gd name="T76" fmla="*/ 204 w 482"/>
                <a:gd name="T77" fmla="*/ 176 h 482"/>
                <a:gd name="T78" fmla="*/ 184 w 482"/>
                <a:gd name="T79" fmla="*/ 194 h 482"/>
                <a:gd name="T80" fmla="*/ 172 w 482"/>
                <a:gd name="T81" fmla="*/ 220 h 482"/>
                <a:gd name="T82" fmla="*/ 168 w 482"/>
                <a:gd name="T83" fmla="*/ 234 h 482"/>
                <a:gd name="T84" fmla="*/ 172 w 482"/>
                <a:gd name="T85" fmla="*/ 262 h 482"/>
                <a:gd name="T86" fmla="*/ 178 w 482"/>
                <a:gd name="T87" fmla="*/ 274 h 482"/>
                <a:gd name="T88" fmla="*/ 196 w 482"/>
                <a:gd name="T89" fmla="*/ 296 h 482"/>
                <a:gd name="T90" fmla="*/ 222 w 482"/>
                <a:gd name="T91" fmla="*/ 308 h 482"/>
                <a:gd name="T92" fmla="*/ 236 w 482"/>
                <a:gd name="T93" fmla="*/ 310 h 482"/>
                <a:gd name="T94" fmla="*/ 264 w 482"/>
                <a:gd name="T95" fmla="*/ 306 h 482"/>
                <a:gd name="T96" fmla="*/ 276 w 482"/>
                <a:gd name="T97" fmla="*/ 300 h 482"/>
                <a:gd name="T98" fmla="*/ 298 w 482"/>
                <a:gd name="T99" fmla="*/ 282 h 482"/>
                <a:gd name="T100" fmla="*/ 310 w 482"/>
                <a:gd name="T101" fmla="*/ 258 h 482"/>
                <a:gd name="T102" fmla="*/ 312 w 482"/>
                <a:gd name="T103" fmla="*/ 242 h 482"/>
                <a:gd name="T104" fmla="*/ 308 w 482"/>
                <a:gd name="T105" fmla="*/ 216 h 482"/>
                <a:gd name="T106" fmla="*/ 304 w 482"/>
                <a:gd name="T107" fmla="*/ 202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82" h="482">
                  <a:moveTo>
                    <a:pt x="392" y="426"/>
                  </a:moveTo>
                  <a:lnTo>
                    <a:pt x="328" y="464"/>
                  </a:lnTo>
                  <a:lnTo>
                    <a:pt x="298" y="422"/>
                  </a:lnTo>
                  <a:lnTo>
                    <a:pt x="298" y="422"/>
                  </a:lnTo>
                  <a:lnTo>
                    <a:pt x="282" y="428"/>
                  </a:lnTo>
                  <a:lnTo>
                    <a:pt x="266" y="430"/>
                  </a:lnTo>
                  <a:lnTo>
                    <a:pt x="250" y="432"/>
                  </a:lnTo>
                  <a:lnTo>
                    <a:pt x="234" y="432"/>
                  </a:lnTo>
                  <a:lnTo>
                    <a:pt x="214" y="482"/>
                  </a:lnTo>
                  <a:lnTo>
                    <a:pt x="142" y="462"/>
                  </a:lnTo>
                  <a:lnTo>
                    <a:pt x="150" y="410"/>
                  </a:lnTo>
                  <a:lnTo>
                    <a:pt x="150" y="410"/>
                  </a:lnTo>
                  <a:lnTo>
                    <a:pt x="136" y="402"/>
                  </a:lnTo>
                  <a:lnTo>
                    <a:pt x="124" y="392"/>
                  </a:lnTo>
                  <a:lnTo>
                    <a:pt x="110" y="382"/>
                  </a:lnTo>
                  <a:lnTo>
                    <a:pt x="100" y="370"/>
                  </a:lnTo>
                  <a:lnTo>
                    <a:pt x="52" y="390"/>
                  </a:lnTo>
                  <a:lnTo>
                    <a:pt x="16" y="326"/>
                  </a:lnTo>
                  <a:lnTo>
                    <a:pt x="56" y="296"/>
                  </a:lnTo>
                  <a:lnTo>
                    <a:pt x="56" y="296"/>
                  </a:lnTo>
                  <a:lnTo>
                    <a:pt x="52" y="280"/>
                  </a:lnTo>
                  <a:lnTo>
                    <a:pt x="50" y="264"/>
                  </a:lnTo>
                  <a:lnTo>
                    <a:pt x="48" y="248"/>
                  </a:lnTo>
                  <a:lnTo>
                    <a:pt x="48" y="232"/>
                  </a:lnTo>
                  <a:lnTo>
                    <a:pt x="0" y="212"/>
                  </a:lnTo>
                  <a:lnTo>
                    <a:pt x="18" y="142"/>
                  </a:lnTo>
                  <a:lnTo>
                    <a:pt x="70" y="148"/>
                  </a:lnTo>
                  <a:lnTo>
                    <a:pt x="70" y="148"/>
                  </a:lnTo>
                  <a:lnTo>
                    <a:pt x="78" y="134"/>
                  </a:lnTo>
                  <a:lnTo>
                    <a:pt x="88" y="122"/>
                  </a:lnTo>
                  <a:lnTo>
                    <a:pt x="98" y="108"/>
                  </a:lnTo>
                  <a:lnTo>
                    <a:pt x="110" y="98"/>
                  </a:lnTo>
                  <a:lnTo>
                    <a:pt x="90" y="50"/>
                  </a:lnTo>
                  <a:lnTo>
                    <a:pt x="154" y="14"/>
                  </a:lnTo>
                  <a:lnTo>
                    <a:pt x="184" y="54"/>
                  </a:lnTo>
                  <a:lnTo>
                    <a:pt x="184" y="54"/>
                  </a:lnTo>
                  <a:lnTo>
                    <a:pt x="200" y="50"/>
                  </a:lnTo>
                  <a:lnTo>
                    <a:pt x="216" y="48"/>
                  </a:lnTo>
                  <a:lnTo>
                    <a:pt x="232" y="46"/>
                  </a:lnTo>
                  <a:lnTo>
                    <a:pt x="248" y="46"/>
                  </a:lnTo>
                  <a:lnTo>
                    <a:pt x="268" y="0"/>
                  </a:lnTo>
                  <a:lnTo>
                    <a:pt x="338" y="18"/>
                  </a:lnTo>
                  <a:lnTo>
                    <a:pt x="330" y="68"/>
                  </a:lnTo>
                  <a:lnTo>
                    <a:pt x="330" y="68"/>
                  </a:lnTo>
                  <a:lnTo>
                    <a:pt x="346" y="76"/>
                  </a:lnTo>
                  <a:lnTo>
                    <a:pt x="358" y="86"/>
                  </a:lnTo>
                  <a:lnTo>
                    <a:pt x="370" y="96"/>
                  </a:lnTo>
                  <a:lnTo>
                    <a:pt x="382" y="108"/>
                  </a:lnTo>
                  <a:lnTo>
                    <a:pt x="428" y="88"/>
                  </a:lnTo>
                  <a:lnTo>
                    <a:pt x="466" y="152"/>
                  </a:lnTo>
                  <a:lnTo>
                    <a:pt x="426" y="182"/>
                  </a:lnTo>
                  <a:lnTo>
                    <a:pt x="426" y="182"/>
                  </a:lnTo>
                  <a:lnTo>
                    <a:pt x="430" y="198"/>
                  </a:lnTo>
                  <a:lnTo>
                    <a:pt x="432" y="214"/>
                  </a:lnTo>
                  <a:lnTo>
                    <a:pt x="434" y="230"/>
                  </a:lnTo>
                  <a:lnTo>
                    <a:pt x="434" y="246"/>
                  </a:lnTo>
                  <a:lnTo>
                    <a:pt x="482" y="266"/>
                  </a:lnTo>
                  <a:lnTo>
                    <a:pt x="464" y="336"/>
                  </a:lnTo>
                  <a:lnTo>
                    <a:pt x="412" y="328"/>
                  </a:lnTo>
                  <a:lnTo>
                    <a:pt x="412" y="328"/>
                  </a:lnTo>
                  <a:lnTo>
                    <a:pt x="404" y="342"/>
                  </a:lnTo>
                  <a:lnTo>
                    <a:pt x="394" y="356"/>
                  </a:lnTo>
                  <a:lnTo>
                    <a:pt x="384" y="368"/>
                  </a:lnTo>
                  <a:lnTo>
                    <a:pt x="372" y="380"/>
                  </a:lnTo>
                  <a:lnTo>
                    <a:pt x="392" y="426"/>
                  </a:lnTo>
                  <a:lnTo>
                    <a:pt x="392" y="426"/>
                  </a:lnTo>
                  <a:close/>
                  <a:moveTo>
                    <a:pt x="304" y="202"/>
                  </a:moveTo>
                  <a:lnTo>
                    <a:pt x="304" y="202"/>
                  </a:lnTo>
                  <a:lnTo>
                    <a:pt x="296" y="192"/>
                  </a:lnTo>
                  <a:lnTo>
                    <a:pt x="286" y="182"/>
                  </a:lnTo>
                  <a:lnTo>
                    <a:pt x="274" y="174"/>
                  </a:lnTo>
                  <a:lnTo>
                    <a:pt x="260" y="170"/>
                  </a:lnTo>
                  <a:lnTo>
                    <a:pt x="260" y="170"/>
                  </a:lnTo>
                  <a:lnTo>
                    <a:pt x="246" y="166"/>
                  </a:lnTo>
                  <a:lnTo>
                    <a:pt x="230" y="168"/>
                  </a:lnTo>
                  <a:lnTo>
                    <a:pt x="218" y="170"/>
                  </a:lnTo>
                  <a:lnTo>
                    <a:pt x="204" y="176"/>
                  </a:lnTo>
                  <a:lnTo>
                    <a:pt x="204" y="176"/>
                  </a:lnTo>
                  <a:lnTo>
                    <a:pt x="194" y="184"/>
                  </a:lnTo>
                  <a:lnTo>
                    <a:pt x="184" y="194"/>
                  </a:lnTo>
                  <a:lnTo>
                    <a:pt x="176" y="206"/>
                  </a:lnTo>
                  <a:lnTo>
                    <a:pt x="172" y="220"/>
                  </a:lnTo>
                  <a:lnTo>
                    <a:pt x="172" y="220"/>
                  </a:lnTo>
                  <a:lnTo>
                    <a:pt x="168" y="234"/>
                  </a:lnTo>
                  <a:lnTo>
                    <a:pt x="170" y="248"/>
                  </a:lnTo>
                  <a:lnTo>
                    <a:pt x="172" y="262"/>
                  </a:lnTo>
                  <a:lnTo>
                    <a:pt x="178" y="274"/>
                  </a:lnTo>
                  <a:lnTo>
                    <a:pt x="178" y="274"/>
                  </a:lnTo>
                  <a:lnTo>
                    <a:pt x="186" y="286"/>
                  </a:lnTo>
                  <a:lnTo>
                    <a:pt x="196" y="296"/>
                  </a:lnTo>
                  <a:lnTo>
                    <a:pt x="208" y="302"/>
                  </a:lnTo>
                  <a:lnTo>
                    <a:pt x="222" y="308"/>
                  </a:lnTo>
                  <a:lnTo>
                    <a:pt x="222" y="308"/>
                  </a:lnTo>
                  <a:lnTo>
                    <a:pt x="236" y="310"/>
                  </a:lnTo>
                  <a:lnTo>
                    <a:pt x="250" y="310"/>
                  </a:lnTo>
                  <a:lnTo>
                    <a:pt x="264" y="306"/>
                  </a:lnTo>
                  <a:lnTo>
                    <a:pt x="276" y="300"/>
                  </a:lnTo>
                  <a:lnTo>
                    <a:pt x="276" y="300"/>
                  </a:lnTo>
                  <a:lnTo>
                    <a:pt x="288" y="292"/>
                  </a:lnTo>
                  <a:lnTo>
                    <a:pt x="298" y="282"/>
                  </a:lnTo>
                  <a:lnTo>
                    <a:pt x="306" y="270"/>
                  </a:lnTo>
                  <a:lnTo>
                    <a:pt x="310" y="258"/>
                  </a:lnTo>
                  <a:lnTo>
                    <a:pt x="310" y="258"/>
                  </a:lnTo>
                  <a:lnTo>
                    <a:pt x="312" y="242"/>
                  </a:lnTo>
                  <a:lnTo>
                    <a:pt x="312" y="228"/>
                  </a:lnTo>
                  <a:lnTo>
                    <a:pt x="308" y="216"/>
                  </a:lnTo>
                  <a:lnTo>
                    <a:pt x="304" y="202"/>
                  </a:lnTo>
                  <a:lnTo>
                    <a:pt x="304" y="202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600" dirty="0">
                <a:solidFill>
                  <a:srgbClr val="FFFFFF">
                    <a:lumMod val="85000"/>
                  </a:srgb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53" name="Freeform 107">
              <a:extLst>
                <a:ext uri="{FF2B5EF4-FFF2-40B4-BE49-F238E27FC236}">
                  <a16:creationId xmlns:a16="http://schemas.microsoft.com/office/drawing/2014/main" id="{DAB2694A-F054-43C0-B569-BC87467F2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0978" y="5250592"/>
              <a:ext cx="204693" cy="209678"/>
            </a:xfrm>
            <a:custGeom>
              <a:avLst/>
              <a:gdLst>
                <a:gd name="T0" fmla="*/ 714 w 1254"/>
                <a:gd name="T1" fmla="*/ 1282 h 1356"/>
                <a:gd name="T2" fmla="*/ 854 w 1254"/>
                <a:gd name="T3" fmla="*/ 1256 h 1356"/>
                <a:gd name="T4" fmla="*/ 970 w 1254"/>
                <a:gd name="T5" fmla="*/ 1206 h 1356"/>
                <a:gd name="T6" fmla="*/ 1046 w 1254"/>
                <a:gd name="T7" fmla="*/ 1156 h 1356"/>
                <a:gd name="T8" fmla="*/ 1118 w 1254"/>
                <a:gd name="T9" fmla="*/ 1088 h 1356"/>
                <a:gd name="T10" fmla="*/ 1194 w 1254"/>
                <a:gd name="T11" fmla="*/ 988 h 1356"/>
                <a:gd name="T12" fmla="*/ 1228 w 1254"/>
                <a:gd name="T13" fmla="*/ 920 h 1356"/>
                <a:gd name="T14" fmla="*/ 1254 w 1254"/>
                <a:gd name="T15" fmla="*/ 846 h 1356"/>
                <a:gd name="T16" fmla="*/ 1144 w 1254"/>
                <a:gd name="T17" fmla="*/ 820 h 1356"/>
                <a:gd name="T18" fmla="*/ 1096 w 1254"/>
                <a:gd name="T19" fmla="*/ 844 h 1356"/>
                <a:gd name="T20" fmla="*/ 1040 w 1254"/>
                <a:gd name="T21" fmla="*/ 944 h 1356"/>
                <a:gd name="T22" fmla="*/ 962 w 1254"/>
                <a:gd name="T23" fmla="*/ 1028 h 1356"/>
                <a:gd name="T24" fmla="*/ 864 w 1254"/>
                <a:gd name="T25" fmla="*/ 1092 h 1356"/>
                <a:gd name="T26" fmla="*/ 750 w 1254"/>
                <a:gd name="T27" fmla="*/ 1126 h 1356"/>
                <a:gd name="T28" fmla="*/ 622 w 1254"/>
                <a:gd name="T29" fmla="*/ 1128 h 1356"/>
                <a:gd name="T30" fmla="*/ 534 w 1254"/>
                <a:gd name="T31" fmla="*/ 1108 h 1356"/>
                <a:gd name="T32" fmla="*/ 416 w 1254"/>
                <a:gd name="T33" fmla="*/ 1048 h 1356"/>
                <a:gd name="T34" fmla="*/ 322 w 1254"/>
                <a:gd name="T35" fmla="*/ 958 h 1356"/>
                <a:gd name="T36" fmla="*/ 258 w 1254"/>
                <a:gd name="T37" fmla="*/ 846 h 1356"/>
                <a:gd name="T38" fmla="*/ 228 w 1254"/>
                <a:gd name="T39" fmla="*/ 718 h 1356"/>
                <a:gd name="T40" fmla="*/ 230 w 1254"/>
                <a:gd name="T41" fmla="*/ 628 h 1356"/>
                <a:gd name="T42" fmla="*/ 268 w 1254"/>
                <a:gd name="T43" fmla="*/ 498 h 1356"/>
                <a:gd name="T44" fmla="*/ 338 w 1254"/>
                <a:gd name="T45" fmla="*/ 388 h 1356"/>
                <a:gd name="T46" fmla="*/ 400 w 1254"/>
                <a:gd name="T47" fmla="*/ 328 h 1356"/>
                <a:gd name="T48" fmla="*/ 468 w 1254"/>
                <a:gd name="T49" fmla="*/ 284 h 1356"/>
                <a:gd name="T50" fmla="*/ 540 w 1254"/>
                <a:gd name="T51" fmla="*/ 254 h 1356"/>
                <a:gd name="T52" fmla="*/ 614 w 1254"/>
                <a:gd name="T53" fmla="*/ 238 h 1356"/>
                <a:gd name="T54" fmla="*/ 692 w 1254"/>
                <a:gd name="T55" fmla="*/ 234 h 1356"/>
                <a:gd name="T56" fmla="*/ 766 w 1254"/>
                <a:gd name="T57" fmla="*/ 242 h 1356"/>
                <a:gd name="T58" fmla="*/ 798 w 1254"/>
                <a:gd name="T59" fmla="*/ 210 h 1356"/>
                <a:gd name="T60" fmla="*/ 834 w 1254"/>
                <a:gd name="T61" fmla="*/ 102 h 1356"/>
                <a:gd name="T62" fmla="*/ 812 w 1254"/>
                <a:gd name="T63" fmla="*/ 14 h 1356"/>
                <a:gd name="T64" fmla="*/ 686 w 1254"/>
                <a:gd name="T65" fmla="*/ 82 h 1356"/>
                <a:gd name="T66" fmla="*/ 548 w 1254"/>
                <a:gd name="T67" fmla="*/ 96 h 1356"/>
                <a:gd name="T68" fmla="*/ 366 w 1254"/>
                <a:gd name="T69" fmla="*/ 76 h 1356"/>
                <a:gd name="T70" fmla="*/ 346 w 1254"/>
                <a:gd name="T71" fmla="*/ 182 h 1356"/>
                <a:gd name="T72" fmla="*/ 272 w 1254"/>
                <a:gd name="T73" fmla="*/ 238 h 1356"/>
                <a:gd name="T74" fmla="*/ 106 w 1254"/>
                <a:gd name="T75" fmla="*/ 312 h 1356"/>
                <a:gd name="T76" fmla="*/ 142 w 1254"/>
                <a:gd name="T77" fmla="*/ 410 h 1356"/>
                <a:gd name="T78" fmla="*/ 92 w 1254"/>
                <a:gd name="T79" fmla="*/ 542 h 1356"/>
                <a:gd name="T80" fmla="*/ 76 w 1254"/>
                <a:gd name="T81" fmla="*/ 668 h 1356"/>
                <a:gd name="T82" fmla="*/ 82 w 1254"/>
                <a:gd name="T83" fmla="*/ 762 h 1356"/>
                <a:gd name="T84" fmla="*/ 34 w 1254"/>
                <a:gd name="T85" fmla="*/ 894 h 1356"/>
                <a:gd name="T86" fmla="*/ 150 w 1254"/>
                <a:gd name="T87" fmla="*/ 970 h 1356"/>
                <a:gd name="T88" fmla="*/ 204 w 1254"/>
                <a:gd name="T89" fmla="*/ 1052 h 1356"/>
                <a:gd name="T90" fmla="*/ 228 w 1254"/>
                <a:gd name="T91" fmla="*/ 1186 h 1356"/>
                <a:gd name="T92" fmla="*/ 366 w 1254"/>
                <a:gd name="T93" fmla="*/ 1196 h 1356"/>
                <a:gd name="T94" fmla="*/ 496 w 1254"/>
                <a:gd name="T95" fmla="*/ 1254 h 1356"/>
                <a:gd name="T96" fmla="*/ 646 w 1254"/>
                <a:gd name="T97" fmla="*/ 1356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54" h="1356">
                  <a:moveTo>
                    <a:pt x="666" y="1282"/>
                  </a:moveTo>
                  <a:lnTo>
                    <a:pt x="666" y="1282"/>
                  </a:lnTo>
                  <a:lnTo>
                    <a:pt x="714" y="1282"/>
                  </a:lnTo>
                  <a:lnTo>
                    <a:pt x="762" y="1276"/>
                  </a:lnTo>
                  <a:lnTo>
                    <a:pt x="810" y="1268"/>
                  </a:lnTo>
                  <a:lnTo>
                    <a:pt x="854" y="1256"/>
                  </a:lnTo>
                  <a:lnTo>
                    <a:pt x="894" y="1320"/>
                  </a:lnTo>
                  <a:lnTo>
                    <a:pt x="990" y="1280"/>
                  </a:lnTo>
                  <a:lnTo>
                    <a:pt x="970" y="1206"/>
                  </a:lnTo>
                  <a:lnTo>
                    <a:pt x="970" y="1206"/>
                  </a:lnTo>
                  <a:lnTo>
                    <a:pt x="1008" y="1182"/>
                  </a:lnTo>
                  <a:lnTo>
                    <a:pt x="1046" y="1156"/>
                  </a:lnTo>
                  <a:lnTo>
                    <a:pt x="1046" y="1156"/>
                  </a:lnTo>
                  <a:lnTo>
                    <a:pt x="1084" y="1124"/>
                  </a:lnTo>
                  <a:lnTo>
                    <a:pt x="1118" y="1088"/>
                  </a:lnTo>
                  <a:lnTo>
                    <a:pt x="1186" y="1126"/>
                  </a:lnTo>
                  <a:lnTo>
                    <a:pt x="1248" y="1044"/>
                  </a:lnTo>
                  <a:lnTo>
                    <a:pt x="1194" y="988"/>
                  </a:lnTo>
                  <a:lnTo>
                    <a:pt x="1194" y="988"/>
                  </a:lnTo>
                  <a:lnTo>
                    <a:pt x="1212" y="954"/>
                  </a:lnTo>
                  <a:lnTo>
                    <a:pt x="1228" y="920"/>
                  </a:lnTo>
                  <a:lnTo>
                    <a:pt x="1242" y="884"/>
                  </a:lnTo>
                  <a:lnTo>
                    <a:pt x="1254" y="846"/>
                  </a:lnTo>
                  <a:lnTo>
                    <a:pt x="1254" y="846"/>
                  </a:lnTo>
                  <a:lnTo>
                    <a:pt x="1216" y="840"/>
                  </a:lnTo>
                  <a:lnTo>
                    <a:pt x="1180" y="832"/>
                  </a:lnTo>
                  <a:lnTo>
                    <a:pt x="1144" y="820"/>
                  </a:lnTo>
                  <a:lnTo>
                    <a:pt x="1108" y="808"/>
                  </a:lnTo>
                  <a:lnTo>
                    <a:pt x="1108" y="808"/>
                  </a:lnTo>
                  <a:lnTo>
                    <a:pt x="1096" y="844"/>
                  </a:lnTo>
                  <a:lnTo>
                    <a:pt x="1080" y="878"/>
                  </a:lnTo>
                  <a:lnTo>
                    <a:pt x="1062" y="912"/>
                  </a:lnTo>
                  <a:lnTo>
                    <a:pt x="1040" y="944"/>
                  </a:lnTo>
                  <a:lnTo>
                    <a:pt x="1016" y="974"/>
                  </a:lnTo>
                  <a:lnTo>
                    <a:pt x="990" y="1002"/>
                  </a:lnTo>
                  <a:lnTo>
                    <a:pt x="962" y="1028"/>
                  </a:lnTo>
                  <a:lnTo>
                    <a:pt x="932" y="1052"/>
                  </a:lnTo>
                  <a:lnTo>
                    <a:pt x="900" y="1074"/>
                  </a:lnTo>
                  <a:lnTo>
                    <a:pt x="864" y="1092"/>
                  </a:lnTo>
                  <a:lnTo>
                    <a:pt x="828" y="1106"/>
                  </a:lnTo>
                  <a:lnTo>
                    <a:pt x="790" y="1118"/>
                  </a:lnTo>
                  <a:lnTo>
                    <a:pt x="750" y="1126"/>
                  </a:lnTo>
                  <a:lnTo>
                    <a:pt x="708" y="1130"/>
                  </a:lnTo>
                  <a:lnTo>
                    <a:pt x="666" y="1132"/>
                  </a:lnTo>
                  <a:lnTo>
                    <a:pt x="622" y="1128"/>
                  </a:lnTo>
                  <a:lnTo>
                    <a:pt x="622" y="1128"/>
                  </a:lnTo>
                  <a:lnTo>
                    <a:pt x="576" y="1120"/>
                  </a:lnTo>
                  <a:lnTo>
                    <a:pt x="534" y="1108"/>
                  </a:lnTo>
                  <a:lnTo>
                    <a:pt x="492" y="1092"/>
                  </a:lnTo>
                  <a:lnTo>
                    <a:pt x="452" y="1072"/>
                  </a:lnTo>
                  <a:lnTo>
                    <a:pt x="416" y="1048"/>
                  </a:lnTo>
                  <a:lnTo>
                    <a:pt x="382" y="1022"/>
                  </a:lnTo>
                  <a:lnTo>
                    <a:pt x="350" y="992"/>
                  </a:lnTo>
                  <a:lnTo>
                    <a:pt x="322" y="958"/>
                  </a:lnTo>
                  <a:lnTo>
                    <a:pt x="298" y="924"/>
                  </a:lnTo>
                  <a:lnTo>
                    <a:pt x="276" y="886"/>
                  </a:lnTo>
                  <a:lnTo>
                    <a:pt x="258" y="846"/>
                  </a:lnTo>
                  <a:lnTo>
                    <a:pt x="244" y="806"/>
                  </a:lnTo>
                  <a:lnTo>
                    <a:pt x="234" y="762"/>
                  </a:lnTo>
                  <a:lnTo>
                    <a:pt x="228" y="718"/>
                  </a:lnTo>
                  <a:lnTo>
                    <a:pt x="228" y="674"/>
                  </a:lnTo>
                  <a:lnTo>
                    <a:pt x="230" y="628"/>
                  </a:lnTo>
                  <a:lnTo>
                    <a:pt x="230" y="628"/>
                  </a:lnTo>
                  <a:lnTo>
                    <a:pt x="238" y="582"/>
                  </a:lnTo>
                  <a:lnTo>
                    <a:pt x="250" y="538"/>
                  </a:lnTo>
                  <a:lnTo>
                    <a:pt x="268" y="498"/>
                  </a:lnTo>
                  <a:lnTo>
                    <a:pt x="288" y="458"/>
                  </a:lnTo>
                  <a:lnTo>
                    <a:pt x="310" y="422"/>
                  </a:lnTo>
                  <a:lnTo>
                    <a:pt x="338" y="388"/>
                  </a:lnTo>
                  <a:lnTo>
                    <a:pt x="368" y="356"/>
                  </a:lnTo>
                  <a:lnTo>
                    <a:pt x="400" y="328"/>
                  </a:lnTo>
                  <a:lnTo>
                    <a:pt x="400" y="328"/>
                  </a:lnTo>
                  <a:lnTo>
                    <a:pt x="422" y="312"/>
                  </a:lnTo>
                  <a:lnTo>
                    <a:pt x="444" y="298"/>
                  </a:lnTo>
                  <a:lnTo>
                    <a:pt x="468" y="284"/>
                  </a:lnTo>
                  <a:lnTo>
                    <a:pt x="492" y="274"/>
                  </a:lnTo>
                  <a:lnTo>
                    <a:pt x="516" y="264"/>
                  </a:lnTo>
                  <a:lnTo>
                    <a:pt x="540" y="254"/>
                  </a:lnTo>
                  <a:lnTo>
                    <a:pt x="564" y="248"/>
                  </a:lnTo>
                  <a:lnTo>
                    <a:pt x="590" y="242"/>
                  </a:lnTo>
                  <a:lnTo>
                    <a:pt x="614" y="238"/>
                  </a:lnTo>
                  <a:lnTo>
                    <a:pt x="640" y="234"/>
                  </a:lnTo>
                  <a:lnTo>
                    <a:pt x="666" y="234"/>
                  </a:lnTo>
                  <a:lnTo>
                    <a:pt x="692" y="234"/>
                  </a:lnTo>
                  <a:lnTo>
                    <a:pt x="716" y="236"/>
                  </a:lnTo>
                  <a:lnTo>
                    <a:pt x="742" y="238"/>
                  </a:lnTo>
                  <a:lnTo>
                    <a:pt x="766" y="242"/>
                  </a:lnTo>
                  <a:lnTo>
                    <a:pt x="792" y="248"/>
                  </a:lnTo>
                  <a:lnTo>
                    <a:pt x="792" y="248"/>
                  </a:lnTo>
                  <a:lnTo>
                    <a:pt x="798" y="210"/>
                  </a:lnTo>
                  <a:lnTo>
                    <a:pt x="808" y="174"/>
                  </a:lnTo>
                  <a:lnTo>
                    <a:pt x="820" y="138"/>
                  </a:lnTo>
                  <a:lnTo>
                    <a:pt x="834" y="102"/>
                  </a:lnTo>
                  <a:lnTo>
                    <a:pt x="834" y="102"/>
                  </a:lnTo>
                  <a:lnTo>
                    <a:pt x="812" y="98"/>
                  </a:lnTo>
                  <a:lnTo>
                    <a:pt x="812" y="14"/>
                  </a:lnTo>
                  <a:lnTo>
                    <a:pt x="708" y="0"/>
                  </a:lnTo>
                  <a:lnTo>
                    <a:pt x="686" y="82"/>
                  </a:lnTo>
                  <a:lnTo>
                    <a:pt x="686" y="82"/>
                  </a:lnTo>
                  <a:lnTo>
                    <a:pt x="640" y="84"/>
                  </a:lnTo>
                  <a:lnTo>
                    <a:pt x="594" y="88"/>
                  </a:lnTo>
                  <a:lnTo>
                    <a:pt x="548" y="96"/>
                  </a:lnTo>
                  <a:lnTo>
                    <a:pt x="504" y="108"/>
                  </a:lnTo>
                  <a:lnTo>
                    <a:pt x="460" y="36"/>
                  </a:lnTo>
                  <a:lnTo>
                    <a:pt x="366" y="76"/>
                  </a:lnTo>
                  <a:lnTo>
                    <a:pt x="388" y="156"/>
                  </a:lnTo>
                  <a:lnTo>
                    <a:pt x="388" y="156"/>
                  </a:lnTo>
                  <a:lnTo>
                    <a:pt x="346" y="182"/>
                  </a:lnTo>
                  <a:lnTo>
                    <a:pt x="308" y="210"/>
                  </a:lnTo>
                  <a:lnTo>
                    <a:pt x="308" y="210"/>
                  </a:lnTo>
                  <a:lnTo>
                    <a:pt x="272" y="238"/>
                  </a:lnTo>
                  <a:lnTo>
                    <a:pt x="240" y="270"/>
                  </a:lnTo>
                  <a:lnTo>
                    <a:pt x="168" y="230"/>
                  </a:lnTo>
                  <a:lnTo>
                    <a:pt x="106" y="312"/>
                  </a:lnTo>
                  <a:lnTo>
                    <a:pt x="164" y="370"/>
                  </a:lnTo>
                  <a:lnTo>
                    <a:pt x="164" y="370"/>
                  </a:lnTo>
                  <a:lnTo>
                    <a:pt x="142" y="410"/>
                  </a:lnTo>
                  <a:lnTo>
                    <a:pt x="122" y="452"/>
                  </a:lnTo>
                  <a:lnTo>
                    <a:pt x="106" y="496"/>
                  </a:lnTo>
                  <a:lnTo>
                    <a:pt x="92" y="542"/>
                  </a:lnTo>
                  <a:lnTo>
                    <a:pt x="12" y="544"/>
                  </a:lnTo>
                  <a:lnTo>
                    <a:pt x="0" y="646"/>
                  </a:lnTo>
                  <a:lnTo>
                    <a:pt x="76" y="668"/>
                  </a:lnTo>
                  <a:lnTo>
                    <a:pt x="76" y="668"/>
                  </a:lnTo>
                  <a:lnTo>
                    <a:pt x="78" y="716"/>
                  </a:lnTo>
                  <a:lnTo>
                    <a:pt x="82" y="762"/>
                  </a:lnTo>
                  <a:lnTo>
                    <a:pt x="90" y="810"/>
                  </a:lnTo>
                  <a:lnTo>
                    <a:pt x="102" y="854"/>
                  </a:lnTo>
                  <a:lnTo>
                    <a:pt x="34" y="894"/>
                  </a:lnTo>
                  <a:lnTo>
                    <a:pt x="76" y="990"/>
                  </a:lnTo>
                  <a:lnTo>
                    <a:pt x="150" y="970"/>
                  </a:lnTo>
                  <a:lnTo>
                    <a:pt x="150" y="970"/>
                  </a:lnTo>
                  <a:lnTo>
                    <a:pt x="176" y="1012"/>
                  </a:lnTo>
                  <a:lnTo>
                    <a:pt x="204" y="1052"/>
                  </a:lnTo>
                  <a:lnTo>
                    <a:pt x="204" y="1052"/>
                  </a:lnTo>
                  <a:lnTo>
                    <a:pt x="234" y="1088"/>
                  </a:lnTo>
                  <a:lnTo>
                    <a:pt x="266" y="1120"/>
                  </a:lnTo>
                  <a:lnTo>
                    <a:pt x="228" y="1186"/>
                  </a:lnTo>
                  <a:lnTo>
                    <a:pt x="312" y="1250"/>
                  </a:lnTo>
                  <a:lnTo>
                    <a:pt x="366" y="1196"/>
                  </a:lnTo>
                  <a:lnTo>
                    <a:pt x="366" y="1196"/>
                  </a:lnTo>
                  <a:lnTo>
                    <a:pt x="406" y="1218"/>
                  </a:lnTo>
                  <a:lnTo>
                    <a:pt x="450" y="1238"/>
                  </a:lnTo>
                  <a:lnTo>
                    <a:pt x="496" y="1254"/>
                  </a:lnTo>
                  <a:lnTo>
                    <a:pt x="542" y="1268"/>
                  </a:lnTo>
                  <a:lnTo>
                    <a:pt x="544" y="1342"/>
                  </a:lnTo>
                  <a:lnTo>
                    <a:pt x="646" y="1356"/>
                  </a:lnTo>
                  <a:lnTo>
                    <a:pt x="666" y="1282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kumimoji="0" lang="ko-KR" altLang="en-US" sz="600" dirty="0">
                <a:solidFill>
                  <a:srgbClr val="FFFFFF">
                    <a:lumMod val="85000"/>
                  </a:srgb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54" name="Rectangle 42" descr="o2">
            <a:extLst>
              <a:ext uri="{FF2B5EF4-FFF2-40B4-BE49-F238E27FC236}">
                <a16:creationId xmlns:a16="http://schemas.microsoft.com/office/drawing/2014/main" id="{C215A2E2-3609-4709-9EE8-6EFF52751F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0620" y="2249769"/>
            <a:ext cx="1793213" cy="475884"/>
          </a:xfrm>
          <a:prstGeom prst="round2SameRect">
            <a:avLst>
              <a:gd name="adj1" fmla="val 6703"/>
              <a:gd name="adj2" fmla="val 8466"/>
            </a:avLst>
          </a:prstGeom>
          <a:gradFill>
            <a:gsLst>
              <a:gs pos="50000">
                <a:srgbClr val="EAE7E6"/>
              </a:gs>
              <a:gs pos="50000">
                <a:srgbClr val="E2DEDC"/>
              </a:gs>
            </a:gsLst>
            <a:lin ang="3600000" scaled="0"/>
          </a:gra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ctr">
              <a:buClr>
                <a:srgbClr val="175097"/>
              </a:buClr>
              <a:buSzPct val="80000"/>
              <a:tabLst>
                <a:tab pos="355636" algn="l"/>
              </a:tabLst>
            </a:pPr>
            <a:r>
              <a:rPr lang="ko-KR" altLang="en-US" sz="1400" b="1" spc="-6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j-cs"/>
              </a:rPr>
              <a:t>생활환경안전정보시스템</a:t>
            </a:r>
            <a:endParaRPr lang="en-US" altLang="ko-KR" sz="1400" b="1" spc="-60" dirty="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+mj-cs"/>
            </a:endParaRPr>
          </a:p>
          <a:p>
            <a:pPr algn="ctr" fontAlgn="ctr">
              <a:buClr>
                <a:srgbClr val="175097"/>
              </a:buClr>
              <a:buSzPct val="80000"/>
              <a:tabLst>
                <a:tab pos="355636" algn="l"/>
              </a:tabLst>
            </a:pPr>
            <a:r>
              <a:rPr lang="en-US" altLang="ko-KR" sz="1000" spc="-6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j-cs"/>
              </a:rPr>
              <a:t>(</a:t>
            </a:r>
            <a:r>
              <a:rPr lang="ko-KR" altLang="en-US" sz="1000" spc="-60" dirty="0" err="1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j-cs"/>
              </a:rPr>
              <a:t>초록누리시스템</a:t>
            </a:r>
            <a:r>
              <a:rPr lang="en-US" altLang="ko-KR" sz="1000" spc="-6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j-cs"/>
              </a:rPr>
              <a:t>)</a:t>
            </a:r>
            <a:endParaRPr lang="ko-KR" altLang="en-US" sz="1000" spc="-60" dirty="0">
              <a:ln>
                <a:solidFill>
                  <a:srgbClr val="6D88AF">
                    <a:alpha val="0"/>
                  </a:srgbClr>
                </a:solidFill>
              </a:ln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+mj-cs"/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97AFE5CC-1A97-40A3-807E-9B5105D9C4BD}"/>
              </a:ext>
            </a:extLst>
          </p:cNvPr>
          <p:cNvSpPr/>
          <p:nvPr/>
        </p:nvSpPr>
        <p:spPr>
          <a:xfrm>
            <a:off x="5936380" y="2188386"/>
            <a:ext cx="173642" cy="731445"/>
          </a:xfrm>
          <a:prstGeom prst="roundRect">
            <a:avLst/>
          </a:prstGeom>
          <a:pattFill prst="pct20">
            <a:fgClr>
              <a:srgbClr val="00B0F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D922045-C1BC-4C72-96C2-2C7EC0838446}"/>
              </a:ext>
            </a:extLst>
          </p:cNvPr>
          <p:cNvSpPr txBox="1"/>
          <p:nvPr/>
        </p:nvSpPr>
        <p:spPr>
          <a:xfrm>
            <a:off x="5837252" y="2951782"/>
            <a:ext cx="37189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sz="10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accent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r>
              <a:rPr lang="en-US" altLang="ko-KR" sz="1200" dirty="0"/>
              <a:t>JSON</a:t>
            </a:r>
            <a:endParaRPr lang="ko-KR" altLang="en-US" sz="1200" dirty="0"/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9F595C85-1E7B-4E4B-8F15-0608E3FE1D34}"/>
              </a:ext>
            </a:extLst>
          </p:cNvPr>
          <p:cNvCxnSpPr>
            <a:stCxn id="51" idx="43"/>
            <a:endCxn id="54" idx="2"/>
          </p:cNvCxnSpPr>
          <p:nvPr/>
        </p:nvCxnSpPr>
        <p:spPr>
          <a:xfrm flipV="1">
            <a:off x="7265831" y="2487711"/>
            <a:ext cx="564789" cy="18285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 Box 148">
            <a:extLst>
              <a:ext uri="{FF2B5EF4-FFF2-40B4-BE49-F238E27FC236}">
                <a16:creationId xmlns:a16="http://schemas.microsoft.com/office/drawing/2014/main" id="{1FFDC76D-3F8C-41E6-9B66-7336F523B5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4560" y="2769914"/>
            <a:ext cx="891255" cy="161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 b="1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파싱</a:t>
            </a:r>
            <a:endParaRPr lang="en-US" altLang="ko-KR" sz="1050" b="1" dirty="0">
              <a:solidFill>
                <a:prstClr val="black">
                  <a:lumMod val="75000"/>
                  <a:lumOff val="25000"/>
                </a:prst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70" name="Picture 1">
            <a:extLst>
              <a:ext uri="{FF2B5EF4-FFF2-40B4-BE49-F238E27FC236}">
                <a16:creationId xmlns:a16="http://schemas.microsoft.com/office/drawing/2014/main" id="{AE462A9A-3D09-43D8-85D4-AAB0316906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0295" y="3571999"/>
            <a:ext cx="708662" cy="70871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1" name="Picture 1">
            <a:extLst>
              <a:ext uri="{FF2B5EF4-FFF2-40B4-BE49-F238E27FC236}">
                <a16:creationId xmlns:a16="http://schemas.microsoft.com/office/drawing/2014/main" id="{0CE8A06C-83F8-43E0-B715-2A17ACFE20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2599" y="3571999"/>
            <a:ext cx="708662" cy="70871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2" name="Picture 56" descr="add">
            <a:extLst>
              <a:ext uri="{FF2B5EF4-FFF2-40B4-BE49-F238E27FC236}">
                <a16:creationId xmlns:a16="http://schemas.microsoft.com/office/drawing/2014/main" id="{8843DF1E-BDE0-4FDA-B8CF-F54BBD087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260196" y="3151354"/>
            <a:ext cx="372343" cy="3723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3" name="Picture 56" descr="add">
            <a:extLst>
              <a:ext uri="{FF2B5EF4-FFF2-40B4-BE49-F238E27FC236}">
                <a16:creationId xmlns:a16="http://schemas.microsoft.com/office/drawing/2014/main" id="{E03DF98A-6BC0-4DFF-833A-C47EDD291F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837252" y="3151354"/>
            <a:ext cx="372343" cy="3723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2C63AC7-C2AB-4CAC-BDDF-C8CD741D3F19}"/>
              </a:ext>
            </a:extLst>
          </p:cNvPr>
          <p:cNvCxnSpPr>
            <a:cxnSpLocks/>
          </p:cNvCxnSpPr>
          <p:nvPr/>
        </p:nvCxnSpPr>
        <p:spPr>
          <a:xfrm>
            <a:off x="908768" y="4645660"/>
            <a:ext cx="0" cy="36576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E4DE3186-1BB0-4888-9EC7-FFF412CB48AF}"/>
              </a:ext>
            </a:extLst>
          </p:cNvPr>
          <p:cNvCxnSpPr>
            <a:cxnSpLocks/>
          </p:cNvCxnSpPr>
          <p:nvPr/>
        </p:nvCxnSpPr>
        <p:spPr>
          <a:xfrm>
            <a:off x="5345906" y="4645660"/>
            <a:ext cx="0" cy="36576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3D90D8AA-B931-4500-96CE-CFB70FC96A5F}"/>
              </a:ext>
            </a:extLst>
          </p:cNvPr>
          <p:cNvCxnSpPr>
            <a:cxnSpLocks/>
          </p:cNvCxnSpPr>
          <p:nvPr/>
        </p:nvCxnSpPr>
        <p:spPr>
          <a:xfrm>
            <a:off x="9577077" y="4645660"/>
            <a:ext cx="0" cy="36576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25E2D2E6-6E96-4945-8D0A-D8831F1D8B45}"/>
              </a:ext>
            </a:extLst>
          </p:cNvPr>
          <p:cNvCxnSpPr/>
          <p:nvPr/>
        </p:nvCxnSpPr>
        <p:spPr>
          <a:xfrm>
            <a:off x="908768" y="4828540"/>
            <a:ext cx="4437138" cy="0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5A54F8F5-B166-44B9-AD72-ED165E308FD4}"/>
              </a:ext>
            </a:extLst>
          </p:cNvPr>
          <p:cNvCxnSpPr>
            <a:cxnSpLocks/>
          </p:cNvCxnSpPr>
          <p:nvPr/>
        </p:nvCxnSpPr>
        <p:spPr>
          <a:xfrm>
            <a:off x="5345906" y="4828540"/>
            <a:ext cx="4230563" cy="0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 Box 148">
            <a:extLst>
              <a:ext uri="{FF2B5EF4-FFF2-40B4-BE49-F238E27FC236}">
                <a16:creationId xmlns:a16="http://schemas.microsoft.com/office/drawing/2014/main" id="{4D5D57EB-C2F6-403B-956C-5B0C5FCCBB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0642" y="4505821"/>
            <a:ext cx="382929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b="1">
                <a:solidFill>
                  <a:schemeClr val="accent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화학제품관리시스템</a:t>
            </a:r>
            <a:r>
              <a:rPr lang="en-US" altLang="ko-KR" sz="1600" b="1">
                <a:solidFill>
                  <a:schemeClr val="accent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600" b="1">
                <a:solidFill>
                  <a:schemeClr val="accent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동방에스앤디 주식회사</a:t>
            </a:r>
            <a:r>
              <a:rPr lang="en-US" altLang="ko-KR" sz="1600" b="1">
                <a:solidFill>
                  <a:schemeClr val="accent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  <a:endParaRPr lang="en-US" altLang="ko-KR" sz="1600" b="1" dirty="0">
              <a:solidFill>
                <a:schemeClr val="accent2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78" name="Text Box 148">
            <a:extLst>
              <a:ext uri="{FF2B5EF4-FFF2-40B4-BE49-F238E27FC236}">
                <a16:creationId xmlns:a16="http://schemas.microsoft.com/office/drawing/2014/main" id="{353759FB-5D09-479E-9F7C-D23AFF9B6A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5441" y="4505821"/>
            <a:ext cx="412771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b="1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생활환경안전정보시스템</a:t>
            </a:r>
            <a:r>
              <a:rPr lang="en-US" altLang="ko-KR" sz="1600" b="1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1600" b="1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환경부 유지관리팀</a:t>
            </a:r>
            <a:r>
              <a:rPr lang="en-US" altLang="ko-KR" sz="1600" b="1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  <a:endParaRPr lang="en-US" altLang="ko-KR" sz="1600" b="1" dirty="0">
              <a:solidFill>
                <a:prstClr val="black">
                  <a:lumMod val="75000"/>
                  <a:lumOff val="25000"/>
                </a:prst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79" name="Text Box 148">
            <a:extLst>
              <a:ext uri="{FF2B5EF4-FFF2-40B4-BE49-F238E27FC236}">
                <a16:creationId xmlns:a16="http://schemas.microsoft.com/office/drawing/2014/main" id="{17209A7C-CC96-468A-9BD9-C8EDE40769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0641" y="4904240"/>
            <a:ext cx="382929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b="1">
                <a:solidFill>
                  <a:schemeClr val="accent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목표 </a:t>
            </a:r>
            <a:r>
              <a:rPr lang="en-US" altLang="ko-KR" sz="1600" b="1">
                <a:solidFill>
                  <a:schemeClr val="accent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7</a:t>
            </a:r>
            <a:r>
              <a:rPr lang="ko-KR" altLang="en-US" sz="1600" b="1">
                <a:solidFill>
                  <a:schemeClr val="accent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월말 완료</a:t>
            </a:r>
            <a:endParaRPr lang="en-US" altLang="ko-KR" sz="1600" b="1" dirty="0">
              <a:solidFill>
                <a:schemeClr val="accent2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80" name="Text Box 148">
            <a:extLst>
              <a:ext uri="{FF2B5EF4-FFF2-40B4-BE49-F238E27FC236}">
                <a16:creationId xmlns:a16="http://schemas.microsoft.com/office/drawing/2014/main" id="{CA496757-C9C8-4D6A-BE7B-851E925298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5441" y="4866170"/>
            <a:ext cx="412771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b="1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환경부 유지관리팀 일정에 준함</a:t>
            </a:r>
            <a:endParaRPr lang="en-US" altLang="ko-KR" sz="1600" b="1" dirty="0">
              <a:solidFill>
                <a:prstClr val="black">
                  <a:lumMod val="75000"/>
                  <a:lumOff val="25000"/>
                </a:prst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2" name="말풍선: 모서리가 둥근 사각형 11">
            <a:extLst>
              <a:ext uri="{FF2B5EF4-FFF2-40B4-BE49-F238E27FC236}">
                <a16:creationId xmlns:a16="http://schemas.microsoft.com/office/drawing/2014/main" id="{A5669E60-9A41-42BF-9806-C7C96B944C4D}"/>
              </a:ext>
            </a:extLst>
          </p:cNvPr>
          <p:cNvSpPr/>
          <p:nvPr/>
        </p:nvSpPr>
        <p:spPr>
          <a:xfrm>
            <a:off x="1949978" y="3437982"/>
            <a:ext cx="1478800" cy="791853"/>
          </a:xfrm>
          <a:prstGeom prst="wedgeRoundRectCallout">
            <a:avLst>
              <a:gd name="adj1" fmla="val 91223"/>
              <a:gd name="adj2" fmla="val -20837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기존 송부자료에 </a:t>
            </a:r>
            <a:r>
              <a:rPr lang="en-US" altLang="ko-KR" sz="1100">
                <a:solidFill>
                  <a:schemeClr val="tx1"/>
                </a:solidFill>
              </a:rPr>
              <a:t>QR </a:t>
            </a:r>
            <a:r>
              <a:rPr lang="ko-KR" altLang="en-US" sz="1100">
                <a:solidFill>
                  <a:schemeClr val="tx1"/>
                </a:solidFill>
              </a:rPr>
              <a:t>코드 생성하여 전송</a:t>
            </a:r>
            <a:endParaRPr lang="en-US" altLang="ko-KR" sz="1100">
              <a:solidFill>
                <a:schemeClr val="tx1"/>
              </a:solidFill>
            </a:endParaRPr>
          </a:p>
          <a:p>
            <a:pPr algn="ctr"/>
            <a:r>
              <a:rPr lang="en-US" altLang="ko-KR" sz="1100">
                <a:solidFill>
                  <a:schemeClr val="tx1"/>
                </a:solidFill>
              </a:rPr>
              <a:t>(</a:t>
            </a:r>
            <a:r>
              <a:rPr lang="ko-KR" altLang="en-US" sz="1100">
                <a:solidFill>
                  <a:schemeClr val="tx1"/>
                </a:solidFill>
              </a:rPr>
              <a:t>동방</a:t>
            </a:r>
            <a:r>
              <a:rPr lang="en-US" altLang="ko-KR" sz="110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81" name="말풍선: 모서리가 둥근 사각형 80">
            <a:extLst>
              <a:ext uri="{FF2B5EF4-FFF2-40B4-BE49-F238E27FC236}">
                <a16:creationId xmlns:a16="http://schemas.microsoft.com/office/drawing/2014/main" id="{DA1AACE1-65EC-456F-A5B0-C2D0E20CAC79}"/>
              </a:ext>
            </a:extLst>
          </p:cNvPr>
          <p:cNvSpPr/>
          <p:nvPr/>
        </p:nvSpPr>
        <p:spPr>
          <a:xfrm>
            <a:off x="7189445" y="3465463"/>
            <a:ext cx="1874502" cy="648608"/>
          </a:xfrm>
          <a:prstGeom prst="wedgeRoundRectCallout">
            <a:avLst>
              <a:gd name="adj1" fmla="val 52062"/>
              <a:gd name="adj2" fmla="val -158125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tx1"/>
                </a:solidFill>
              </a:rPr>
              <a:t>QR </a:t>
            </a:r>
            <a:r>
              <a:rPr lang="ko-KR" altLang="en-US" sz="1100">
                <a:solidFill>
                  <a:schemeClr val="tx1"/>
                </a:solidFill>
              </a:rPr>
              <a:t>저장 및 조회를 위한 </a:t>
            </a:r>
            <a:r>
              <a:rPr lang="en-US" altLang="ko-KR" sz="1100">
                <a:solidFill>
                  <a:schemeClr val="tx1"/>
                </a:solidFill>
              </a:rPr>
              <a:t>DB, </a:t>
            </a:r>
            <a:r>
              <a:rPr lang="ko-KR" altLang="en-US" sz="1100">
                <a:solidFill>
                  <a:schemeClr val="tx1"/>
                </a:solidFill>
              </a:rPr>
              <a:t>인터페이스 변경 필요</a:t>
            </a:r>
            <a:endParaRPr lang="en-US" altLang="ko-KR" sz="1100">
              <a:solidFill>
                <a:schemeClr val="tx1"/>
              </a:solidFill>
            </a:endParaRPr>
          </a:p>
          <a:p>
            <a:pPr algn="ctr"/>
            <a:r>
              <a:rPr lang="en-US" altLang="ko-KR" sz="1100">
                <a:solidFill>
                  <a:schemeClr val="tx1"/>
                </a:solidFill>
              </a:rPr>
              <a:t>(</a:t>
            </a:r>
            <a:r>
              <a:rPr lang="ko-KR" altLang="en-US" sz="1100">
                <a:solidFill>
                  <a:schemeClr val="tx1"/>
                </a:solidFill>
              </a:rPr>
              <a:t>환경부 유지관리팀</a:t>
            </a:r>
            <a:r>
              <a:rPr lang="en-US" altLang="ko-KR" sz="110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84" name="모서리가 둥근 직사각형 208">
            <a:extLst>
              <a:ext uri="{FF2B5EF4-FFF2-40B4-BE49-F238E27FC236}">
                <a16:creationId xmlns:a16="http://schemas.microsoft.com/office/drawing/2014/main" id="{7C49F20A-0E17-47DC-B505-8E964E0F7586}"/>
              </a:ext>
            </a:extLst>
          </p:cNvPr>
          <p:cNvSpPr/>
          <p:nvPr/>
        </p:nvSpPr>
        <p:spPr>
          <a:xfrm>
            <a:off x="985520" y="5477917"/>
            <a:ext cx="5963920" cy="983210"/>
          </a:xfrm>
          <a:prstGeom prst="roundRect">
            <a:avLst>
              <a:gd name="adj" fmla="val 0"/>
            </a:avLst>
          </a:prstGeom>
          <a:pattFill prst="narHorz">
            <a:fgClr>
              <a:srgbClr val="FFFFFF">
                <a:lumMod val="95000"/>
              </a:srgbClr>
            </a:fgClr>
            <a:bgClr>
              <a:srgbClr val="FFFFFF"/>
            </a:bgClr>
          </a:pattFill>
          <a:ln w="12700" cap="sq" cmpd="sng" algn="ctr">
            <a:solidFill>
              <a:srgbClr val="FFFFFF">
                <a:lumMod val="75000"/>
              </a:srgb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lIns="93543" tIns="46772" rIns="93543" bIns="46772" rtlCol="0" anchor="ctr"/>
          <a:lstStyle/>
          <a:p>
            <a:pPr marR="0" lvl="0" algn="ctr" defTabSz="1036988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3D7199"/>
              </a:buClr>
              <a:buSzPct val="100000"/>
              <a:tabLst/>
              <a:defRPr/>
            </a:pPr>
            <a:r>
              <a:rPr kumimoji="1" lang="en-US" altLang="ko-KR" sz="1200" b="1" kern="0" spc="-3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&lt; QR </a:t>
            </a:r>
            <a:r>
              <a:rPr kumimoji="1" lang="ko-KR" altLang="en-US" sz="1200" b="1" kern="0" spc="-3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선택시 </a:t>
            </a:r>
            <a:r>
              <a:rPr kumimoji="1" lang="en-US" altLang="ko-KR" sz="1200" b="1" kern="0" spc="-3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&gt;</a:t>
            </a:r>
          </a:p>
          <a:p>
            <a:pPr marR="0" lvl="0" algn="ctr" defTabSz="1036988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3D7199"/>
              </a:buClr>
              <a:buSzPct val="100000"/>
              <a:tabLst/>
              <a:defRPr/>
            </a:pPr>
            <a:endParaRPr kumimoji="1" lang="en-US" altLang="ko-KR" sz="200" b="1" kern="0" spc="-3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itchFamily="18" charset="-127"/>
              <a:ea typeface="KoPub돋움체 Medium" pitchFamily="18" charset="-127"/>
            </a:endParaRPr>
          </a:p>
          <a:p>
            <a:pPr marL="182563" marR="0" lvl="0" indent="-182563" defTabSz="1036988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3D7199"/>
              </a:buClr>
              <a:buSzPct val="100000"/>
              <a:buFont typeface="Wingdings" panose="05000000000000000000" pitchFamily="2" charset="2"/>
              <a:buChar char=""/>
              <a:tabLst/>
              <a:defRPr/>
            </a:pPr>
            <a:r>
              <a:rPr kumimoji="1" lang="ko-KR" altLang="en-US" sz="1200" b="1" kern="0" spc="-3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제품에 대한 </a:t>
            </a:r>
            <a:r>
              <a:rPr kumimoji="1" lang="en-US" altLang="ko-KR" sz="1200" b="1" kern="0" spc="-3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QR </a:t>
            </a:r>
            <a:r>
              <a:rPr kumimoji="1" lang="ko-KR" altLang="en-US" sz="1200" b="1" kern="0" spc="-3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선택 시 제품에 대한 정보를 확인 할 수 있는 사이트 이동 </a:t>
            </a:r>
            <a:endParaRPr kumimoji="1" lang="en-US" altLang="ko-KR" sz="1200" b="1" kern="0" spc="-3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itchFamily="18" charset="-127"/>
              <a:ea typeface="KoPub돋움체 Medium" pitchFamily="18" charset="-127"/>
            </a:endParaRPr>
          </a:p>
          <a:p>
            <a:pPr marL="182563" marR="0" lvl="0" indent="-182563" defTabSz="1036988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3D7199"/>
              </a:buClr>
              <a:buSzPct val="100000"/>
              <a:buFont typeface="Wingdings" panose="05000000000000000000" pitchFamily="2" charset="2"/>
              <a:buChar char=""/>
              <a:tabLst/>
              <a:defRPr/>
            </a:pPr>
            <a:r>
              <a:rPr kumimoji="1" lang="en-US" altLang="ko-KR" sz="1200" b="1" kern="0" spc="-3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https://ecolife.me.go.kr/ecolife/chmstryProduct/chmstryProductShow/41068/01</a:t>
            </a:r>
          </a:p>
        </p:txBody>
      </p:sp>
      <p:pic>
        <p:nvPicPr>
          <p:cNvPr id="85" name="Picture 3">
            <a:extLst>
              <a:ext uri="{FF2B5EF4-FFF2-40B4-BE49-F238E27FC236}">
                <a16:creationId xmlns:a16="http://schemas.microsoft.com/office/drawing/2014/main" id="{4FB4ED1A-0D41-43EF-B3BB-D850A74478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1531" y="5271912"/>
            <a:ext cx="1201462" cy="1395221"/>
          </a:xfrm>
          <a:prstGeom prst="rect">
            <a:avLst/>
          </a:prstGeom>
          <a:noFill/>
          <a:ln>
            <a:solidFill>
              <a:srgbClr val="FFFFFF">
                <a:lumMod val="75000"/>
              </a:srgbClr>
            </a:solidFill>
          </a:ln>
          <a:effectLst/>
        </p:spPr>
      </p:pic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067D49A1-3324-48AF-8983-5D941645C006}"/>
              </a:ext>
            </a:extLst>
          </p:cNvPr>
          <p:cNvCxnSpPr>
            <a:cxnSpLocks/>
            <a:stCxn id="84" idx="3"/>
            <a:endCxn id="85" idx="1"/>
          </p:cNvCxnSpPr>
          <p:nvPr/>
        </p:nvCxnSpPr>
        <p:spPr>
          <a:xfrm>
            <a:off x="6949440" y="5969522"/>
            <a:ext cx="1262091" cy="1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2733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4" name="그룹 403">
            <a:extLst>
              <a:ext uri="{FF2B5EF4-FFF2-40B4-BE49-F238E27FC236}">
                <a16:creationId xmlns:a16="http://schemas.microsoft.com/office/drawing/2014/main" id="{2FA5B1D9-EA77-421C-B2DA-12E2B88BF9D7}"/>
              </a:ext>
            </a:extLst>
          </p:cNvPr>
          <p:cNvGrpSpPr/>
          <p:nvPr/>
        </p:nvGrpSpPr>
        <p:grpSpPr>
          <a:xfrm>
            <a:off x="0" y="598511"/>
            <a:ext cx="10691813" cy="860097"/>
            <a:chOff x="0" y="598511"/>
            <a:chExt cx="10691813" cy="860097"/>
          </a:xfrm>
        </p:grpSpPr>
        <p:sp>
          <p:nvSpPr>
            <p:cNvPr id="405" name="사각형: 둥근 위쪽 모서리 404">
              <a:extLst>
                <a:ext uri="{FF2B5EF4-FFF2-40B4-BE49-F238E27FC236}">
                  <a16:creationId xmlns:a16="http://schemas.microsoft.com/office/drawing/2014/main" id="{5F6D7FA4-958B-4F79-AED9-322B1FD34149}"/>
                </a:ext>
              </a:extLst>
            </p:cNvPr>
            <p:cNvSpPr/>
            <p:nvPr/>
          </p:nvSpPr>
          <p:spPr>
            <a:xfrm>
              <a:off x="0" y="1219293"/>
              <a:ext cx="10691813" cy="239315"/>
            </a:xfrm>
            <a:prstGeom prst="round2SameRect">
              <a:avLst>
                <a:gd name="adj1" fmla="val 0"/>
                <a:gd name="adj2" fmla="val 0"/>
              </a:avLst>
            </a:prstGeom>
            <a:gradFill flip="none" rotWithShape="1">
              <a:gsLst>
                <a:gs pos="100000">
                  <a:schemeClr val="tx1">
                    <a:lumMod val="50000"/>
                    <a:lumOff val="50000"/>
                  </a:schemeClr>
                </a:gs>
                <a:gs pos="0">
                  <a:srgbClr val="3C3C3E"/>
                </a:gs>
              </a:gsLst>
              <a:lin ang="0" scaled="1"/>
              <a:tileRect/>
            </a:gradFill>
            <a:ln w="12700" cap="rnd" cmpd="sng">
              <a:noFill/>
              <a:prstDash val="solid"/>
              <a:headEnd type="none" w="lg" len="med"/>
              <a:tailEnd type="none" w="lg" len="med"/>
            </a:ln>
            <a:effectLst>
              <a:innerShdw dist="25400" dir="5400000">
                <a:schemeClr val="tx1">
                  <a:lumMod val="65000"/>
                  <a:lumOff val="35000"/>
                  <a:alpha val="50000"/>
                </a:schemeClr>
              </a:innerShdw>
            </a:effectLst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lIns="0" tIns="0" rIns="0" bIns="0" anchor="ctr" anchorCtr="0">
              <a:scene3d>
                <a:camera prst="orthographicFront"/>
                <a:lightRig rig="threePt" dir="t"/>
              </a:scene3d>
              <a:sp3d>
                <a:bevelT w="0" h="1270"/>
              </a:sp3d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4000">
                      <a:prstClr val="white"/>
                    </a:gs>
                    <a:gs pos="100000">
                      <a:prstClr val="white"/>
                    </a:gs>
                  </a:gsLst>
                  <a:lin ang="0" scaled="1"/>
                </a:gra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endParaRPr>
            </a:p>
          </p:txBody>
        </p:sp>
        <p:grpSp>
          <p:nvGrpSpPr>
            <p:cNvPr id="406" name="그룹 405">
              <a:extLst>
                <a:ext uri="{FF2B5EF4-FFF2-40B4-BE49-F238E27FC236}">
                  <a16:creationId xmlns:a16="http://schemas.microsoft.com/office/drawing/2014/main" id="{3C047EF3-0822-47DC-8E08-A4D5E502967A}"/>
                </a:ext>
              </a:extLst>
            </p:cNvPr>
            <p:cNvGrpSpPr/>
            <p:nvPr/>
          </p:nvGrpSpPr>
          <p:grpSpPr>
            <a:xfrm>
              <a:off x="565201" y="598511"/>
              <a:ext cx="9641058" cy="763806"/>
              <a:chOff x="565201" y="598511"/>
              <a:chExt cx="9641058" cy="763806"/>
            </a:xfrm>
          </p:grpSpPr>
          <p:grpSp>
            <p:nvGrpSpPr>
              <p:cNvPr id="407" name="그룹 406">
                <a:extLst>
                  <a:ext uri="{FF2B5EF4-FFF2-40B4-BE49-F238E27FC236}">
                    <a16:creationId xmlns:a16="http://schemas.microsoft.com/office/drawing/2014/main" id="{D4BE24E5-CB23-4CB0-B9FD-4981C6FF3614}"/>
                  </a:ext>
                </a:extLst>
              </p:cNvPr>
              <p:cNvGrpSpPr/>
              <p:nvPr/>
            </p:nvGrpSpPr>
            <p:grpSpPr>
              <a:xfrm>
                <a:off x="565201" y="598511"/>
                <a:ext cx="9641058" cy="763806"/>
                <a:chOff x="565201" y="598511"/>
                <a:chExt cx="9641058" cy="763806"/>
              </a:xfrm>
            </p:grpSpPr>
            <p:sp>
              <p:nvSpPr>
                <p:cNvPr id="422" name="Rectangle 6">
                  <a:extLst>
                    <a:ext uri="{FF2B5EF4-FFF2-40B4-BE49-F238E27FC236}">
                      <a16:creationId xmlns:a16="http://schemas.microsoft.com/office/drawing/2014/main" id="{2C39D78F-F9A9-4560-A6F8-58C3098778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96235" y="598511"/>
                  <a:ext cx="5293465" cy="30777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square" lIns="0" tIns="0" rIns="0" bIns="0" anchor="b">
                  <a:spAutoFit/>
                </a:bodyPr>
                <a:lstStyle/>
                <a:p>
                  <a:pPr lvl="0" fontAlgn="base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ko-KR" altLang="en-US" sz="2000" spc="-49" dirty="0">
                      <a:ln>
                        <a:solidFill>
                          <a:srgbClr val="D64E75">
                            <a:alpha val="0"/>
                          </a:srgbClr>
                        </a:solidFill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KoPub돋움체 Bold" panose="00000800000000000000" pitchFamily="2" charset="-127"/>
                      <a:ea typeface="KoPub돋움체 Bold" panose="00000800000000000000" pitchFamily="2" charset="-127"/>
                    </a:rPr>
                    <a:t>승인유예대상 기존 살생물물질 통합 </a:t>
                  </a:r>
                  <a:r>
                    <a:rPr lang="en-US" altLang="ko-KR" sz="2000" spc="-49" dirty="0">
                      <a:ln>
                        <a:solidFill>
                          <a:srgbClr val="D64E75">
                            <a:alpha val="0"/>
                          </a:srgbClr>
                        </a:solidFill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KoPub돋움체 Bold" panose="00000800000000000000" pitchFamily="2" charset="-127"/>
                      <a:ea typeface="KoPub돋움체 Bold" panose="00000800000000000000" pitchFamily="2" charset="-127"/>
                    </a:rPr>
                    <a:t>DB </a:t>
                  </a:r>
                  <a:r>
                    <a:rPr lang="ko-KR" altLang="en-US" sz="2000" spc="-49" dirty="0">
                      <a:ln>
                        <a:solidFill>
                          <a:srgbClr val="D64E75">
                            <a:alpha val="0"/>
                          </a:srgbClr>
                        </a:solidFill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KoPub돋움체 Bold" panose="00000800000000000000" pitchFamily="2" charset="-127"/>
                      <a:ea typeface="KoPub돋움체 Bold" panose="00000800000000000000" pitchFamily="2" charset="-127"/>
                    </a:rPr>
                    <a:t>관리</a:t>
                  </a:r>
                </a:p>
              </p:txBody>
            </p:sp>
            <p:grpSp>
              <p:nvGrpSpPr>
                <p:cNvPr id="423" name="그룹 422">
                  <a:extLst>
                    <a:ext uri="{FF2B5EF4-FFF2-40B4-BE49-F238E27FC236}">
                      <a16:creationId xmlns:a16="http://schemas.microsoft.com/office/drawing/2014/main" id="{D82B9E62-7DE8-4BF1-89EA-432A46A36F13}"/>
                    </a:ext>
                  </a:extLst>
                </p:cNvPr>
                <p:cNvGrpSpPr/>
                <p:nvPr/>
              </p:nvGrpSpPr>
              <p:grpSpPr>
                <a:xfrm>
                  <a:off x="565201" y="1123003"/>
                  <a:ext cx="9641058" cy="239314"/>
                  <a:chOff x="1283748" y="1193940"/>
                  <a:chExt cx="9641058" cy="239314"/>
                </a:xfrm>
              </p:grpSpPr>
              <p:sp>
                <p:nvSpPr>
                  <p:cNvPr id="424" name="Freeform 31">
                    <a:extLst>
                      <a:ext uri="{FF2B5EF4-FFF2-40B4-BE49-F238E27FC236}">
                        <a16:creationId xmlns:a16="http://schemas.microsoft.com/office/drawing/2014/main" id="{D4689E09-2390-401D-BD0D-B83A03FF2D5C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1283748" y="1193940"/>
                    <a:ext cx="240252" cy="239314"/>
                  </a:xfrm>
                  <a:custGeom>
                    <a:avLst/>
                    <a:gdLst>
                      <a:gd name="T0" fmla="*/ 96 w 192"/>
                      <a:gd name="T1" fmla="*/ 0 h 191"/>
                      <a:gd name="T2" fmla="*/ 0 w 192"/>
                      <a:gd name="T3" fmla="*/ 95 h 191"/>
                      <a:gd name="T4" fmla="*/ 96 w 192"/>
                      <a:gd name="T5" fmla="*/ 191 h 191"/>
                      <a:gd name="T6" fmla="*/ 192 w 192"/>
                      <a:gd name="T7" fmla="*/ 95 h 191"/>
                      <a:gd name="T8" fmla="*/ 96 w 192"/>
                      <a:gd name="T9" fmla="*/ 0 h 191"/>
                      <a:gd name="T10" fmla="*/ 156 w 192"/>
                      <a:gd name="T11" fmla="*/ 73 h 191"/>
                      <a:gd name="T12" fmla="*/ 86 w 192"/>
                      <a:gd name="T13" fmla="*/ 142 h 191"/>
                      <a:gd name="T14" fmla="*/ 77 w 192"/>
                      <a:gd name="T15" fmla="*/ 145 h 191"/>
                      <a:gd name="T16" fmla="*/ 68 w 192"/>
                      <a:gd name="T17" fmla="*/ 142 h 191"/>
                      <a:gd name="T18" fmla="*/ 37 w 192"/>
                      <a:gd name="T19" fmla="*/ 110 h 191"/>
                      <a:gd name="T20" fmla="*/ 37 w 192"/>
                      <a:gd name="T21" fmla="*/ 92 h 191"/>
                      <a:gd name="T22" fmla="*/ 55 w 192"/>
                      <a:gd name="T23" fmla="*/ 92 h 191"/>
                      <a:gd name="T24" fmla="*/ 77 w 192"/>
                      <a:gd name="T25" fmla="*/ 115 h 191"/>
                      <a:gd name="T26" fmla="*/ 138 w 192"/>
                      <a:gd name="T27" fmla="*/ 55 h 191"/>
                      <a:gd name="T28" fmla="*/ 156 w 192"/>
                      <a:gd name="T29" fmla="*/ 55 h 191"/>
                      <a:gd name="T30" fmla="*/ 156 w 192"/>
                      <a:gd name="T31" fmla="*/ 73 h 19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</a:cxnLst>
                    <a:rect l="0" t="0" r="r" b="b"/>
                    <a:pathLst>
                      <a:path w="192" h="191">
                        <a:moveTo>
                          <a:pt x="96" y="0"/>
                        </a:moveTo>
                        <a:cubicBezTo>
                          <a:pt x="43" y="0"/>
                          <a:pt x="0" y="42"/>
                          <a:pt x="0" y="95"/>
                        </a:cubicBezTo>
                        <a:cubicBezTo>
                          <a:pt x="0" y="148"/>
                          <a:pt x="43" y="191"/>
                          <a:pt x="96" y="191"/>
                        </a:cubicBezTo>
                        <a:cubicBezTo>
                          <a:pt x="149" y="191"/>
                          <a:pt x="192" y="148"/>
                          <a:pt x="192" y="95"/>
                        </a:cubicBezTo>
                        <a:cubicBezTo>
                          <a:pt x="192" y="42"/>
                          <a:pt x="149" y="0"/>
                          <a:pt x="96" y="0"/>
                        </a:cubicBezTo>
                        <a:close/>
                        <a:moveTo>
                          <a:pt x="156" y="73"/>
                        </a:moveTo>
                        <a:cubicBezTo>
                          <a:pt x="86" y="142"/>
                          <a:pt x="86" y="142"/>
                          <a:pt x="86" y="142"/>
                        </a:cubicBezTo>
                        <a:cubicBezTo>
                          <a:pt x="84" y="144"/>
                          <a:pt x="81" y="145"/>
                          <a:pt x="77" y="145"/>
                        </a:cubicBezTo>
                        <a:cubicBezTo>
                          <a:pt x="74" y="145"/>
                          <a:pt x="71" y="144"/>
                          <a:pt x="68" y="142"/>
                        </a:cubicBezTo>
                        <a:cubicBezTo>
                          <a:pt x="37" y="110"/>
                          <a:pt x="37" y="110"/>
                          <a:pt x="37" y="110"/>
                        </a:cubicBezTo>
                        <a:cubicBezTo>
                          <a:pt x="32" y="105"/>
                          <a:pt x="32" y="97"/>
                          <a:pt x="37" y="92"/>
                        </a:cubicBezTo>
                        <a:cubicBezTo>
                          <a:pt x="42" y="87"/>
                          <a:pt x="50" y="87"/>
                          <a:pt x="55" y="92"/>
                        </a:cubicBezTo>
                        <a:cubicBezTo>
                          <a:pt x="77" y="115"/>
                          <a:pt x="77" y="115"/>
                          <a:pt x="77" y="115"/>
                        </a:cubicBezTo>
                        <a:cubicBezTo>
                          <a:pt x="138" y="55"/>
                          <a:pt x="138" y="55"/>
                          <a:pt x="138" y="55"/>
                        </a:cubicBezTo>
                        <a:cubicBezTo>
                          <a:pt x="143" y="50"/>
                          <a:pt x="151" y="50"/>
                          <a:pt x="156" y="55"/>
                        </a:cubicBezTo>
                        <a:cubicBezTo>
                          <a:pt x="161" y="60"/>
                          <a:pt x="161" y="68"/>
                          <a:pt x="156" y="73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425" name="TextBox 424">
                    <a:extLst>
                      <a:ext uri="{FF2B5EF4-FFF2-40B4-BE49-F238E27FC236}">
                        <a16:creationId xmlns:a16="http://schemas.microsoft.com/office/drawing/2014/main" id="{6686FA5C-8419-4954-B57A-1B63C4ED8689}"/>
                      </a:ext>
                    </a:extLst>
                  </p:cNvPr>
                  <p:cNvSpPr txBox="1"/>
                  <p:nvPr/>
                </p:nvSpPr>
                <p:spPr>
                  <a:xfrm>
                    <a:off x="1627315" y="1205875"/>
                    <a:ext cx="9297491" cy="21544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lang="ko-KR" altLang="en-US" sz="1400" b="1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rPr>
                      <a:t>기존 살생물물질 신고 체인상의 모든 정보를 확인하기 위한 </a:t>
                    </a:r>
                    <a:r>
                      <a:rPr lang="en-US" altLang="ko-KR" sz="1400" b="1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FFFF00"/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rPr>
                      <a:t>1. </a:t>
                    </a:r>
                    <a:r>
                      <a:rPr lang="ko-KR" altLang="en-US" sz="1400" b="1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FFFF00"/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rPr>
                      <a:t>통합 </a:t>
                    </a:r>
                    <a:r>
                      <a:rPr lang="en-US" altLang="ko-KR" sz="1400" b="1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FFFF00"/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rPr>
                      <a:t>DB </a:t>
                    </a:r>
                    <a:r>
                      <a:rPr lang="ko-KR" altLang="en-US" sz="1400" b="1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FFFF00"/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rPr>
                      <a:t>구축  </a:t>
                    </a:r>
                    <a:r>
                      <a:rPr lang="en-US" altLang="ko-KR" sz="1400" b="1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FFFF00"/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rPr>
                      <a:t>2. </a:t>
                    </a:r>
                    <a:r>
                      <a:rPr lang="ko-KR" altLang="en-US" sz="1400" b="1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rgbClr val="FFFF00"/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rPr>
                      <a:t>통합 정보 조회 기능 </a:t>
                    </a:r>
                    <a:r>
                      <a:rPr lang="ko-KR" altLang="en-US" sz="1400" b="1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rPr>
                      <a:t>구축 </a:t>
                    </a:r>
                    <a:r>
                      <a:rPr lang="ko-KR" altLang="en-US" sz="1400" b="1" dirty="0">
                        <a:ln>
                          <a:solidFill>
                            <a:srgbClr val="4472C4">
                              <a:alpha val="0"/>
                            </a:srgbClr>
                          </a:solidFill>
                        </a:ln>
                        <a:solidFill>
                          <a:prstClr val="white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rPr>
                      <a:t> </a:t>
                    </a:r>
                    <a:endParaRPr kumimoji="0" lang="ko-KR" altLang="en-US" sz="1400" b="1" i="0" u="none" strike="noStrike" kern="1200" cap="none" spc="0" normalizeH="0" baseline="0" noProof="0" dirty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KoPub돋움체 Medium" panose="02020603020101020101" pitchFamily="18" charset="-127"/>
                      <a:ea typeface="KoPub돋움체 Medium" panose="02020603020101020101" pitchFamily="18" charset="-127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408" name="그룹 407">
                <a:extLst>
                  <a:ext uri="{FF2B5EF4-FFF2-40B4-BE49-F238E27FC236}">
                    <a16:creationId xmlns:a16="http://schemas.microsoft.com/office/drawing/2014/main" id="{51DA92E8-2C53-4D10-8ACB-C93CA083B8E0}"/>
                  </a:ext>
                </a:extLst>
              </p:cNvPr>
              <p:cNvGrpSpPr/>
              <p:nvPr/>
            </p:nvGrpSpPr>
            <p:grpSpPr>
              <a:xfrm>
                <a:off x="8934005" y="699034"/>
                <a:ext cx="881958" cy="245691"/>
                <a:chOff x="8458455" y="782973"/>
                <a:chExt cx="881958" cy="245691"/>
              </a:xfrm>
            </p:grpSpPr>
            <p:grpSp>
              <p:nvGrpSpPr>
                <p:cNvPr id="409" name="그룹 408">
                  <a:extLst>
                    <a:ext uri="{FF2B5EF4-FFF2-40B4-BE49-F238E27FC236}">
                      <a16:creationId xmlns:a16="http://schemas.microsoft.com/office/drawing/2014/main" id="{21B1FECF-83B3-4952-B868-10AD53CCB292}"/>
                    </a:ext>
                  </a:extLst>
                </p:cNvPr>
                <p:cNvGrpSpPr/>
                <p:nvPr/>
              </p:nvGrpSpPr>
              <p:grpSpPr>
                <a:xfrm>
                  <a:off x="8697949" y="782973"/>
                  <a:ext cx="163476" cy="245691"/>
                  <a:chOff x="8658927" y="782973"/>
                  <a:chExt cx="163476" cy="245691"/>
                </a:xfrm>
              </p:grpSpPr>
              <p:sp>
                <p:nvSpPr>
                  <p:cNvPr id="419" name="사각형: 둥근 위쪽 모서리 418">
                    <a:extLst>
                      <a:ext uri="{FF2B5EF4-FFF2-40B4-BE49-F238E27FC236}">
                        <a16:creationId xmlns:a16="http://schemas.microsoft.com/office/drawing/2014/main" id="{29110E26-80C1-4971-9A8B-FD7CCBD8F283}"/>
                      </a:ext>
                    </a:extLst>
                  </p:cNvPr>
                  <p:cNvSpPr/>
                  <p:nvPr/>
                </p:nvSpPr>
                <p:spPr>
                  <a:xfrm>
                    <a:off x="8658927" y="956664"/>
                    <a:ext cx="163476" cy="72000"/>
                  </a:xfrm>
                  <a:prstGeom prst="round2SameRect">
                    <a:avLst>
                      <a:gd name="adj1" fmla="val 50000"/>
                      <a:gd name="adj2" fmla="val 0"/>
                    </a:avLst>
                  </a:prstGeom>
                  <a:solidFill>
                    <a:srgbClr val="66B35C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420" name="직사각형 419">
                    <a:extLst>
                      <a:ext uri="{FF2B5EF4-FFF2-40B4-BE49-F238E27FC236}">
                        <a16:creationId xmlns:a16="http://schemas.microsoft.com/office/drawing/2014/main" id="{5F53D4E9-07A6-4E03-8290-9D7D793BD488}"/>
                      </a:ext>
                    </a:extLst>
                  </p:cNvPr>
                  <p:cNvSpPr/>
                  <p:nvPr/>
                </p:nvSpPr>
                <p:spPr>
                  <a:xfrm>
                    <a:off x="8658927" y="782973"/>
                    <a:ext cx="163476" cy="14933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1000" b="0" i="0" u="none" strike="noStrike" kern="0" cap="none" spc="-30" normalizeH="0" baseline="0" noProof="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srgbClr val="4B8E42"/>
                        </a:solidFill>
                        <a:effectLst/>
                        <a:uLnTx/>
                        <a:uFillTx/>
                        <a:latin typeface="KoPub바탕체 Medium" panose="00000600000000000000" pitchFamily="2" charset="-127"/>
                        <a:ea typeface="KoPub바탕체 Medium" panose="00000600000000000000" pitchFamily="2" charset="-127"/>
                        <a:cs typeface="+mn-cs"/>
                      </a:rPr>
                      <a:t>Ⅱ</a:t>
                    </a:r>
                    <a:endParaRPr kumimoji="0" lang="ko-KR" altLang="en-US" sz="1000" b="0" i="0" u="none" strike="noStrike" kern="0" cap="none" spc="-30" normalizeH="0" baseline="0" noProof="0" dirty="0">
                      <a:ln w="3175">
                        <a:solidFill>
                          <a:prstClr val="white">
                            <a:lumMod val="75000"/>
                            <a:alpha val="0"/>
                          </a:prstClr>
                        </a:solidFill>
                      </a:ln>
                      <a:solidFill>
                        <a:srgbClr val="4B8E42"/>
                      </a:solidFill>
                      <a:effectLst/>
                      <a:uLnTx/>
                      <a:uFillTx/>
                      <a:latin typeface="KoPub바탕체 Medium" panose="00000600000000000000" pitchFamily="2" charset="-127"/>
                      <a:ea typeface="KoPub바탕체 Medium" panose="00000600000000000000" pitchFamily="2" charset="-127"/>
                      <a:cs typeface="+mn-cs"/>
                    </a:endParaRPr>
                  </a:p>
                </p:txBody>
              </p:sp>
            </p:grpSp>
            <p:grpSp>
              <p:nvGrpSpPr>
                <p:cNvPr id="410" name="그룹 409">
                  <a:extLst>
                    <a:ext uri="{FF2B5EF4-FFF2-40B4-BE49-F238E27FC236}">
                      <a16:creationId xmlns:a16="http://schemas.microsoft.com/office/drawing/2014/main" id="{3204D16C-D7F6-4CB8-AA70-2A4455421EEC}"/>
                    </a:ext>
                  </a:extLst>
                </p:cNvPr>
                <p:cNvGrpSpPr/>
                <p:nvPr/>
              </p:nvGrpSpPr>
              <p:grpSpPr>
                <a:xfrm>
                  <a:off x="8458455" y="782973"/>
                  <a:ext cx="163476" cy="245691"/>
                  <a:chOff x="8458455" y="782973"/>
                  <a:chExt cx="163476" cy="245691"/>
                </a:xfrm>
              </p:grpSpPr>
              <p:sp>
                <p:nvSpPr>
                  <p:cNvPr id="417" name="사각형: 둥근 위쪽 모서리 416">
                    <a:extLst>
                      <a:ext uri="{FF2B5EF4-FFF2-40B4-BE49-F238E27FC236}">
                        <a16:creationId xmlns:a16="http://schemas.microsoft.com/office/drawing/2014/main" id="{622C0D41-EB4D-43CC-A0E4-6BC3C473A9B4}"/>
                      </a:ext>
                    </a:extLst>
                  </p:cNvPr>
                  <p:cNvSpPr/>
                  <p:nvPr/>
                </p:nvSpPr>
                <p:spPr>
                  <a:xfrm>
                    <a:off x="8458455" y="956664"/>
                    <a:ext cx="163476" cy="72000"/>
                  </a:xfrm>
                  <a:prstGeom prst="round2SameRect">
                    <a:avLst>
                      <a:gd name="adj1" fmla="val 50000"/>
                      <a:gd name="adj2" fmla="val 0"/>
                    </a:avLst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418" name="직사각형 417">
                    <a:extLst>
                      <a:ext uri="{FF2B5EF4-FFF2-40B4-BE49-F238E27FC236}">
                        <a16:creationId xmlns:a16="http://schemas.microsoft.com/office/drawing/2014/main" id="{FD8FF4AA-8B45-4036-A5C4-4F6C93DD94F1}"/>
                      </a:ext>
                    </a:extLst>
                  </p:cNvPr>
                  <p:cNvSpPr/>
                  <p:nvPr/>
                </p:nvSpPr>
                <p:spPr>
                  <a:xfrm>
                    <a:off x="8458455" y="782973"/>
                    <a:ext cx="163476" cy="14933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800" b="0" i="0" u="none" strike="noStrike" kern="0" cap="none" spc="-30" normalizeH="0" baseline="0" noProof="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KoPub바탕체 Light" panose="00000300000000000000" pitchFamily="2" charset="-127"/>
                        <a:ea typeface="KoPub바탕체 Light" panose="00000300000000000000" pitchFamily="2" charset="-127"/>
                        <a:cs typeface="+mn-cs"/>
                      </a:rPr>
                      <a:t>Ⅰ</a:t>
                    </a:r>
                    <a:endParaRPr kumimoji="0" lang="ko-KR" altLang="en-US" sz="800" b="0" i="0" u="none" strike="noStrike" kern="0" cap="none" spc="-30" normalizeH="0" baseline="0" noProof="0" dirty="0">
                      <a:ln w="3175">
                        <a:solidFill>
                          <a:prstClr val="white">
                            <a:lumMod val="75000"/>
                            <a:alpha val="0"/>
                          </a:prstClr>
                        </a:solidFill>
                      </a:ln>
                      <a:solidFill>
                        <a:prstClr val="white">
                          <a:lumMod val="75000"/>
                        </a:prstClr>
                      </a:solidFill>
                      <a:effectLst/>
                      <a:uLnTx/>
                      <a:uFillTx/>
                      <a:latin typeface="KoPub바탕체 Light" panose="00000300000000000000" pitchFamily="2" charset="-127"/>
                      <a:ea typeface="KoPub바탕체 Light" panose="00000300000000000000" pitchFamily="2" charset="-127"/>
                      <a:cs typeface="+mn-cs"/>
                    </a:endParaRPr>
                  </a:p>
                </p:txBody>
              </p:sp>
            </p:grpSp>
            <p:grpSp>
              <p:nvGrpSpPr>
                <p:cNvPr id="411" name="그룹 410">
                  <a:extLst>
                    <a:ext uri="{FF2B5EF4-FFF2-40B4-BE49-F238E27FC236}">
                      <a16:creationId xmlns:a16="http://schemas.microsoft.com/office/drawing/2014/main" id="{70A1E08A-5ABD-466F-BB7E-1DADE7BA7F5B}"/>
                    </a:ext>
                  </a:extLst>
                </p:cNvPr>
                <p:cNvGrpSpPr/>
                <p:nvPr/>
              </p:nvGrpSpPr>
              <p:grpSpPr>
                <a:xfrm>
                  <a:off x="9176937" y="782973"/>
                  <a:ext cx="163476" cy="245691"/>
                  <a:chOff x="9059871" y="782973"/>
                  <a:chExt cx="163476" cy="245691"/>
                </a:xfrm>
              </p:grpSpPr>
              <p:sp>
                <p:nvSpPr>
                  <p:cNvPr id="415" name="사각형: 둥근 위쪽 모서리 414">
                    <a:extLst>
                      <a:ext uri="{FF2B5EF4-FFF2-40B4-BE49-F238E27FC236}">
                        <a16:creationId xmlns:a16="http://schemas.microsoft.com/office/drawing/2014/main" id="{3AFF8F75-EA1A-4A7B-B185-2B4EE38B87E1}"/>
                      </a:ext>
                    </a:extLst>
                  </p:cNvPr>
                  <p:cNvSpPr/>
                  <p:nvPr/>
                </p:nvSpPr>
                <p:spPr>
                  <a:xfrm>
                    <a:off x="9059871" y="956664"/>
                    <a:ext cx="163476" cy="72000"/>
                  </a:xfrm>
                  <a:prstGeom prst="round2SameRect">
                    <a:avLst>
                      <a:gd name="adj1" fmla="val 50000"/>
                      <a:gd name="adj2" fmla="val 0"/>
                    </a:avLst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416" name="직사각형 415">
                    <a:extLst>
                      <a:ext uri="{FF2B5EF4-FFF2-40B4-BE49-F238E27FC236}">
                        <a16:creationId xmlns:a16="http://schemas.microsoft.com/office/drawing/2014/main" id="{E9638406-6617-4159-AA1A-A74869174C85}"/>
                      </a:ext>
                    </a:extLst>
                  </p:cNvPr>
                  <p:cNvSpPr/>
                  <p:nvPr/>
                </p:nvSpPr>
                <p:spPr>
                  <a:xfrm>
                    <a:off x="9059871" y="782973"/>
                    <a:ext cx="163476" cy="14933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800" b="0" i="0" u="none" strike="noStrike" kern="0" cap="none" spc="-30" normalizeH="0" baseline="0" noProof="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KoPub바탕체 Light" panose="00000300000000000000" pitchFamily="2" charset="-127"/>
                        <a:ea typeface="KoPub바탕체 Light" panose="00000300000000000000" pitchFamily="2" charset="-127"/>
                        <a:cs typeface="+mn-cs"/>
                      </a:rPr>
                      <a:t>Ⅳ</a:t>
                    </a:r>
                    <a:endParaRPr kumimoji="0" lang="ko-KR" altLang="en-US" sz="800" b="0" i="0" u="none" strike="noStrike" kern="0" cap="none" spc="-30" normalizeH="0" baseline="0" noProof="0" dirty="0">
                      <a:ln w="3175">
                        <a:solidFill>
                          <a:prstClr val="white">
                            <a:lumMod val="75000"/>
                            <a:alpha val="0"/>
                          </a:prstClr>
                        </a:solidFill>
                      </a:ln>
                      <a:solidFill>
                        <a:prstClr val="white">
                          <a:lumMod val="75000"/>
                        </a:prstClr>
                      </a:solidFill>
                      <a:effectLst/>
                      <a:uLnTx/>
                      <a:uFillTx/>
                      <a:latin typeface="KoPub바탕체 Light" panose="00000300000000000000" pitchFamily="2" charset="-127"/>
                      <a:ea typeface="KoPub바탕체 Light" panose="00000300000000000000" pitchFamily="2" charset="-127"/>
                      <a:cs typeface="+mn-cs"/>
                    </a:endParaRPr>
                  </a:p>
                </p:txBody>
              </p:sp>
            </p:grpSp>
            <p:grpSp>
              <p:nvGrpSpPr>
                <p:cNvPr id="412" name="그룹 411">
                  <a:extLst>
                    <a:ext uri="{FF2B5EF4-FFF2-40B4-BE49-F238E27FC236}">
                      <a16:creationId xmlns:a16="http://schemas.microsoft.com/office/drawing/2014/main" id="{F19D1B60-BCDC-4554-AB36-90579225A4C7}"/>
                    </a:ext>
                  </a:extLst>
                </p:cNvPr>
                <p:cNvGrpSpPr/>
                <p:nvPr/>
              </p:nvGrpSpPr>
              <p:grpSpPr>
                <a:xfrm>
                  <a:off x="8937443" y="782973"/>
                  <a:ext cx="163476" cy="245691"/>
                  <a:chOff x="8859399" y="782973"/>
                  <a:chExt cx="163476" cy="245691"/>
                </a:xfrm>
              </p:grpSpPr>
              <p:sp>
                <p:nvSpPr>
                  <p:cNvPr id="413" name="사각형: 둥근 위쪽 모서리 412">
                    <a:extLst>
                      <a:ext uri="{FF2B5EF4-FFF2-40B4-BE49-F238E27FC236}">
                        <a16:creationId xmlns:a16="http://schemas.microsoft.com/office/drawing/2014/main" id="{47E62EBE-13BD-4FAF-AFC8-9FBBC64E7F8D}"/>
                      </a:ext>
                    </a:extLst>
                  </p:cNvPr>
                  <p:cNvSpPr/>
                  <p:nvPr/>
                </p:nvSpPr>
                <p:spPr>
                  <a:xfrm>
                    <a:off x="8859399" y="956664"/>
                    <a:ext cx="163476" cy="72000"/>
                  </a:xfrm>
                  <a:prstGeom prst="round2SameRect">
                    <a:avLst>
                      <a:gd name="adj1" fmla="val 50000"/>
                      <a:gd name="adj2" fmla="val 0"/>
                    </a:avLst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414" name="직사각형 413">
                    <a:extLst>
                      <a:ext uri="{FF2B5EF4-FFF2-40B4-BE49-F238E27FC236}">
                        <a16:creationId xmlns:a16="http://schemas.microsoft.com/office/drawing/2014/main" id="{EFD4E06C-D4B0-4EAD-9EFE-18A74EEDC51A}"/>
                      </a:ext>
                    </a:extLst>
                  </p:cNvPr>
                  <p:cNvSpPr/>
                  <p:nvPr/>
                </p:nvSpPr>
                <p:spPr>
                  <a:xfrm>
                    <a:off x="8859399" y="782973"/>
                    <a:ext cx="163476" cy="14933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800" b="0" i="0" u="none" strike="noStrike" kern="0" cap="none" spc="-30" normalizeH="0" baseline="0" noProof="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KoPub바탕체 Light" panose="00000300000000000000" pitchFamily="2" charset="-127"/>
                        <a:ea typeface="KoPub바탕체 Light" panose="00000300000000000000" pitchFamily="2" charset="-127"/>
                        <a:cs typeface="+mn-cs"/>
                      </a:rPr>
                      <a:t>Ⅲ</a:t>
                    </a:r>
                    <a:endParaRPr kumimoji="0" lang="ko-KR" altLang="en-US" sz="800" b="0" i="0" u="none" strike="noStrike" kern="0" cap="none" spc="-30" normalizeH="0" baseline="0" noProof="0" dirty="0">
                      <a:ln w="3175">
                        <a:solidFill>
                          <a:prstClr val="white">
                            <a:lumMod val="75000"/>
                            <a:alpha val="0"/>
                          </a:prstClr>
                        </a:solidFill>
                      </a:ln>
                      <a:solidFill>
                        <a:prstClr val="white">
                          <a:lumMod val="75000"/>
                        </a:prstClr>
                      </a:solidFill>
                      <a:effectLst/>
                      <a:uLnTx/>
                      <a:uFillTx/>
                      <a:latin typeface="KoPub바탕체 Light" panose="00000300000000000000" pitchFamily="2" charset="-127"/>
                      <a:ea typeface="KoPub바탕체 Light" panose="00000300000000000000" pitchFamily="2" charset="-127"/>
                      <a:cs typeface="+mn-cs"/>
                    </a:endParaRPr>
                  </a:p>
                </p:txBody>
              </p:sp>
            </p:grpSp>
          </p:grpSp>
        </p:grpSp>
      </p:grpSp>
      <p:sp>
        <p:nvSpPr>
          <p:cNvPr id="181" name="타원 180">
            <a:extLst>
              <a:ext uri="{FF2B5EF4-FFF2-40B4-BE49-F238E27FC236}">
                <a16:creationId xmlns:a16="http://schemas.microsoft.com/office/drawing/2014/main" id="{D6C08847-367A-4020-A47B-47E27237BD49}"/>
              </a:ext>
            </a:extLst>
          </p:cNvPr>
          <p:cNvSpPr/>
          <p:nvPr/>
        </p:nvSpPr>
        <p:spPr>
          <a:xfrm flipH="1">
            <a:off x="1021108" y="2304230"/>
            <a:ext cx="716764" cy="716764"/>
          </a:xfrm>
          <a:prstGeom prst="ellipse">
            <a:avLst/>
          </a:prstGeom>
          <a:blipFill>
            <a:blip r:embed="rId5">
              <a:duotone>
                <a:srgbClr val="808080">
                  <a:shade val="45000"/>
                  <a:satMod val="135000"/>
                </a:srgbClr>
                <a:prstClr val="white"/>
              </a:duotone>
            </a:blip>
            <a:stretch>
              <a:fillRect/>
            </a:stretch>
          </a:blipFill>
          <a:ln w="38100" cap="flat" cmpd="sng" algn="ctr">
            <a:noFill/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75097"/>
              </a:buClr>
              <a:buSzPct val="80000"/>
              <a:buFontTx/>
              <a:buNone/>
              <a:tabLst>
                <a:tab pos="355636" algn="l"/>
              </a:tabLst>
              <a:defRPr/>
            </a:pPr>
            <a:r>
              <a:rPr kumimoji="1" lang="ko-KR" altLang="en-US" sz="1100" kern="0" spc="-6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물질승인</a:t>
            </a:r>
            <a:endParaRPr kumimoji="1" lang="en-US" altLang="ko-KR" sz="1100" kern="0" spc="-60" dirty="0">
              <a:ln>
                <a:solidFill>
                  <a:srgbClr val="6D88AF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0" marR="0" lvl="0" indent="0" algn="ctr" defTabSz="91440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75097"/>
              </a:buClr>
              <a:buSzPct val="80000"/>
              <a:buFontTx/>
              <a:buNone/>
              <a:tabLst>
                <a:tab pos="355636" algn="l"/>
              </a:tabLst>
              <a:defRPr/>
            </a:pPr>
            <a:r>
              <a:rPr kumimoji="1" lang="ko-KR" altLang="en-US" sz="1100" b="0" i="0" u="none" strike="noStrike" kern="0" cap="none" spc="-60" normalizeH="0" baseline="0" noProof="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신청계획서</a:t>
            </a:r>
            <a:endParaRPr kumimoji="1" lang="en-US" altLang="ko-KR" sz="1100" b="0" i="0" u="none" strike="noStrike" kern="0" cap="none" spc="-60" normalizeH="0" baseline="0" noProof="0" dirty="0">
              <a:ln>
                <a:solidFill>
                  <a:srgbClr val="6D88AF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83" name="타원 182">
            <a:extLst>
              <a:ext uri="{FF2B5EF4-FFF2-40B4-BE49-F238E27FC236}">
                <a16:creationId xmlns:a16="http://schemas.microsoft.com/office/drawing/2014/main" id="{A6A67AA6-2190-4852-A396-52BEE11104E8}"/>
              </a:ext>
            </a:extLst>
          </p:cNvPr>
          <p:cNvSpPr/>
          <p:nvPr/>
        </p:nvSpPr>
        <p:spPr>
          <a:xfrm flipH="1">
            <a:off x="1946599" y="1820126"/>
            <a:ext cx="716764" cy="716764"/>
          </a:xfrm>
          <a:prstGeom prst="ellipse">
            <a:avLst/>
          </a:prstGeom>
          <a:blipFill>
            <a:blip r:embed="rId5">
              <a:duotone>
                <a:srgbClr val="808080">
                  <a:shade val="45000"/>
                  <a:satMod val="135000"/>
                </a:srgbClr>
                <a:prstClr val="white"/>
              </a:duotone>
            </a:blip>
            <a:stretch>
              <a:fillRect/>
            </a:stretch>
          </a:blipFill>
          <a:ln w="38100" cap="flat" cmpd="sng" algn="ctr">
            <a:noFill/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75097"/>
              </a:buClr>
              <a:buSzPct val="80000"/>
              <a:buFontTx/>
              <a:buNone/>
              <a:tabLst>
                <a:tab pos="355636" algn="l"/>
              </a:tabLst>
              <a:defRPr/>
            </a:pPr>
            <a:r>
              <a:rPr kumimoji="1" lang="ko-KR" altLang="en-US" sz="1100" kern="0" spc="-6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공동협의체</a:t>
            </a:r>
            <a:endParaRPr kumimoji="1" lang="en-US" altLang="ko-KR" sz="1100" kern="0" spc="-60" dirty="0">
              <a:ln>
                <a:solidFill>
                  <a:srgbClr val="6D88AF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0" marR="0" lvl="0" indent="0" algn="ctr" defTabSz="91440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75097"/>
              </a:buClr>
              <a:buSzPct val="80000"/>
              <a:buFontTx/>
              <a:buNone/>
              <a:tabLst>
                <a:tab pos="355636" algn="l"/>
              </a:tabLst>
              <a:defRPr/>
            </a:pPr>
            <a:r>
              <a:rPr kumimoji="1" lang="ko-KR" altLang="en-US" sz="1100" kern="0" spc="-6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관리</a:t>
            </a:r>
            <a:endParaRPr kumimoji="1" lang="en-US" altLang="ko-KR" sz="1100" kern="0" spc="-60" dirty="0">
              <a:ln>
                <a:solidFill>
                  <a:srgbClr val="6D88AF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84" name="타원 183">
            <a:extLst>
              <a:ext uri="{FF2B5EF4-FFF2-40B4-BE49-F238E27FC236}">
                <a16:creationId xmlns:a16="http://schemas.microsoft.com/office/drawing/2014/main" id="{F4F099C2-915C-4D28-8259-FC9E7D77EB16}"/>
              </a:ext>
            </a:extLst>
          </p:cNvPr>
          <p:cNvSpPr/>
          <p:nvPr/>
        </p:nvSpPr>
        <p:spPr>
          <a:xfrm flipH="1">
            <a:off x="2951091" y="2304230"/>
            <a:ext cx="716764" cy="716764"/>
          </a:xfrm>
          <a:prstGeom prst="ellipse">
            <a:avLst/>
          </a:prstGeom>
          <a:blipFill>
            <a:blip r:embed="rId5">
              <a:duotone>
                <a:srgbClr val="808080">
                  <a:shade val="45000"/>
                  <a:satMod val="135000"/>
                </a:srgbClr>
                <a:prstClr val="white"/>
              </a:duotone>
            </a:blip>
            <a:stretch>
              <a:fillRect/>
            </a:stretch>
          </a:blipFill>
          <a:ln w="38100" cap="flat" cmpd="sng" algn="ctr">
            <a:noFill/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75097"/>
              </a:buClr>
              <a:buSzPct val="80000"/>
              <a:buFontTx/>
              <a:buNone/>
              <a:tabLst>
                <a:tab pos="355636" algn="l"/>
              </a:tabLst>
              <a:defRPr/>
            </a:pPr>
            <a:r>
              <a:rPr kumimoji="1" lang="ko-KR" altLang="en-US" sz="1100" kern="0" spc="-6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물질승인</a:t>
            </a:r>
            <a:endParaRPr kumimoji="1" lang="en-US" altLang="ko-KR" sz="1100" kern="0" spc="-60" dirty="0">
              <a:ln>
                <a:solidFill>
                  <a:srgbClr val="6D88AF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0" marR="0" lvl="0" indent="0" algn="ctr" defTabSz="91440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75097"/>
              </a:buClr>
              <a:buSzPct val="80000"/>
              <a:buFontTx/>
              <a:buNone/>
              <a:tabLst>
                <a:tab pos="355636" algn="l"/>
              </a:tabLst>
              <a:defRPr/>
            </a:pPr>
            <a:r>
              <a:rPr kumimoji="1" lang="ko-KR" altLang="en-US" sz="1100" kern="0" spc="-6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신청</a:t>
            </a:r>
            <a:endParaRPr kumimoji="1" lang="en-US" altLang="ko-KR" sz="1100" kern="0" spc="-60" dirty="0">
              <a:ln>
                <a:solidFill>
                  <a:srgbClr val="6D88AF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85" name="타원 184">
            <a:extLst>
              <a:ext uri="{FF2B5EF4-FFF2-40B4-BE49-F238E27FC236}">
                <a16:creationId xmlns:a16="http://schemas.microsoft.com/office/drawing/2014/main" id="{531A670E-7037-44B1-8177-EFD6A6E36A7D}"/>
              </a:ext>
            </a:extLst>
          </p:cNvPr>
          <p:cNvSpPr/>
          <p:nvPr/>
        </p:nvSpPr>
        <p:spPr>
          <a:xfrm flipH="1">
            <a:off x="2917289" y="3422958"/>
            <a:ext cx="716764" cy="716764"/>
          </a:xfrm>
          <a:prstGeom prst="ellipse">
            <a:avLst/>
          </a:prstGeom>
          <a:blipFill>
            <a:blip r:embed="rId5">
              <a:duotone>
                <a:srgbClr val="808080">
                  <a:shade val="45000"/>
                  <a:satMod val="135000"/>
                </a:srgbClr>
                <a:prstClr val="white"/>
              </a:duotone>
            </a:blip>
            <a:stretch>
              <a:fillRect/>
            </a:stretch>
          </a:blipFill>
          <a:ln w="38100" cap="flat" cmpd="sng" algn="ctr">
            <a:noFill/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75097"/>
              </a:buClr>
              <a:buSzPct val="80000"/>
              <a:buFontTx/>
              <a:buNone/>
              <a:tabLst>
                <a:tab pos="355636" algn="l"/>
              </a:tabLst>
              <a:defRPr/>
            </a:pPr>
            <a:r>
              <a:rPr kumimoji="1" lang="ko-KR" altLang="en-US" sz="1100" kern="0" spc="-6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동등성인정</a:t>
            </a:r>
            <a:endParaRPr kumimoji="1" lang="en-US" altLang="ko-KR" sz="1100" kern="0" spc="-60" dirty="0">
              <a:ln>
                <a:solidFill>
                  <a:srgbClr val="6D88AF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86" name="타원 185">
            <a:extLst>
              <a:ext uri="{FF2B5EF4-FFF2-40B4-BE49-F238E27FC236}">
                <a16:creationId xmlns:a16="http://schemas.microsoft.com/office/drawing/2014/main" id="{A54B0D6A-7BD2-4E0A-B337-63C04DFC4113}"/>
              </a:ext>
            </a:extLst>
          </p:cNvPr>
          <p:cNvSpPr/>
          <p:nvPr/>
        </p:nvSpPr>
        <p:spPr>
          <a:xfrm flipH="1">
            <a:off x="1946599" y="3907062"/>
            <a:ext cx="716764" cy="716764"/>
          </a:xfrm>
          <a:prstGeom prst="ellipse">
            <a:avLst/>
          </a:prstGeom>
          <a:blipFill>
            <a:blip r:embed="rId5">
              <a:duotone>
                <a:srgbClr val="808080">
                  <a:shade val="45000"/>
                  <a:satMod val="135000"/>
                </a:srgbClr>
                <a:prstClr val="white"/>
              </a:duotone>
            </a:blip>
            <a:stretch>
              <a:fillRect/>
            </a:stretch>
          </a:blipFill>
          <a:ln w="38100" cap="flat" cmpd="sng" algn="ctr">
            <a:noFill/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75097"/>
              </a:buClr>
              <a:buSzPct val="80000"/>
              <a:buFontTx/>
              <a:buNone/>
              <a:tabLst>
                <a:tab pos="355636" algn="l"/>
              </a:tabLst>
              <a:defRPr/>
            </a:pPr>
            <a:r>
              <a:rPr kumimoji="1" lang="ko-KR" altLang="en-US" sz="1100" kern="0" spc="-6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선임해임</a:t>
            </a:r>
            <a:endParaRPr kumimoji="1" lang="en-US" altLang="ko-KR" sz="1100" kern="0" spc="-60" dirty="0">
              <a:ln>
                <a:solidFill>
                  <a:srgbClr val="6D88AF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88" name="타원 187">
            <a:extLst>
              <a:ext uri="{FF2B5EF4-FFF2-40B4-BE49-F238E27FC236}">
                <a16:creationId xmlns:a16="http://schemas.microsoft.com/office/drawing/2014/main" id="{9AF18EC9-D606-4298-A0C7-A3604FF9463C}"/>
              </a:ext>
            </a:extLst>
          </p:cNvPr>
          <p:cNvSpPr/>
          <p:nvPr/>
        </p:nvSpPr>
        <p:spPr>
          <a:xfrm flipH="1">
            <a:off x="1002058" y="3422958"/>
            <a:ext cx="716764" cy="716764"/>
          </a:xfrm>
          <a:prstGeom prst="ellipse">
            <a:avLst/>
          </a:prstGeom>
          <a:blipFill>
            <a:blip r:embed="rId5">
              <a:duotone>
                <a:srgbClr val="808080">
                  <a:shade val="45000"/>
                  <a:satMod val="135000"/>
                </a:srgbClr>
                <a:prstClr val="white"/>
              </a:duotone>
            </a:blip>
            <a:stretch>
              <a:fillRect/>
            </a:stretch>
          </a:blipFill>
          <a:ln w="38100" cap="flat" cmpd="sng" algn="ctr">
            <a:noFill/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75097"/>
              </a:buClr>
              <a:buSzPct val="80000"/>
              <a:buFontTx/>
              <a:buNone/>
              <a:tabLst>
                <a:tab pos="355636" algn="l"/>
              </a:tabLst>
              <a:defRPr/>
            </a:pPr>
            <a:r>
              <a:rPr kumimoji="1" lang="ko-KR" altLang="en-US" sz="1100" kern="0" spc="-6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권리의무</a:t>
            </a:r>
            <a:endParaRPr kumimoji="1" lang="en-US" altLang="ko-KR" sz="1100" kern="0" spc="-60">
              <a:ln>
                <a:solidFill>
                  <a:srgbClr val="6D88AF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0" marR="0" lvl="0" indent="0" algn="ctr" defTabSz="91440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75097"/>
              </a:buClr>
              <a:buSzPct val="80000"/>
              <a:buFontTx/>
              <a:buNone/>
              <a:tabLst>
                <a:tab pos="355636" algn="l"/>
              </a:tabLst>
              <a:defRPr/>
            </a:pPr>
            <a:r>
              <a:rPr kumimoji="1" lang="ko-KR" altLang="en-US" sz="1100" kern="0" spc="-6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승계</a:t>
            </a:r>
            <a:endParaRPr kumimoji="1" lang="en-US" altLang="ko-KR" sz="1100" kern="0" spc="-60" dirty="0">
              <a:ln>
                <a:solidFill>
                  <a:srgbClr val="6D88AF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80" name="타원 179">
            <a:extLst>
              <a:ext uri="{FF2B5EF4-FFF2-40B4-BE49-F238E27FC236}">
                <a16:creationId xmlns:a16="http://schemas.microsoft.com/office/drawing/2014/main" id="{0F705C9C-A07B-4456-B19A-F6CB683B2055}"/>
              </a:ext>
            </a:extLst>
          </p:cNvPr>
          <p:cNvSpPr/>
          <p:nvPr/>
        </p:nvSpPr>
        <p:spPr>
          <a:xfrm>
            <a:off x="1871338" y="2788334"/>
            <a:ext cx="867286" cy="867284"/>
          </a:xfrm>
          <a:prstGeom prst="ellipse">
            <a:avLst/>
          </a:prstGeom>
          <a:blipFill>
            <a:blip r:embed="rId5"/>
            <a:stretch>
              <a:fillRect/>
            </a:stretch>
          </a:blipFill>
          <a:ln w="38100" cap="flat" cmpd="sng" algn="ctr">
            <a:noFill/>
            <a:prstDash val="solid"/>
          </a:ln>
          <a:effectLst/>
        </p:spPr>
        <p:txBody>
          <a:bodyPr wrap="none" lIns="0" tIns="0" rIns="0" bIns="0" rtlCol="0" anchor="ctr"/>
          <a:lstStyle/>
          <a:p>
            <a:pPr marL="0" marR="0" lvl="0" indent="0" algn="ctr" defTabSz="91440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75097"/>
              </a:buClr>
              <a:buSzPct val="80000"/>
              <a:buFontTx/>
              <a:buNone/>
              <a:tabLst>
                <a:tab pos="355636" algn="l"/>
              </a:tabLst>
              <a:defRPr/>
            </a:pPr>
            <a:r>
              <a:rPr kumimoji="1" lang="ko-KR" altLang="en-US" sz="1200" b="0" i="0" u="none" strike="noStrike" kern="0" cap="none" spc="-60" normalizeH="0" baseline="0" noProof="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기존 </a:t>
            </a:r>
            <a:r>
              <a:rPr kumimoji="1" lang="ko-KR" altLang="en-US" sz="1200" b="0" i="0" u="none" strike="noStrike" kern="0" cap="none" spc="-60" normalizeH="0" baseline="0" noProof="0" dirty="0" err="1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살생물</a:t>
            </a:r>
            <a:endParaRPr kumimoji="1" lang="en-US" altLang="ko-KR" sz="1200" b="0" i="0" u="none" strike="noStrike" kern="0" cap="none" spc="-60" normalizeH="0" baseline="0" noProof="0" dirty="0">
              <a:ln>
                <a:solidFill>
                  <a:srgbClr val="6D88AF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0" marR="0" lvl="0" indent="0" algn="ctr" defTabSz="91440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75097"/>
              </a:buClr>
              <a:buSzPct val="80000"/>
              <a:buFontTx/>
              <a:buNone/>
              <a:tabLst>
                <a:tab pos="355636" algn="l"/>
              </a:tabLst>
              <a:defRPr/>
            </a:pPr>
            <a:r>
              <a:rPr kumimoji="1" lang="ko-KR" altLang="en-US" sz="1200" kern="0" spc="-60" dirty="0">
                <a:ln>
                  <a:solidFill>
                    <a:srgbClr val="6D88AF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물질 신고</a:t>
            </a:r>
            <a:endParaRPr kumimoji="1" lang="en-US" altLang="ko-KR" sz="1200" b="0" i="0" u="none" strike="noStrike" kern="0" cap="none" spc="-60" normalizeH="0" baseline="0" noProof="0" dirty="0">
              <a:ln>
                <a:solidFill>
                  <a:srgbClr val="6D88AF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grpSp>
        <p:nvGrpSpPr>
          <p:cNvPr id="201" name="그룹 200">
            <a:extLst>
              <a:ext uri="{FF2B5EF4-FFF2-40B4-BE49-F238E27FC236}">
                <a16:creationId xmlns:a16="http://schemas.microsoft.com/office/drawing/2014/main" id="{D4279DE8-979D-4A03-922B-4D3CAA834E62}"/>
              </a:ext>
            </a:extLst>
          </p:cNvPr>
          <p:cNvGrpSpPr/>
          <p:nvPr/>
        </p:nvGrpSpPr>
        <p:grpSpPr>
          <a:xfrm rot="19448140">
            <a:off x="2753671" y="2803664"/>
            <a:ext cx="169386" cy="163967"/>
            <a:chOff x="1643743" y="1469571"/>
            <a:chExt cx="707571" cy="566058"/>
          </a:xfrm>
        </p:grpSpPr>
        <p:sp>
          <p:nvSpPr>
            <p:cNvPr id="202" name="갈매기형 수장 325">
              <a:extLst>
                <a:ext uri="{FF2B5EF4-FFF2-40B4-BE49-F238E27FC236}">
                  <a16:creationId xmlns:a16="http://schemas.microsoft.com/office/drawing/2014/main" id="{E18296A8-C44B-4381-BC15-7F6119A1AE12}"/>
                </a:ext>
              </a:extLst>
            </p:cNvPr>
            <p:cNvSpPr/>
            <p:nvPr/>
          </p:nvSpPr>
          <p:spPr>
            <a:xfrm>
              <a:off x="1937657" y="1469571"/>
              <a:ext cx="413657" cy="566058"/>
            </a:xfrm>
            <a:prstGeom prst="chevron">
              <a:avLst/>
            </a:prstGeom>
            <a:solidFill>
              <a:srgbClr val="5B9BD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203" name="갈매기형 수장 326">
              <a:extLst>
                <a:ext uri="{FF2B5EF4-FFF2-40B4-BE49-F238E27FC236}">
                  <a16:creationId xmlns:a16="http://schemas.microsoft.com/office/drawing/2014/main" id="{0ABE13DB-B583-4DDE-9CB8-710D29F754B2}"/>
                </a:ext>
              </a:extLst>
            </p:cNvPr>
            <p:cNvSpPr/>
            <p:nvPr/>
          </p:nvSpPr>
          <p:spPr>
            <a:xfrm>
              <a:off x="1643743" y="1469571"/>
              <a:ext cx="413657" cy="566058"/>
            </a:xfrm>
            <a:prstGeom prst="chevron">
              <a:avLst/>
            </a:prstGeom>
            <a:solidFill>
              <a:srgbClr val="5B9BD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</p:grpSp>
      <p:grpSp>
        <p:nvGrpSpPr>
          <p:cNvPr id="204" name="그룹 203">
            <a:extLst>
              <a:ext uri="{FF2B5EF4-FFF2-40B4-BE49-F238E27FC236}">
                <a16:creationId xmlns:a16="http://schemas.microsoft.com/office/drawing/2014/main" id="{F4BC6C8C-64AF-420E-A8F9-DB36510FF611}"/>
              </a:ext>
            </a:extLst>
          </p:cNvPr>
          <p:cNvGrpSpPr/>
          <p:nvPr/>
        </p:nvGrpSpPr>
        <p:grpSpPr>
          <a:xfrm rot="2217842">
            <a:off x="2753670" y="3406490"/>
            <a:ext cx="169386" cy="163967"/>
            <a:chOff x="1643743" y="1469571"/>
            <a:chExt cx="707571" cy="566058"/>
          </a:xfrm>
        </p:grpSpPr>
        <p:sp>
          <p:nvSpPr>
            <p:cNvPr id="205" name="갈매기형 수장 325">
              <a:extLst>
                <a:ext uri="{FF2B5EF4-FFF2-40B4-BE49-F238E27FC236}">
                  <a16:creationId xmlns:a16="http://schemas.microsoft.com/office/drawing/2014/main" id="{AAB2BAF1-57AE-4F8E-A5A1-1DC8EE848BDA}"/>
                </a:ext>
              </a:extLst>
            </p:cNvPr>
            <p:cNvSpPr/>
            <p:nvPr/>
          </p:nvSpPr>
          <p:spPr>
            <a:xfrm>
              <a:off x="1937657" y="1469571"/>
              <a:ext cx="413657" cy="566058"/>
            </a:xfrm>
            <a:prstGeom prst="chevron">
              <a:avLst/>
            </a:prstGeom>
            <a:solidFill>
              <a:srgbClr val="5B9BD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206" name="갈매기형 수장 326">
              <a:extLst>
                <a:ext uri="{FF2B5EF4-FFF2-40B4-BE49-F238E27FC236}">
                  <a16:creationId xmlns:a16="http://schemas.microsoft.com/office/drawing/2014/main" id="{4B3A7C58-A6FF-4B9D-9FFF-A2FBC7689686}"/>
                </a:ext>
              </a:extLst>
            </p:cNvPr>
            <p:cNvSpPr/>
            <p:nvPr/>
          </p:nvSpPr>
          <p:spPr>
            <a:xfrm>
              <a:off x="1643743" y="1469571"/>
              <a:ext cx="413657" cy="566058"/>
            </a:xfrm>
            <a:prstGeom prst="chevron">
              <a:avLst/>
            </a:prstGeom>
            <a:solidFill>
              <a:srgbClr val="5B9BD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</p:grpSp>
      <p:grpSp>
        <p:nvGrpSpPr>
          <p:cNvPr id="208" name="그룹 207">
            <a:extLst>
              <a:ext uri="{FF2B5EF4-FFF2-40B4-BE49-F238E27FC236}">
                <a16:creationId xmlns:a16="http://schemas.microsoft.com/office/drawing/2014/main" id="{79ADAAB2-614A-4680-A1E6-E042AD88E7EC}"/>
              </a:ext>
            </a:extLst>
          </p:cNvPr>
          <p:cNvGrpSpPr/>
          <p:nvPr/>
        </p:nvGrpSpPr>
        <p:grpSpPr>
          <a:xfrm rot="5400000">
            <a:off x="2220287" y="3689974"/>
            <a:ext cx="169386" cy="163967"/>
            <a:chOff x="1643743" y="1469571"/>
            <a:chExt cx="707571" cy="566058"/>
          </a:xfrm>
        </p:grpSpPr>
        <p:sp>
          <p:nvSpPr>
            <p:cNvPr id="209" name="갈매기형 수장 325">
              <a:extLst>
                <a:ext uri="{FF2B5EF4-FFF2-40B4-BE49-F238E27FC236}">
                  <a16:creationId xmlns:a16="http://schemas.microsoft.com/office/drawing/2014/main" id="{695565A9-A0C1-4C7F-9B5D-AE644F00B4F8}"/>
                </a:ext>
              </a:extLst>
            </p:cNvPr>
            <p:cNvSpPr/>
            <p:nvPr/>
          </p:nvSpPr>
          <p:spPr>
            <a:xfrm>
              <a:off x="1937657" y="1469571"/>
              <a:ext cx="413657" cy="566058"/>
            </a:xfrm>
            <a:prstGeom prst="chevron">
              <a:avLst/>
            </a:prstGeom>
            <a:solidFill>
              <a:srgbClr val="5B9BD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210" name="갈매기형 수장 326">
              <a:extLst>
                <a:ext uri="{FF2B5EF4-FFF2-40B4-BE49-F238E27FC236}">
                  <a16:creationId xmlns:a16="http://schemas.microsoft.com/office/drawing/2014/main" id="{4902F0ED-D20D-419C-8733-351716F765FA}"/>
                </a:ext>
              </a:extLst>
            </p:cNvPr>
            <p:cNvSpPr/>
            <p:nvPr/>
          </p:nvSpPr>
          <p:spPr>
            <a:xfrm>
              <a:off x="1643743" y="1469571"/>
              <a:ext cx="413657" cy="566058"/>
            </a:xfrm>
            <a:prstGeom prst="chevron">
              <a:avLst/>
            </a:prstGeom>
            <a:solidFill>
              <a:srgbClr val="5B9BD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</p:grpSp>
      <p:grpSp>
        <p:nvGrpSpPr>
          <p:cNvPr id="211" name="그룹 210">
            <a:extLst>
              <a:ext uri="{FF2B5EF4-FFF2-40B4-BE49-F238E27FC236}">
                <a16:creationId xmlns:a16="http://schemas.microsoft.com/office/drawing/2014/main" id="{C54FBE30-96E3-47E5-AAAF-25BBDAC56362}"/>
              </a:ext>
            </a:extLst>
          </p:cNvPr>
          <p:cNvGrpSpPr/>
          <p:nvPr/>
        </p:nvGrpSpPr>
        <p:grpSpPr>
          <a:xfrm rot="8726442">
            <a:off x="1687729" y="3427643"/>
            <a:ext cx="169386" cy="163967"/>
            <a:chOff x="1643743" y="1469571"/>
            <a:chExt cx="707571" cy="566058"/>
          </a:xfrm>
        </p:grpSpPr>
        <p:sp>
          <p:nvSpPr>
            <p:cNvPr id="212" name="갈매기형 수장 325">
              <a:extLst>
                <a:ext uri="{FF2B5EF4-FFF2-40B4-BE49-F238E27FC236}">
                  <a16:creationId xmlns:a16="http://schemas.microsoft.com/office/drawing/2014/main" id="{817E625C-C2BE-42B7-95FF-8FDF2EAC7CB2}"/>
                </a:ext>
              </a:extLst>
            </p:cNvPr>
            <p:cNvSpPr/>
            <p:nvPr/>
          </p:nvSpPr>
          <p:spPr>
            <a:xfrm>
              <a:off x="1937657" y="1469571"/>
              <a:ext cx="413657" cy="566058"/>
            </a:xfrm>
            <a:prstGeom prst="chevron">
              <a:avLst/>
            </a:prstGeom>
            <a:solidFill>
              <a:srgbClr val="5B9BD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213" name="갈매기형 수장 326">
              <a:extLst>
                <a:ext uri="{FF2B5EF4-FFF2-40B4-BE49-F238E27FC236}">
                  <a16:creationId xmlns:a16="http://schemas.microsoft.com/office/drawing/2014/main" id="{6D92718F-FD5D-46E3-AFA9-1A1563B169E7}"/>
                </a:ext>
              </a:extLst>
            </p:cNvPr>
            <p:cNvSpPr/>
            <p:nvPr/>
          </p:nvSpPr>
          <p:spPr>
            <a:xfrm>
              <a:off x="1643743" y="1469571"/>
              <a:ext cx="413657" cy="566058"/>
            </a:xfrm>
            <a:prstGeom prst="chevron">
              <a:avLst/>
            </a:prstGeom>
            <a:solidFill>
              <a:srgbClr val="5B9BD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</p:grpSp>
      <p:grpSp>
        <p:nvGrpSpPr>
          <p:cNvPr id="214" name="그룹 213">
            <a:extLst>
              <a:ext uri="{FF2B5EF4-FFF2-40B4-BE49-F238E27FC236}">
                <a16:creationId xmlns:a16="http://schemas.microsoft.com/office/drawing/2014/main" id="{4879EE50-02DE-42E7-9208-06239E8CCA0B}"/>
              </a:ext>
            </a:extLst>
          </p:cNvPr>
          <p:cNvGrpSpPr/>
          <p:nvPr/>
        </p:nvGrpSpPr>
        <p:grpSpPr>
          <a:xfrm rot="12402725">
            <a:off x="1713047" y="2838501"/>
            <a:ext cx="169386" cy="163967"/>
            <a:chOff x="1643743" y="1469571"/>
            <a:chExt cx="707571" cy="566058"/>
          </a:xfrm>
        </p:grpSpPr>
        <p:sp>
          <p:nvSpPr>
            <p:cNvPr id="215" name="갈매기형 수장 325">
              <a:extLst>
                <a:ext uri="{FF2B5EF4-FFF2-40B4-BE49-F238E27FC236}">
                  <a16:creationId xmlns:a16="http://schemas.microsoft.com/office/drawing/2014/main" id="{CB8BE2AE-E366-4C98-B1FF-7DC8B5CEDB86}"/>
                </a:ext>
              </a:extLst>
            </p:cNvPr>
            <p:cNvSpPr/>
            <p:nvPr/>
          </p:nvSpPr>
          <p:spPr>
            <a:xfrm>
              <a:off x="1937657" y="1469571"/>
              <a:ext cx="413657" cy="566058"/>
            </a:xfrm>
            <a:prstGeom prst="chevron">
              <a:avLst/>
            </a:prstGeom>
            <a:solidFill>
              <a:srgbClr val="5B9BD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216" name="갈매기형 수장 326">
              <a:extLst>
                <a:ext uri="{FF2B5EF4-FFF2-40B4-BE49-F238E27FC236}">
                  <a16:creationId xmlns:a16="http://schemas.microsoft.com/office/drawing/2014/main" id="{F01E1D36-DFD8-4B5B-A1F9-8FDC915AAAD6}"/>
                </a:ext>
              </a:extLst>
            </p:cNvPr>
            <p:cNvSpPr/>
            <p:nvPr/>
          </p:nvSpPr>
          <p:spPr>
            <a:xfrm>
              <a:off x="1643743" y="1469571"/>
              <a:ext cx="413657" cy="566058"/>
            </a:xfrm>
            <a:prstGeom prst="chevron">
              <a:avLst/>
            </a:prstGeom>
            <a:solidFill>
              <a:srgbClr val="5B9BD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</p:grpSp>
      <p:grpSp>
        <p:nvGrpSpPr>
          <p:cNvPr id="217" name="그룹 216">
            <a:extLst>
              <a:ext uri="{FF2B5EF4-FFF2-40B4-BE49-F238E27FC236}">
                <a16:creationId xmlns:a16="http://schemas.microsoft.com/office/drawing/2014/main" id="{6CB17521-1BA2-48F1-935B-A70E8D8936D9}"/>
              </a:ext>
            </a:extLst>
          </p:cNvPr>
          <p:cNvGrpSpPr/>
          <p:nvPr/>
        </p:nvGrpSpPr>
        <p:grpSpPr>
          <a:xfrm rot="16030714">
            <a:off x="2209767" y="2562857"/>
            <a:ext cx="169386" cy="163967"/>
            <a:chOff x="1643743" y="1469571"/>
            <a:chExt cx="707571" cy="566058"/>
          </a:xfrm>
        </p:grpSpPr>
        <p:sp>
          <p:nvSpPr>
            <p:cNvPr id="218" name="갈매기형 수장 325">
              <a:extLst>
                <a:ext uri="{FF2B5EF4-FFF2-40B4-BE49-F238E27FC236}">
                  <a16:creationId xmlns:a16="http://schemas.microsoft.com/office/drawing/2014/main" id="{EA665842-2A6D-4609-B290-101644461F2B}"/>
                </a:ext>
              </a:extLst>
            </p:cNvPr>
            <p:cNvSpPr/>
            <p:nvPr/>
          </p:nvSpPr>
          <p:spPr>
            <a:xfrm>
              <a:off x="1937657" y="1469571"/>
              <a:ext cx="413657" cy="566058"/>
            </a:xfrm>
            <a:prstGeom prst="chevron">
              <a:avLst/>
            </a:prstGeom>
            <a:solidFill>
              <a:srgbClr val="5B9BD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219" name="갈매기형 수장 326">
              <a:extLst>
                <a:ext uri="{FF2B5EF4-FFF2-40B4-BE49-F238E27FC236}">
                  <a16:creationId xmlns:a16="http://schemas.microsoft.com/office/drawing/2014/main" id="{92D39811-9903-4630-865F-ED14D747FEAF}"/>
                </a:ext>
              </a:extLst>
            </p:cNvPr>
            <p:cNvSpPr/>
            <p:nvPr/>
          </p:nvSpPr>
          <p:spPr>
            <a:xfrm>
              <a:off x="1643743" y="1469571"/>
              <a:ext cx="413657" cy="566058"/>
            </a:xfrm>
            <a:prstGeom prst="chevron">
              <a:avLst/>
            </a:prstGeom>
            <a:solidFill>
              <a:srgbClr val="5B9BD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</p:grpSp>
      <p:grpSp>
        <p:nvGrpSpPr>
          <p:cNvPr id="222" name="그룹 221">
            <a:extLst>
              <a:ext uri="{FF2B5EF4-FFF2-40B4-BE49-F238E27FC236}">
                <a16:creationId xmlns:a16="http://schemas.microsoft.com/office/drawing/2014/main" id="{30E45F9A-C810-4D2F-9A4F-9338EE975E4E}"/>
              </a:ext>
            </a:extLst>
          </p:cNvPr>
          <p:cNvGrpSpPr/>
          <p:nvPr/>
        </p:nvGrpSpPr>
        <p:grpSpPr>
          <a:xfrm>
            <a:off x="3759141" y="2770467"/>
            <a:ext cx="778629" cy="944954"/>
            <a:chOff x="3384011" y="2989503"/>
            <a:chExt cx="942141" cy="709956"/>
          </a:xfrm>
        </p:grpSpPr>
        <p:sp>
          <p:nvSpPr>
            <p:cNvPr id="223" name="AutoShape 175">
              <a:extLst>
                <a:ext uri="{FF2B5EF4-FFF2-40B4-BE49-F238E27FC236}">
                  <a16:creationId xmlns:a16="http://schemas.microsoft.com/office/drawing/2014/main" id="{ECDD124A-A4CB-47B0-AA9F-FE388101C72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500104" y="2873410"/>
              <a:ext cx="709956" cy="942141"/>
            </a:xfrm>
            <a:prstGeom prst="upArrow">
              <a:avLst>
                <a:gd name="adj1" fmla="val 57509"/>
                <a:gd name="adj2" fmla="val 51389"/>
              </a:avLst>
            </a:prstGeom>
            <a:solidFill>
              <a:srgbClr val="EAEAEA"/>
            </a:solidFill>
            <a:ln w="19050">
              <a:noFill/>
              <a:miter lim="800000"/>
              <a:headEnd/>
              <a:tailEnd/>
            </a:ln>
          </p:spPr>
          <p:txBody>
            <a:bodyPr vert="eaVert"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eaLnBrk="1" hangingPunct="1"/>
              <a:endParaRPr lang="ko-KR" altLang="en-US"/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E8AA960A-90EC-4005-B9D8-753FCDA6EAE2}"/>
                </a:ext>
              </a:extLst>
            </p:cNvPr>
            <p:cNvSpPr txBox="1"/>
            <p:nvPr/>
          </p:nvSpPr>
          <p:spPr>
            <a:xfrm>
              <a:off x="3411071" y="3190671"/>
              <a:ext cx="732406" cy="2774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marL="0" lvl="0" algn="ctr" defTabSz="914400" eaLnBrk="1" fontAlgn="ctr" hangingPunct="1">
                <a:defRPr sz="1050" spc="-30">
                  <a:ln>
                    <a:solidFill>
                      <a:srgbClr val="5B9BD5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defRPr>
              </a:lvl1pPr>
              <a:lvl2pPr marL="457200" defTabSz="914400" eaLnBrk="1" hangingPunct="1">
                <a:defRPr sz="1800">
                  <a:solidFill>
                    <a:schemeClr val="tx1"/>
                  </a:solidFill>
                </a:defRPr>
              </a:lvl2pPr>
              <a:lvl3pPr marL="914400" defTabSz="914400" eaLnBrk="1" hangingPunct="1">
                <a:defRPr sz="1800">
                  <a:solidFill>
                    <a:schemeClr val="tx1"/>
                  </a:solidFill>
                </a:defRPr>
              </a:lvl3pPr>
              <a:lvl4pPr marL="1371600" defTabSz="914400" eaLnBrk="1" hangingPunct="1">
                <a:defRPr sz="1800">
                  <a:solidFill>
                    <a:schemeClr val="tx1"/>
                  </a:solidFill>
                </a:defRPr>
              </a:lvl4pPr>
              <a:lvl5pPr marL="1828800" defTabSz="914400" eaLnBrk="1" hangingPunct="1">
                <a:defRPr sz="1800">
                  <a:solidFill>
                    <a:schemeClr val="tx1"/>
                  </a:solidFill>
                </a:defRPr>
              </a:lvl5pPr>
              <a:lvl6pPr marL="2286000" defTabSz="914400">
                <a:defRPr sz="1800">
                  <a:solidFill>
                    <a:schemeClr val="tx1"/>
                  </a:solidFill>
                </a:defRPr>
              </a:lvl6pPr>
              <a:lvl7pPr marL="2743200" defTabSz="914400">
                <a:defRPr sz="1800">
                  <a:solidFill>
                    <a:schemeClr val="tx1"/>
                  </a:solidFill>
                </a:defRPr>
              </a:lvl7pPr>
              <a:lvl8pPr marL="3200400" defTabSz="914400">
                <a:defRPr sz="1800">
                  <a:solidFill>
                    <a:schemeClr val="tx1"/>
                  </a:solidFill>
                </a:defRPr>
              </a:lvl8pPr>
              <a:lvl9pPr marL="3657600" defTabSz="914400">
                <a:defRPr sz="1800">
                  <a:solidFill>
                    <a:schemeClr val="tx1"/>
                  </a:solidFill>
                </a:defRPr>
              </a:lvl9pPr>
            </a:lstStyle>
            <a:p>
              <a:r>
                <a:rPr lang="ko-KR" altLang="en-US" sz="1200" dirty="0"/>
                <a:t>통합 </a:t>
              </a:r>
              <a:r>
                <a:rPr lang="en-US" altLang="ko-KR" sz="1200" dirty="0"/>
                <a:t>DB</a:t>
              </a:r>
            </a:p>
            <a:p>
              <a:r>
                <a:rPr lang="en-US" altLang="ko-KR" sz="1200" dirty="0"/>
                <a:t> </a:t>
              </a:r>
              <a:r>
                <a:rPr lang="ko-KR" altLang="en-US" sz="1200" dirty="0"/>
                <a:t>구축관리 </a:t>
              </a:r>
              <a:endParaRPr lang="en-US" altLang="ko-KR" sz="1200" dirty="0"/>
            </a:p>
          </p:txBody>
        </p:sp>
      </p:grpSp>
      <p:pic>
        <p:nvPicPr>
          <p:cNvPr id="75" name="그림 74">
            <a:extLst>
              <a:ext uri="{FF2B5EF4-FFF2-40B4-BE49-F238E27FC236}">
                <a16:creationId xmlns:a16="http://schemas.microsoft.com/office/drawing/2014/main" id="{A41BDCA1-5C40-4730-85C7-76B725AE31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6334" y="1950233"/>
            <a:ext cx="4749597" cy="997053"/>
          </a:xfrm>
          <a:prstGeom prst="rect">
            <a:avLst/>
          </a:prstGeom>
          <a:ln w="19050">
            <a:solidFill>
              <a:schemeClr val="bg1">
                <a:lumMod val="50000"/>
                <a:alpha val="64000"/>
              </a:schemeClr>
            </a:solidFill>
          </a:ln>
        </p:spPr>
      </p:pic>
      <p:sp>
        <p:nvSpPr>
          <p:cNvPr id="226" name="직사각형 225">
            <a:extLst>
              <a:ext uri="{FF2B5EF4-FFF2-40B4-BE49-F238E27FC236}">
                <a16:creationId xmlns:a16="http://schemas.microsoft.com/office/drawing/2014/main" id="{52DD0C79-5612-4E5D-8514-0807403DA823}"/>
              </a:ext>
            </a:extLst>
          </p:cNvPr>
          <p:cNvSpPr/>
          <p:nvPr/>
        </p:nvSpPr>
        <p:spPr>
          <a:xfrm>
            <a:off x="5060157" y="2394213"/>
            <a:ext cx="4745774" cy="135462"/>
          </a:xfrm>
          <a:prstGeom prst="rect">
            <a:avLst/>
          </a:prstGeom>
          <a:solidFill>
            <a:srgbClr val="C00000">
              <a:alpha val="20000"/>
            </a:srgbClr>
          </a:solidFill>
          <a:ln w="63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8" name="AutoShape 175">
            <a:extLst>
              <a:ext uri="{FF2B5EF4-FFF2-40B4-BE49-F238E27FC236}">
                <a16:creationId xmlns:a16="http://schemas.microsoft.com/office/drawing/2014/main" id="{7714448E-F6AF-4F8A-962B-7FBF024045FE}"/>
              </a:ext>
            </a:extLst>
          </p:cNvPr>
          <p:cNvSpPr>
            <a:spLocks noChangeArrowheads="1"/>
          </p:cNvSpPr>
          <p:nvPr/>
        </p:nvSpPr>
        <p:spPr bwMode="auto">
          <a:xfrm rot="2587479">
            <a:off x="4527908" y="2572370"/>
            <a:ext cx="294054" cy="481447"/>
          </a:xfrm>
          <a:prstGeom prst="upArrow">
            <a:avLst>
              <a:gd name="adj1" fmla="val 57509"/>
              <a:gd name="adj2" fmla="val 51389"/>
            </a:avLst>
          </a:prstGeom>
          <a:solidFill>
            <a:srgbClr val="EAEAEA"/>
          </a:solidFill>
          <a:ln w="19050">
            <a:noFill/>
            <a:miter lim="800000"/>
            <a:headEnd/>
            <a:tailEnd/>
          </a:ln>
        </p:spPr>
        <p:txBody>
          <a:bodyPr vert="eaVert"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230" name="AutoShape 175">
            <a:extLst>
              <a:ext uri="{FF2B5EF4-FFF2-40B4-BE49-F238E27FC236}">
                <a16:creationId xmlns:a16="http://schemas.microsoft.com/office/drawing/2014/main" id="{F2205886-6D4F-404A-9435-A82178D24104}"/>
              </a:ext>
            </a:extLst>
          </p:cNvPr>
          <p:cNvSpPr>
            <a:spLocks noChangeArrowheads="1"/>
          </p:cNvSpPr>
          <p:nvPr/>
        </p:nvSpPr>
        <p:spPr bwMode="auto">
          <a:xfrm rot="7640097">
            <a:off x="4536611" y="3347495"/>
            <a:ext cx="294054" cy="481447"/>
          </a:xfrm>
          <a:prstGeom prst="upArrow">
            <a:avLst>
              <a:gd name="adj1" fmla="val 57509"/>
              <a:gd name="adj2" fmla="val 51389"/>
            </a:avLst>
          </a:prstGeom>
          <a:solidFill>
            <a:srgbClr val="EAEAEA"/>
          </a:solidFill>
          <a:ln w="19050">
            <a:noFill/>
            <a:miter lim="800000"/>
            <a:headEnd/>
            <a:tailEnd/>
          </a:ln>
        </p:spPr>
        <p:txBody>
          <a:bodyPr vert="eaVert"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231" name="Rectangle 150">
            <a:extLst>
              <a:ext uri="{FF2B5EF4-FFF2-40B4-BE49-F238E27FC236}">
                <a16:creationId xmlns:a16="http://schemas.microsoft.com/office/drawing/2014/main" id="{BFF0C18D-65F9-4EEF-89E5-A60B648BB7B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rot="18751000">
            <a:off x="4177169" y="2466714"/>
            <a:ext cx="898973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kumimoji="1" lang="en-US" altLang="ko-KR" sz="1200" b="1" spc="-50" dirty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accent2"/>
                </a:solidFill>
                <a:latin typeface="+mj-ea"/>
                <a:ea typeface="+mj-ea"/>
              </a:rPr>
              <a:t>1.</a:t>
            </a:r>
            <a:r>
              <a:rPr kumimoji="1" lang="ko-KR" altLang="en-US" sz="1200" b="1" spc="-50" dirty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accent2"/>
                </a:solidFill>
                <a:latin typeface="+mj-ea"/>
                <a:ea typeface="+mj-ea"/>
              </a:rPr>
              <a:t>통합</a:t>
            </a:r>
            <a:r>
              <a:rPr kumimoji="1" lang="en-US" altLang="ko-KR" sz="1200" b="1" spc="-50" dirty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accent2"/>
                </a:solidFill>
                <a:latin typeface="+mj-ea"/>
                <a:ea typeface="+mj-ea"/>
              </a:rPr>
              <a:t>DB</a:t>
            </a:r>
            <a:r>
              <a:rPr kumimoji="1" lang="ko-KR" altLang="en-US" sz="1200" b="1" spc="-50" dirty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accent2"/>
                </a:solidFill>
                <a:latin typeface="+mj-ea"/>
                <a:ea typeface="+mj-ea"/>
              </a:rPr>
              <a:t>구축</a:t>
            </a:r>
            <a:endParaRPr kumimoji="1" lang="en-US" altLang="ko-KR" sz="1200" b="1" spc="-50" dirty="0">
              <a:ln>
                <a:solidFill>
                  <a:srgbClr val="7593B5">
                    <a:alpha val="0"/>
                  </a:srgbClr>
                </a:solidFill>
              </a:ln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32" name="Rectangle 150">
            <a:extLst>
              <a:ext uri="{FF2B5EF4-FFF2-40B4-BE49-F238E27FC236}">
                <a16:creationId xmlns:a16="http://schemas.microsoft.com/office/drawing/2014/main" id="{8B5E0DBE-B027-4647-AC04-4C998C06BA5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 rot="2296832">
            <a:off x="4159037" y="3764879"/>
            <a:ext cx="1012789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kumimoji="1" lang="en-US" altLang="ko-KR" sz="1200" b="1" spc="-50" dirty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accent2"/>
                </a:solidFill>
                <a:latin typeface="+mj-ea"/>
                <a:ea typeface="+mj-ea"/>
              </a:rPr>
              <a:t>2.</a:t>
            </a:r>
            <a:r>
              <a:rPr kumimoji="1" lang="ko-KR" altLang="en-US" sz="1200" b="1" spc="-50" dirty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accent2"/>
                </a:solidFill>
                <a:latin typeface="+mj-ea"/>
                <a:ea typeface="+mj-ea"/>
              </a:rPr>
              <a:t>통합정보조회</a:t>
            </a:r>
            <a:endParaRPr kumimoji="1" lang="en-US" altLang="ko-KR" sz="1200" b="1" spc="-50" dirty="0">
              <a:ln>
                <a:solidFill>
                  <a:srgbClr val="7593B5">
                    <a:alpha val="0"/>
                  </a:srgbClr>
                </a:solidFill>
              </a:ln>
              <a:solidFill>
                <a:schemeClr val="accent2"/>
              </a:solidFill>
              <a:latin typeface="+mj-ea"/>
              <a:ea typeface="+mj-ea"/>
            </a:endParaRPr>
          </a:p>
        </p:txBody>
      </p:sp>
      <p:cxnSp>
        <p:nvCxnSpPr>
          <p:cNvPr id="77" name="연결선: 구부러짐 76">
            <a:extLst>
              <a:ext uri="{FF2B5EF4-FFF2-40B4-BE49-F238E27FC236}">
                <a16:creationId xmlns:a16="http://schemas.microsoft.com/office/drawing/2014/main" id="{7B133FDE-BF1F-4913-B6CF-1A52344922ED}"/>
              </a:ext>
            </a:extLst>
          </p:cNvPr>
          <p:cNvCxnSpPr>
            <a:cxnSpLocks/>
            <a:stCxn id="75" idx="1"/>
          </p:cNvCxnSpPr>
          <p:nvPr/>
        </p:nvCxnSpPr>
        <p:spPr>
          <a:xfrm rot="10800000" flipH="1" flipV="1">
            <a:off x="5056334" y="2448760"/>
            <a:ext cx="451414" cy="1067076"/>
          </a:xfrm>
          <a:prstGeom prst="curvedConnector4">
            <a:avLst>
              <a:gd name="adj1" fmla="val -50641"/>
              <a:gd name="adj2" fmla="val 73359"/>
            </a:avLst>
          </a:prstGeom>
          <a:ln w="31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4" name="그림 233">
            <a:extLst>
              <a:ext uri="{FF2B5EF4-FFF2-40B4-BE49-F238E27FC236}">
                <a16:creationId xmlns:a16="http://schemas.microsoft.com/office/drawing/2014/main" id="{CB7C5F7E-D9F3-45D2-B0D6-589AD2D545FD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8571" y="3472943"/>
            <a:ext cx="452295" cy="389984"/>
          </a:xfrm>
          <a:prstGeom prst="rect">
            <a:avLst/>
          </a:prstGeom>
        </p:spPr>
      </p:pic>
      <p:sp>
        <p:nvSpPr>
          <p:cNvPr id="235" name="Text Box 148">
            <a:extLst>
              <a:ext uri="{FF2B5EF4-FFF2-40B4-BE49-F238E27FC236}">
                <a16:creationId xmlns:a16="http://schemas.microsoft.com/office/drawing/2014/main" id="{91453935-C361-4963-A436-5334C7609C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0836" y="3818978"/>
            <a:ext cx="7277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선택된 물질의</a:t>
            </a:r>
            <a:endParaRPr lang="en-US" altLang="ko-KR" sz="1050" dirty="0">
              <a:solidFill>
                <a:prstClr val="black">
                  <a:lumMod val="75000"/>
                  <a:lumOff val="25000"/>
                </a:prst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0" i="0" u="none" strike="noStrike" kern="1200" cap="none" spc="-50" normalizeH="0" baseline="0" noProof="0" dirty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모든 정보 출력</a:t>
            </a:r>
          </a:p>
        </p:txBody>
      </p:sp>
      <p:sp>
        <p:nvSpPr>
          <p:cNvPr id="239" name="모서리가 둥근 직사각형 208">
            <a:extLst>
              <a:ext uri="{FF2B5EF4-FFF2-40B4-BE49-F238E27FC236}">
                <a16:creationId xmlns:a16="http://schemas.microsoft.com/office/drawing/2014/main" id="{F79824B6-41D8-4819-ABCB-9FDAD73BA4E8}"/>
              </a:ext>
            </a:extLst>
          </p:cNvPr>
          <p:cNvSpPr/>
          <p:nvPr/>
        </p:nvSpPr>
        <p:spPr>
          <a:xfrm>
            <a:off x="6805079" y="3114989"/>
            <a:ext cx="3000852" cy="1132814"/>
          </a:xfrm>
          <a:prstGeom prst="roundRect">
            <a:avLst>
              <a:gd name="adj" fmla="val 0"/>
            </a:avLst>
          </a:prstGeom>
          <a:pattFill prst="narHorz">
            <a:fgClr>
              <a:srgbClr val="FFFFFF">
                <a:lumMod val="95000"/>
              </a:srgbClr>
            </a:fgClr>
            <a:bgClr>
              <a:srgbClr val="FFFFFF"/>
            </a:bgClr>
          </a:pattFill>
          <a:ln w="12700" cap="sq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lIns="93543" tIns="46772" rIns="93543" bIns="46772" rtlCol="0" anchor="ctr"/>
          <a:lstStyle/>
          <a:p>
            <a:pPr marL="182563" marR="0" lvl="0" indent="-182563" defTabSz="1036988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3D7199"/>
              </a:buClr>
              <a:buSzPct val="100000"/>
              <a:buFont typeface="Wingdings" panose="05000000000000000000" pitchFamily="2" charset="2"/>
              <a:buChar char=""/>
              <a:tabLst/>
              <a:defRPr/>
            </a:pPr>
            <a:r>
              <a:rPr kumimoji="1" lang="ko-KR" altLang="en-US" sz="105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기존 살생물물질승인 신청계획서 제출 여부</a:t>
            </a:r>
            <a:endParaRPr kumimoji="1" lang="en-US" altLang="ko-KR" sz="1050" b="1" kern="0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itchFamily="18" charset="-127"/>
              <a:ea typeface="KoPub돋움체 Medium" pitchFamily="18" charset="-127"/>
            </a:endParaRPr>
          </a:p>
          <a:p>
            <a:pPr marL="182563" marR="0" lvl="0" indent="-182563" defTabSz="1036988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3D7199"/>
              </a:buClr>
              <a:buSzPct val="100000"/>
              <a:buFont typeface="Wingdings" panose="05000000000000000000" pitchFamily="2" charset="2"/>
              <a:buChar char=""/>
              <a:tabLst/>
              <a:defRPr/>
            </a:pPr>
            <a:r>
              <a:rPr kumimoji="1" lang="ko-KR" altLang="en-US" sz="105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동일물질 동일유형에 대한 선임해임 상태</a:t>
            </a:r>
            <a:endParaRPr kumimoji="1" lang="en-US" altLang="ko-KR" sz="1050" b="1" kern="0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itchFamily="18" charset="-127"/>
              <a:ea typeface="KoPub돋움체 Medium" pitchFamily="18" charset="-127"/>
            </a:endParaRPr>
          </a:p>
          <a:p>
            <a:pPr marL="182563" marR="0" lvl="0" indent="-182563" defTabSz="1036988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3D7199"/>
              </a:buClr>
              <a:buSzPct val="100000"/>
              <a:buFont typeface="Wingdings" panose="05000000000000000000" pitchFamily="2" charset="2"/>
              <a:buChar char=""/>
              <a:tabLst/>
              <a:defRPr/>
            </a:pPr>
            <a:r>
              <a:rPr kumimoji="1" lang="ko-KR" altLang="en-US" sz="105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물질 및 유형 협의체 대표자</a:t>
            </a:r>
            <a:r>
              <a:rPr kumimoji="1" lang="en-US" altLang="ko-KR" sz="105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, </a:t>
            </a:r>
            <a:r>
              <a:rPr kumimoji="1" lang="ko-KR" altLang="en-US" sz="105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공동제출 여부</a:t>
            </a:r>
            <a:endParaRPr kumimoji="1" lang="en-US" altLang="ko-KR" sz="1050" b="1" kern="0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itchFamily="18" charset="-127"/>
              <a:ea typeface="KoPub돋움체 Medium" pitchFamily="18" charset="-127"/>
            </a:endParaRPr>
          </a:p>
          <a:p>
            <a:pPr marL="182563" marR="0" lvl="0" indent="-182563" defTabSz="1036988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3D7199"/>
              </a:buClr>
              <a:buSzPct val="100000"/>
              <a:buFont typeface="Wingdings" panose="05000000000000000000" pitchFamily="2" charset="2"/>
              <a:buChar char=""/>
              <a:tabLst/>
              <a:defRPr/>
            </a:pPr>
            <a:r>
              <a:rPr kumimoji="1" lang="ko-KR" altLang="en-US" sz="105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선택한 물질에 기반한 동등성 인정 여부</a:t>
            </a:r>
            <a:endParaRPr kumimoji="1" lang="en-US" altLang="ko-KR" sz="1050" b="1" kern="0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itchFamily="18" charset="-127"/>
              <a:ea typeface="KoPub돋움체 Medium" pitchFamily="18" charset="-127"/>
            </a:endParaRPr>
          </a:p>
          <a:p>
            <a:pPr marL="182563" marR="0" lvl="0" indent="-182563" defTabSz="1036988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3D7199"/>
              </a:buClr>
              <a:buSzPct val="100000"/>
              <a:buFont typeface="Wingdings" panose="05000000000000000000" pitchFamily="2" charset="2"/>
              <a:buChar char=""/>
              <a:tabLst/>
              <a:defRPr/>
            </a:pPr>
            <a:r>
              <a:rPr kumimoji="1" lang="en-US" altLang="ko-KR" sz="105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…</a:t>
            </a:r>
            <a:r>
              <a:rPr kumimoji="1" lang="ko-KR" altLang="en-US" sz="105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등 모든 정보</a:t>
            </a:r>
            <a:endParaRPr kumimoji="1" lang="en-US" altLang="ko-KR" sz="1050" b="1" kern="0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itchFamily="18" charset="-127"/>
              <a:ea typeface="KoPub돋움체 Medium" pitchFamily="18" charset="-127"/>
            </a:endParaRPr>
          </a:p>
        </p:txBody>
      </p: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5BC1A6B1-D81C-43B6-89C7-39081404D3EF}"/>
              </a:ext>
            </a:extLst>
          </p:cNvPr>
          <p:cNvCxnSpPr>
            <a:cxnSpLocks/>
            <a:stCxn id="234" idx="3"/>
            <a:endCxn id="239" idx="1"/>
          </p:cNvCxnSpPr>
          <p:nvPr/>
        </p:nvCxnSpPr>
        <p:spPr>
          <a:xfrm>
            <a:off x="5910866" y="3667935"/>
            <a:ext cx="894213" cy="13461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AutoShape 124">
            <a:extLst>
              <a:ext uri="{FF2B5EF4-FFF2-40B4-BE49-F238E27FC236}">
                <a16:creationId xmlns:a16="http://schemas.microsoft.com/office/drawing/2014/main" id="{1A5D5E0E-2039-49C3-93D4-2BF8132D2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5078" y="3136109"/>
            <a:ext cx="3014757" cy="1111693"/>
          </a:xfrm>
          <a:prstGeom prst="roundRect">
            <a:avLst>
              <a:gd name="adj" fmla="val 3981"/>
            </a:avLst>
          </a:prstGeom>
          <a:noFill/>
          <a:ln w="28575" algn="ctr">
            <a:pattFill prst="wdUpDiag">
              <a:fgClr>
                <a:srgbClr val="EB4036"/>
              </a:fgClr>
              <a:bgClr>
                <a:srgbClr val="F17973"/>
              </a:bgClr>
            </a:patt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F6A8ED09-F410-417B-9AAB-8F0EA4163C7D}"/>
              </a:ext>
            </a:extLst>
          </p:cNvPr>
          <p:cNvGrpSpPr/>
          <p:nvPr/>
        </p:nvGrpSpPr>
        <p:grpSpPr>
          <a:xfrm>
            <a:off x="848963" y="5101815"/>
            <a:ext cx="3851945" cy="1584213"/>
            <a:chOff x="906113" y="5101815"/>
            <a:chExt cx="3851945" cy="1584213"/>
          </a:xfrm>
        </p:grpSpPr>
        <p:grpSp>
          <p:nvGrpSpPr>
            <p:cNvPr id="112" name="그룹 111">
              <a:extLst>
                <a:ext uri="{FF2B5EF4-FFF2-40B4-BE49-F238E27FC236}">
                  <a16:creationId xmlns:a16="http://schemas.microsoft.com/office/drawing/2014/main" id="{4D9E53D4-C909-4129-9490-12AA6D45B6A6}"/>
                </a:ext>
              </a:extLst>
            </p:cNvPr>
            <p:cNvGrpSpPr/>
            <p:nvPr/>
          </p:nvGrpSpPr>
          <p:grpSpPr>
            <a:xfrm>
              <a:off x="906113" y="5101815"/>
              <a:ext cx="3851945" cy="310158"/>
              <a:chOff x="3170597" y="3494939"/>
              <a:chExt cx="4587484" cy="310158"/>
            </a:xfrm>
          </p:grpSpPr>
          <p:grpSp>
            <p:nvGrpSpPr>
              <p:cNvPr id="114" name="그룹 113">
                <a:extLst>
                  <a:ext uri="{FF2B5EF4-FFF2-40B4-BE49-F238E27FC236}">
                    <a16:creationId xmlns:a16="http://schemas.microsoft.com/office/drawing/2014/main" id="{478D6112-7D4E-4449-9D7E-F646818B5017}"/>
                  </a:ext>
                </a:extLst>
              </p:cNvPr>
              <p:cNvGrpSpPr/>
              <p:nvPr/>
            </p:nvGrpSpPr>
            <p:grpSpPr>
              <a:xfrm>
                <a:off x="3170597" y="3494939"/>
                <a:ext cx="4587484" cy="310158"/>
                <a:chOff x="3170597" y="3494939"/>
                <a:chExt cx="4587484" cy="310158"/>
              </a:xfrm>
            </p:grpSpPr>
            <p:sp>
              <p:nvSpPr>
                <p:cNvPr id="116" name="양쪽 모서리가 둥근 사각형 270">
                  <a:extLst>
                    <a:ext uri="{FF2B5EF4-FFF2-40B4-BE49-F238E27FC236}">
                      <a16:creationId xmlns:a16="http://schemas.microsoft.com/office/drawing/2014/main" id="{3A1FE1A3-062E-4F5C-B3A3-047B75463F85}"/>
                    </a:ext>
                  </a:extLst>
                </p:cNvPr>
                <p:cNvSpPr/>
                <p:nvPr/>
              </p:nvSpPr>
              <p:spPr>
                <a:xfrm>
                  <a:off x="3170597" y="3494939"/>
                  <a:ext cx="4587483" cy="307777"/>
                </a:xfrm>
                <a:prstGeom prst="round2SameRect">
                  <a:avLst/>
                </a:prstGeom>
                <a:gradFill flip="none" rotWithShape="1"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3600000" scaled="0"/>
                  <a:tileRect/>
                </a:gradFill>
                <a:ln w="12700" cap="rnd" cmpd="sng">
                  <a:noFill/>
                  <a:prstDash val="solid"/>
                  <a:headEnd type="none" w="lg" len="med"/>
                  <a:tailEnd type="none" w="lg" len="med"/>
                </a:ln>
                <a:effectLst/>
              </p:spPr>
              <p:style>
                <a:lnRef idx="1">
                  <a:schemeClr val="accent5"/>
                </a:lnRef>
                <a:fillRef idx="3">
                  <a:schemeClr val="accent5"/>
                </a:fillRef>
                <a:effectRef idx="2">
                  <a:schemeClr val="accent5"/>
                </a:effectRef>
                <a:fontRef idx="minor">
                  <a:schemeClr val="lt1"/>
                </a:fontRef>
              </p:style>
              <p:txBody>
                <a:bodyPr wrap="none" lIns="0" tIns="0" rIns="0" bIns="0" anchor="ctr" anchorCtr="0">
                  <a:scene3d>
                    <a:camera prst="orthographicFront"/>
                    <a:lightRig rig="threePt" dir="t"/>
                  </a:scene3d>
                  <a:sp3d>
                    <a:bevelT w="0" h="1270"/>
                  </a:sp3d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 dirty="0">
                    <a:ln>
                      <a:noFill/>
                    </a:ln>
                    <a:gradFill flip="none" rotWithShape="1">
                      <a:gsLst>
                        <a:gs pos="0">
                          <a:prstClr val="white">
                            <a:lumMod val="0"/>
                            <a:lumOff val="100000"/>
                          </a:prstClr>
                        </a:gs>
                        <a:gs pos="100000">
                          <a:prstClr val="white">
                            <a:lumMod val="0"/>
                            <a:lumOff val="100000"/>
                          </a:prstClr>
                        </a:gs>
                      </a:gsLst>
                      <a:lin ang="6000000" scaled="0"/>
                      <a:tileRect/>
                    </a:gradFill>
                    <a:effectLst/>
                    <a:uLnTx/>
                    <a:uFillTx/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+mn-cs"/>
                  </a:endParaRPr>
                </a:p>
              </p:txBody>
            </p:sp>
            <p:sp>
              <p:nvSpPr>
                <p:cNvPr id="117" name="LcS48" descr="어두운 상향 대각선">
                  <a:extLst>
                    <a:ext uri="{FF2B5EF4-FFF2-40B4-BE49-F238E27FC236}">
                      <a16:creationId xmlns:a16="http://schemas.microsoft.com/office/drawing/2014/main" id="{110B0ED0-20FC-469F-94D8-E335C508AD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7047946" y="3572360"/>
                  <a:ext cx="710135" cy="232737"/>
                </a:xfrm>
                <a:custGeom>
                  <a:avLst/>
                  <a:gdLst>
                    <a:gd name="connsiteX0" fmla="*/ 0 w 972108"/>
                    <a:gd name="connsiteY0" fmla="*/ 0 h 756084"/>
                    <a:gd name="connsiteX1" fmla="*/ 972108 w 972108"/>
                    <a:gd name="connsiteY1" fmla="*/ 0 h 756084"/>
                    <a:gd name="connsiteX2" fmla="*/ 972108 w 972108"/>
                    <a:gd name="connsiteY2" fmla="*/ 756084 h 756084"/>
                    <a:gd name="connsiteX3" fmla="*/ 0 w 972108"/>
                    <a:gd name="connsiteY3" fmla="*/ 756084 h 756084"/>
                    <a:gd name="connsiteX4" fmla="*/ 0 w 972108"/>
                    <a:gd name="connsiteY4" fmla="*/ 0 h 756084"/>
                    <a:gd name="connsiteX0" fmla="*/ 0 w 972108"/>
                    <a:gd name="connsiteY0" fmla="*/ 0 h 756084"/>
                    <a:gd name="connsiteX1" fmla="*/ 972108 w 972108"/>
                    <a:gd name="connsiteY1" fmla="*/ 756084 h 756084"/>
                    <a:gd name="connsiteX2" fmla="*/ 0 w 972108"/>
                    <a:gd name="connsiteY2" fmla="*/ 756084 h 756084"/>
                    <a:gd name="connsiteX3" fmla="*/ 0 w 972108"/>
                    <a:gd name="connsiteY3" fmla="*/ 0 h 756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72108" h="756084">
                      <a:moveTo>
                        <a:pt x="0" y="0"/>
                      </a:moveTo>
                      <a:lnTo>
                        <a:pt x="972108" y="756084"/>
                      </a:lnTo>
                      <a:lnTo>
                        <a:pt x="0" y="75608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1">
                  <a:schemeClr val="accent5"/>
                </a:lnRef>
                <a:fillRef idx="3">
                  <a:schemeClr val="accent5"/>
                </a:fillRef>
                <a:effectRef idx="2">
                  <a:schemeClr val="accent5"/>
                </a:effectRef>
                <a:fontRef idx="minor">
                  <a:schemeClr val="lt1"/>
                </a:fontRef>
              </p:style>
              <p:txBody>
                <a:bodyPr wrap="none" lIns="0" tIns="0" rIns="0" bIns="0" anchor="ctr" anchorCtr="0">
                  <a:scene3d>
                    <a:camera prst="orthographicFront"/>
                    <a:lightRig rig="threePt" dir="t"/>
                  </a:scene3d>
                  <a:sp3d>
                    <a:bevelT w="0" h="1270"/>
                  </a:sp3d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ko-KR" sz="1400" b="0" i="0" u="none" strike="noStrike" kern="1200" cap="none" spc="0" normalizeH="0" baseline="0" noProof="0" dirty="0">
                    <a:ln>
                      <a:noFill/>
                    </a:ln>
                    <a:gradFill flip="none" rotWithShape="1">
                      <a:gsLst>
                        <a:gs pos="0">
                          <a:prstClr val="white">
                            <a:lumMod val="0"/>
                            <a:lumOff val="100000"/>
                          </a:prstClr>
                        </a:gs>
                        <a:gs pos="100000">
                          <a:prstClr val="white">
                            <a:lumMod val="0"/>
                            <a:lumOff val="100000"/>
                          </a:prstClr>
                        </a:gs>
                      </a:gsLst>
                      <a:lin ang="6000000" scaled="0"/>
                      <a:tileRect/>
                    </a:gradFill>
                    <a:effectLst/>
                    <a:uLnTx/>
                    <a:uFillTx/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+mn-cs"/>
                  </a:endParaRPr>
                </a:p>
              </p:txBody>
            </p:sp>
          </p:grp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33981759-7E94-44BB-9866-E2955BB22540}"/>
                  </a:ext>
                </a:extLst>
              </p:cNvPr>
              <p:cNvSpPr txBox="1"/>
              <p:nvPr/>
            </p:nvSpPr>
            <p:spPr>
              <a:xfrm>
                <a:off x="3342022" y="3528098"/>
                <a:ext cx="4244633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600" b="1" i="0" u="none" strike="noStrike" kern="1200" cap="none" spc="-50" normalizeH="0" baseline="0" noProof="0">
                    <a:ln>
                      <a:solidFill>
                        <a:prstClr val="white">
                          <a:lumMod val="50000"/>
                          <a:alpha val="0"/>
                        </a:prstClr>
                      </a:solidFill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통합 </a:t>
                </a:r>
                <a:r>
                  <a:rPr kumimoji="0" lang="en-US" altLang="ko-KR" sz="1600" b="1" i="0" u="none" strike="noStrike" kern="1200" cap="none" spc="-50" normalizeH="0" baseline="0" noProof="0">
                    <a:ln>
                      <a:solidFill>
                        <a:prstClr val="white">
                          <a:lumMod val="50000"/>
                          <a:alpha val="0"/>
                        </a:prstClr>
                      </a:solidFill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DB </a:t>
                </a:r>
                <a:r>
                  <a:rPr kumimoji="0" lang="ko-KR" altLang="en-US" sz="1600" b="1" i="0" u="none" strike="noStrike" kern="1200" cap="none" spc="-50" normalizeH="0" baseline="0" noProof="0">
                    <a:ln>
                      <a:solidFill>
                        <a:prstClr val="white">
                          <a:lumMod val="50000"/>
                          <a:alpha val="0"/>
                        </a:prstClr>
                      </a:solidFill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구축 대상</a:t>
                </a:r>
                <a:endParaRPr kumimoji="0" lang="ko-KR" altLang="en-US" sz="1600" b="1" i="0" u="none" strike="noStrike" kern="1200" cap="none" spc="-50" normalizeH="0" baseline="0" noProof="0" dirty="0">
                  <a:ln>
                    <a:solidFill>
                      <a:prstClr val="white">
                        <a:lumMod val="50000"/>
                        <a:alpha val="0"/>
                      </a:prstClr>
                    </a:solidFill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</p:grp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4A5C9492-7030-4241-8584-2F70FB14D597}"/>
                </a:ext>
              </a:extLst>
            </p:cNvPr>
            <p:cNvSpPr/>
            <p:nvPr/>
          </p:nvSpPr>
          <p:spPr>
            <a:xfrm>
              <a:off x="906113" y="5398865"/>
              <a:ext cx="3851944" cy="128716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/>
            <a:lstStyle/>
            <a:p>
              <a:pPr marL="114300" indent="-114300">
                <a:spcBef>
                  <a:spcPts val="200"/>
                </a:spcBef>
                <a:buClr>
                  <a:prstClr val="white">
                    <a:lumMod val="65000"/>
                  </a:prstClr>
                </a:buClr>
                <a:buSzPct val="110000"/>
                <a:buFont typeface="Arial" panose="020B0604020202020204" pitchFamily="34" charset="0"/>
                <a:buChar char="•"/>
                <a:tabLst>
                  <a:tab pos="525463" algn="l"/>
                </a:tabLst>
              </a:pPr>
              <a:r>
                <a:rPr kumimoji="1" lang="ko-KR" altLang="en-US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KoPub돋움체 Medium" pitchFamily="18" charset="-127"/>
                  <a:ea typeface="KoPub돋움체 Medium" pitchFamily="18" charset="-127"/>
                </a:rPr>
                <a:t>기존 살생물물질 신고 </a:t>
              </a:r>
              <a:r>
                <a:rPr kumimoji="1" lang="en-US" altLang="ko-KR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KoPub돋움체 Medium" pitchFamily="18" charset="-127"/>
                  <a:ea typeface="KoPub돋움체 Medium" pitchFamily="18" charset="-127"/>
                </a:rPr>
                <a:t>-&gt; </a:t>
              </a:r>
              <a:r>
                <a:rPr kumimoji="1" lang="ko-KR" altLang="en-US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KoPub돋움체 Medium" pitchFamily="18" charset="-127"/>
                  <a:ea typeface="KoPub돋움체 Medium" pitchFamily="18" charset="-127"/>
                </a:rPr>
                <a:t>승인신청계획서 </a:t>
              </a:r>
              <a:r>
                <a:rPr kumimoji="1" lang="en-US" altLang="ko-KR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KoPub돋움체 Medium" pitchFamily="18" charset="-127"/>
                  <a:ea typeface="KoPub돋움체 Medium" pitchFamily="18" charset="-127"/>
                </a:rPr>
                <a:t>-&gt; </a:t>
              </a:r>
              <a:r>
                <a:rPr kumimoji="1" lang="ko-KR" altLang="en-US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KoPub돋움체 Medium" pitchFamily="18" charset="-127"/>
                  <a:ea typeface="KoPub돋움체 Medium" pitchFamily="18" charset="-127"/>
                </a:rPr>
                <a:t>공동협의체 </a:t>
              </a:r>
              <a:r>
                <a:rPr kumimoji="1" lang="en-US" altLang="ko-KR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KoPub돋움체 Medium" pitchFamily="18" charset="-127"/>
                  <a:ea typeface="KoPub돋움체 Medium" pitchFamily="18" charset="-127"/>
                </a:rPr>
                <a:t>-&gt; </a:t>
              </a:r>
              <a:r>
                <a:rPr kumimoji="1" lang="ko-KR" altLang="en-US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KoPub돋움체 Medium" pitchFamily="18" charset="-127"/>
                  <a:ea typeface="KoPub돋움체 Medium" pitchFamily="18" charset="-127"/>
                </a:rPr>
                <a:t>물질 승인 신청 체인상의 모든 정보</a:t>
              </a:r>
              <a:endParaRPr kumimoji="1" lang="en-US" altLang="ko-KR" sz="1200" kern="0" spc="-3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endParaRPr>
            </a:p>
            <a:p>
              <a:pPr marL="114300" indent="-114300">
                <a:spcBef>
                  <a:spcPts val="200"/>
                </a:spcBef>
                <a:buClr>
                  <a:prstClr val="white">
                    <a:lumMod val="65000"/>
                  </a:prstClr>
                </a:buClr>
                <a:buSzPct val="110000"/>
                <a:buFont typeface="Arial" panose="020B0604020202020204" pitchFamily="34" charset="0"/>
                <a:buChar char="•"/>
                <a:tabLst>
                  <a:tab pos="525463" algn="l"/>
                </a:tabLst>
              </a:pPr>
              <a:r>
                <a:rPr kumimoji="1" lang="ko-KR" altLang="en-US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KoPub돋움체 Medium" pitchFamily="18" charset="-127"/>
                  <a:ea typeface="KoPub돋움체 Medium" pitchFamily="18" charset="-127"/>
                </a:rPr>
                <a:t>선임해임</a:t>
              </a:r>
              <a:r>
                <a:rPr kumimoji="1" lang="en-US" altLang="ko-KR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KoPub돋움체 Medium" pitchFamily="18" charset="-127"/>
                  <a:ea typeface="KoPub돋움체 Medium" pitchFamily="18" charset="-127"/>
                </a:rPr>
                <a:t>, </a:t>
              </a:r>
              <a:r>
                <a:rPr kumimoji="1" lang="ko-KR" altLang="en-US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KoPub돋움체 Medium" pitchFamily="18" charset="-127"/>
                  <a:ea typeface="KoPub돋움체 Medium" pitchFamily="18" charset="-127"/>
                </a:rPr>
                <a:t>기존 살생물물질 신고</a:t>
              </a:r>
              <a:r>
                <a:rPr kumimoji="1" lang="en-US" altLang="ko-KR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KoPub돋움체 Medium" pitchFamily="18" charset="-127"/>
                  <a:ea typeface="KoPub돋움체 Medium" pitchFamily="18" charset="-127"/>
                </a:rPr>
                <a:t>, </a:t>
              </a:r>
              <a:r>
                <a:rPr kumimoji="1" lang="ko-KR" altLang="en-US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KoPub돋움체 Medium" pitchFamily="18" charset="-127"/>
                  <a:ea typeface="KoPub돋움체 Medium" pitchFamily="18" charset="-127"/>
                </a:rPr>
                <a:t>물질승인신청계획서</a:t>
              </a:r>
              <a:r>
                <a:rPr kumimoji="1" lang="en-US" altLang="ko-KR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KoPub돋움체 Medium" pitchFamily="18" charset="-127"/>
                  <a:ea typeface="KoPub돋움체 Medium" pitchFamily="18" charset="-127"/>
                </a:rPr>
                <a:t>, </a:t>
              </a:r>
              <a:r>
                <a:rPr kumimoji="1" lang="ko-KR" altLang="en-US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KoPub돋움체 Medium" pitchFamily="18" charset="-127"/>
                  <a:ea typeface="KoPub돋움체 Medium" pitchFamily="18" charset="-127"/>
                </a:rPr>
                <a:t>공동협의체 정보</a:t>
              </a:r>
              <a:r>
                <a:rPr kumimoji="1" lang="en-US" altLang="ko-KR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KoPub돋움체 Medium" pitchFamily="18" charset="-127"/>
                  <a:ea typeface="KoPub돋움체 Medium" pitchFamily="18" charset="-127"/>
                </a:rPr>
                <a:t>, </a:t>
              </a:r>
              <a:r>
                <a:rPr kumimoji="1" lang="ko-KR" altLang="en-US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KoPub돋움체 Medium" pitchFamily="18" charset="-127"/>
                  <a:ea typeface="KoPub돋움체 Medium" pitchFamily="18" charset="-127"/>
                </a:rPr>
                <a:t>권리의무 승계</a:t>
              </a:r>
              <a:endParaRPr kumimoji="1" lang="en-US" altLang="ko-KR" sz="1200" kern="0" spc="-3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endParaRPr>
            </a:p>
            <a:p>
              <a:pPr marL="114300" indent="-114300">
                <a:spcBef>
                  <a:spcPts val="200"/>
                </a:spcBef>
                <a:buClr>
                  <a:prstClr val="white">
                    <a:lumMod val="65000"/>
                  </a:prstClr>
                </a:buClr>
                <a:buSzPct val="110000"/>
                <a:buFont typeface="Arial" panose="020B0604020202020204" pitchFamily="34" charset="0"/>
                <a:buChar char="•"/>
                <a:tabLst>
                  <a:tab pos="525463" algn="l"/>
                </a:tabLst>
              </a:pPr>
              <a:r>
                <a:rPr kumimoji="1" lang="ko-KR" altLang="en-US" sz="1200" kern="0" spc="-30">
                  <a:ln>
                    <a:solidFill>
                      <a:srgbClr val="000000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KoPub돋움체 Medium" pitchFamily="18" charset="-127"/>
                  <a:ea typeface="KoPub돋움체 Medium" pitchFamily="18" charset="-127"/>
                </a:rPr>
                <a:t>각 업무별 관리 항목 전체가 아닌 주요 정보만 구축</a:t>
              </a:r>
            </a:p>
          </p:txBody>
        </p:sp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0F496F0F-BDFA-4EE0-AF1D-963640936993}"/>
              </a:ext>
            </a:extLst>
          </p:cNvPr>
          <p:cNvGrpSpPr/>
          <p:nvPr/>
        </p:nvGrpSpPr>
        <p:grpSpPr>
          <a:xfrm>
            <a:off x="5963704" y="5101815"/>
            <a:ext cx="3851945" cy="1584213"/>
            <a:chOff x="906113" y="5101815"/>
            <a:chExt cx="3851945" cy="1584213"/>
          </a:xfrm>
        </p:grpSpPr>
        <p:grpSp>
          <p:nvGrpSpPr>
            <p:cNvPr id="119" name="그룹 118">
              <a:extLst>
                <a:ext uri="{FF2B5EF4-FFF2-40B4-BE49-F238E27FC236}">
                  <a16:creationId xmlns:a16="http://schemas.microsoft.com/office/drawing/2014/main" id="{E32F159A-0C69-4CA9-A224-860B583D7D2E}"/>
                </a:ext>
              </a:extLst>
            </p:cNvPr>
            <p:cNvGrpSpPr/>
            <p:nvPr/>
          </p:nvGrpSpPr>
          <p:grpSpPr>
            <a:xfrm>
              <a:off x="906113" y="5101815"/>
              <a:ext cx="3851945" cy="310158"/>
              <a:chOff x="3170597" y="3494939"/>
              <a:chExt cx="4587484" cy="310158"/>
            </a:xfrm>
          </p:grpSpPr>
          <p:grpSp>
            <p:nvGrpSpPr>
              <p:cNvPr id="121" name="그룹 120">
                <a:extLst>
                  <a:ext uri="{FF2B5EF4-FFF2-40B4-BE49-F238E27FC236}">
                    <a16:creationId xmlns:a16="http://schemas.microsoft.com/office/drawing/2014/main" id="{98F9B3BD-8BAC-46F3-B4F1-9E45DAE2A4FC}"/>
                  </a:ext>
                </a:extLst>
              </p:cNvPr>
              <p:cNvGrpSpPr/>
              <p:nvPr/>
            </p:nvGrpSpPr>
            <p:grpSpPr>
              <a:xfrm>
                <a:off x="3170597" y="3494939"/>
                <a:ext cx="4587484" cy="310158"/>
                <a:chOff x="3170597" y="3494939"/>
                <a:chExt cx="4587484" cy="310158"/>
              </a:xfrm>
            </p:grpSpPr>
            <p:sp>
              <p:nvSpPr>
                <p:cNvPr id="123" name="양쪽 모서리가 둥근 사각형 270">
                  <a:extLst>
                    <a:ext uri="{FF2B5EF4-FFF2-40B4-BE49-F238E27FC236}">
                      <a16:creationId xmlns:a16="http://schemas.microsoft.com/office/drawing/2014/main" id="{89376B7B-E76B-4F0C-B750-A8BC8F8AA11A}"/>
                    </a:ext>
                  </a:extLst>
                </p:cNvPr>
                <p:cNvSpPr/>
                <p:nvPr/>
              </p:nvSpPr>
              <p:spPr>
                <a:xfrm>
                  <a:off x="3170597" y="3494939"/>
                  <a:ext cx="4587483" cy="307777"/>
                </a:xfrm>
                <a:prstGeom prst="round2SameRect">
                  <a:avLst/>
                </a:prstGeom>
                <a:gradFill flip="none" rotWithShape="1"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3600000" scaled="0"/>
                  <a:tileRect/>
                </a:gradFill>
                <a:ln w="12700" cap="rnd" cmpd="sng">
                  <a:noFill/>
                  <a:prstDash val="solid"/>
                  <a:headEnd type="none" w="lg" len="med"/>
                  <a:tailEnd type="none" w="lg" len="med"/>
                </a:ln>
                <a:effectLst/>
              </p:spPr>
              <p:style>
                <a:lnRef idx="1">
                  <a:schemeClr val="accent5"/>
                </a:lnRef>
                <a:fillRef idx="3">
                  <a:schemeClr val="accent5"/>
                </a:fillRef>
                <a:effectRef idx="2">
                  <a:schemeClr val="accent5"/>
                </a:effectRef>
                <a:fontRef idx="minor">
                  <a:schemeClr val="lt1"/>
                </a:fontRef>
              </p:style>
              <p:txBody>
                <a:bodyPr wrap="none" lIns="0" tIns="0" rIns="0" bIns="0" anchor="ctr" anchorCtr="0">
                  <a:scene3d>
                    <a:camera prst="orthographicFront"/>
                    <a:lightRig rig="threePt" dir="t"/>
                  </a:scene3d>
                  <a:sp3d>
                    <a:bevelT w="0" h="1270"/>
                  </a:sp3d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600" b="0" i="0" u="none" strike="noStrike" kern="1200" cap="none" spc="0" normalizeH="0" baseline="0" noProof="0" dirty="0">
                    <a:ln>
                      <a:noFill/>
                    </a:ln>
                    <a:gradFill flip="none" rotWithShape="1">
                      <a:gsLst>
                        <a:gs pos="0">
                          <a:prstClr val="white">
                            <a:lumMod val="0"/>
                            <a:lumOff val="100000"/>
                          </a:prstClr>
                        </a:gs>
                        <a:gs pos="100000">
                          <a:prstClr val="white">
                            <a:lumMod val="0"/>
                            <a:lumOff val="100000"/>
                          </a:prstClr>
                        </a:gs>
                      </a:gsLst>
                      <a:lin ang="6000000" scaled="0"/>
                      <a:tileRect/>
                    </a:gradFill>
                    <a:effectLst/>
                    <a:uLnTx/>
                    <a:uFillTx/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+mn-cs"/>
                  </a:endParaRPr>
                </a:p>
              </p:txBody>
            </p:sp>
            <p:sp>
              <p:nvSpPr>
                <p:cNvPr id="124" name="LcS48" descr="어두운 상향 대각선">
                  <a:extLst>
                    <a:ext uri="{FF2B5EF4-FFF2-40B4-BE49-F238E27FC236}">
                      <a16:creationId xmlns:a16="http://schemas.microsoft.com/office/drawing/2014/main" id="{70A4F2CA-44BF-47A8-8788-213C5CE190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7047946" y="3572360"/>
                  <a:ext cx="710135" cy="232737"/>
                </a:xfrm>
                <a:custGeom>
                  <a:avLst/>
                  <a:gdLst>
                    <a:gd name="connsiteX0" fmla="*/ 0 w 972108"/>
                    <a:gd name="connsiteY0" fmla="*/ 0 h 756084"/>
                    <a:gd name="connsiteX1" fmla="*/ 972108 w 972108"/>
                    <a:gd name="connsiteY1" fmla="*/ 0 h 756084"/>
                    <a:gd name="connsiteX2" fmla="*/ 972108 w 972108"/>
                    <a:gd name="connsiteY2" fmla="*/ 756084 h 756084"/>
                    <a:gd name="connsiteX3" fmla="*/ 0 w 972108"/>
                    <a:gd name="connsiteY3" fmla="*/ 756084 h 756084"/>
                    <a:gd name="connsiteX4" fmla="*/ 0 w 972108"/>
                    <a:gd name="connsiteY4" fmla="*/ 0 h 756084"/>
                    <a:gd name="connsiteX0" fmla="*/ 0 w 972108"/>
                    <a:gd name="connsiteY0" fmla="*/ 0 h 756084"/>
                    <a:gd name="connsiteX1" fmla="*/ 972108 w 972108"/>
                    <a:gd name="connsiteY1" fmla="*/ 756084 h 756084"/>
                    <a:gd name="connsiteX2" fmla="*/ 0 w 972108"/>
                    <a:gd name="connsiteY2" fmla="*/ 756084 h 756084"/>
                    <a:gd name="connsiteX3" fmla="*/ 0 w 972108"/>
                    <a:gd name="connsiteY3" fmla="*/ 0 h 7560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72108" h="756084">
                      <a:moveTo>
                        <a:pt x="0" y="0"/>
                      </a:moveTo>
                      <a:lnTo>
                        <a:pt x="972108" y="756084"/>
                      </a:lnTo>
                      <a:lnTo>
                        <a:pt x="0" y="75608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1">
                  <a:schemeClr val="accent5"/>
                </a:lnRef>
                <a:fillRef idx="3">
                  <a:schemeClr val="accent5"/>
                </a:fillRef>
                <a:effectRef idx="2">
                  <a:schemeClr val="accent5"/>
                </a:effectRef>
                <a:fontRef idx="minor">
                  <a:schemeClr val="lt1"/>
                </a:fontRef>
              </p:style>
              <p:txBody>
                <a:bodyPr wrap="none" lIns="0" tIns="0" rIns="0" bIns="0" anchor="ctr" anchorCtr="0">
                  <a:scene3d>
                    <a:camera prst="orthographicFront"/>
                    <a:lightRig rig="threePt" dir="t"/>
                  </a:scene3d>
                  <a:sp3d>
                    <a:bevelT w="0" h="1270"/>
                  </a:sp3d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ko-KR" sz="1400" b="0" i="0" u="none" strike="noStrike" kern="1200" cap="none" spc="0" normalizeH="0" baseline="0" noProof="0" dirty="0">
                    <a:ln>
                      <a:noFill/>
                    </a:ln>
                    <a:gradFill flip="none" rotWithShape="1">
                      <a:gsLst>
                        <a:gs pos="0">
                          <a:prstClr val="white">
                            <a:lumMod val="0"/>
                            <a:lumOff val="100000"/>
                          </a:prstClr>
                        </a:gs>
                        <a:gs pos="100000">
                          <a:prstClr val="white">
                            <a:lumMod val="0"/>
                            <a:lumOff val="100000"/>
                          </a:prstClr>
                        </a:gs>
                      </a:gsLst>
                      <a:lin ang="6000000" scaled="0"/>
                      <a:tileRect/>
                    </a:gradFill>
                    <a:effectLst/>
                    <a:uLnTx/>
                    <a:uFillTx/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+mn-cs"/>
                  </a:endParaRPr>
                </a:p>
              </p:txBody>
            </p:sp>
          </p:grp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62BC57ED-7019-48E6-BE14-863C00D88830}"/>
                  </a:ext>
                </a:extLst>
              </p:cNvPr>
              <p:cNvSpPr txBox="1"/>
              <p:nvPr/>
            </p:nvSpPr>
            <p:spPr>
              <a:xfrm>
                <a:off x="3342022" y="3528098"/>
                <a:ext cx="4244633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600" b="1" i="0" u="none" strike="noStrike" kern="1200" cap="none" spc="-50" normalizeH="0" baseline="0" noProof="0">
                    <a:ln>
                      <a:solidFill>
                        <a:prstClr val="white">
                          <a:lumMod val="50000"/>
                          <a:alpha val="0"/>
                        </a:prstClr>
                      </a:solidFill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통합 </a:t>
                </a:r>
                <a:r>
                  <a:rPr kumimoji="0" lang="en-US" altLang="ko-KR" sz="1600" b="1" i="0" u="none" strike="noStrike" kern="1200" cap="none" spc="-50" normalizeH="0" baseline="0" noProof="0">
                    <a:ln>
                      <a:solidFill>
                        <a:prstClr val="white">
                          <a:lumMod val="50000"/>
                          <a:alpha val="0"/>
                        </a:prstClr>
                      </a:solidFill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DB </a:t>
                </a:r>
                <a:r>
                  <a:rPr kumimoji="0" lang="ko-KR" altLang="en-US" sz="1600" b="1" i="0" u="none" strike="noStrike" kern="1200" cap="none" spc="-50" normalizeH="0" baseline="0" noProof="0">
                    <a:ln>
                      <a:solidFill>
                        <a:prstClr val="white">
                          <a:lumMod val="50000"/>
                          <a:alpha val="0"/>
                        </a:prstClr>
                      </a:solidFill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구축 방법</a:t>
                </a:r>
                <a:endParaRPr kumimoji="0" lang="ko-KR" altLang="en-US" sz="1600" b="1" i="0" u="none" strike="noStrike" kern="1200" cap="none" spc="-50" normalizeH="0" baseline="0" noProof="0" dirty="0">
                  <a:ln>
                    <a:solidFill>
                      <a:prstClr val="white">
                        <a:lumMod val="50000"/>
                        <a:alpha val="0"/>
                      </a:prstClr>
                    </a:solidFill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</p:grpSp>
        <p:sp>
          <p:nvSpPr>
            <p:cNvPr id="120" name="직사각형 119">
              <a:extLst>
                <a:ext uri="{FF2B5EF4-FFF2-40B4-BE49-F238E27FC236}">
                  <a16:creationId xmlns:a16="http://schemas.microsoft.com/office/drawing/2014/main" id="{C6399352-A898-4459-AC77-125DF34A901A}"/>
                </a:ext>
              </a:extLst>
            </p:cNvPr>
            <p:cNvSpPr/>
            <p:nvPr/>
          </p:nvSpPr>
          <p:spPr>
            <a:xfrm>
              <a:off x="906113" y="5398865"/>
              <a:ext cx="3851944" cy="128716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/>
            <a:lstStyle/>
            <a:p>
              <a:pPr marL="114300" indent="-114300">
                <a:spcBef>
                  <a:spcPts val="200"/>
                </a:spcBef>
                <a:buClr>
                  <a:prstClr val="white">
                    <a:lumMod val="65000"/>
                  </a:prstClr>
                </a:buClr>
                <a:buSzPct val="110000"/>
                <a:buFont typeface="Arial" panose="020B0604020202020204" pitchFamily="34" charset="0"/>
                <a:buChar char="•"/>
                <a:tabLst>
                  <a:tab pos="525463" algn="l"/>
                </a:tabLst>
              </a:pPr>
              <a:endParaRPr kumimoji="1" lang="en-US" altLang="ko-KR" sz="1200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itchFamily="18" charset="-127"/>
                <a:ea typeface="KoPub돋움체 Medium" pitchFamily="18" charset="-127"/>
              </a:endParaRPr>
            </a:p>
          </p:txBody>
        </p:sp>
      </p:grpSp>
      <p:sp>
        <p:nvSpPr>
          <p:cNvPr id="125" name="Text Box 148">
            <a:extLst>
              <a:ext uri="{FF2B5EF4-FFF2-40B4-BE49-F238E27FC236}">
                <a16:creationId xmlns:a16="http://schemas.microsoft.com/office/drawing/2014/main" id="{C0321854-7AFA-4600-8551-3DD5F0D4F8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1069" y="5833868"/>
            <a:ext cx="142026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chemeClr val="accent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기존 살생물질 관리 </a:t>
            </a:r>
            <a:r>
              <a:rPr lang="en-US" altLang="ko-KR" sz="1200" dirty="0">
                <a:solidFill>
                  <a:schemeClr val="accent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ID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chemeClr val="accent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EAS-N-190629-0196</a:t>
            </a:r>
          </a:p>
        </p:txBody>
      </p:sp>
      <p:sp>
        <p:nvSpPr>
          <p:cNvPr id="126" name="모서리가 둥근 직사각형 547">
            <a:extLst>
              <a:ext uri="{FF2B5EF4-FFF2-40B4-BE49-F238E27FC236}">
                <a16:creationId xmlns:a16="http://schemas.microsoft.com/office/drawing/2014/main" id="{034DB0BB-F3C2-49AE-BEDC-FF6543AF3F9B}"/>
              </a:ext>
            </a:extLst>
          </p:cNvPr>
          <p:cNvSpPr/>
          <p:nvPr/>
        </p:nvSpPr>
        <p:spPr>
          <a:xfrm>
            <a:off x="7955897" y="5499633"/>
            <a:ext cx="1799655" cy="232737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latinLnBrk="0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  <a:defRPr/>
            </a:pPr>
            <a:r>
              <a:rPr kumimoji="1" lang="ko-KR" altLang="en-US" sz="11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물질승인신청계획서 테이블</a:t>
            </a:r>
            <a:endParaRPr kumimoji="1" lang="en-US" altLang="ko-KR" sz="1100" b="1" kern="0" spc="-8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27" name="모서리가 둥근 직사각형 547">
            <a:extLst>
              <a:ext uri="{FF2B5EF4-FFF2-40B4-BE49-F238E27FC236}">
                <a16:creationId xmlns:a16="http://schemas.microsoft.com/office/drawing/2014/main" id="{58B90E4D-30A0-4880-B1E8-AC1E4CDA6F02}"/>
              </a:ext>
            </a:extLst>
          </p:cNvPr>
          <p:cNvSpPr/>
          <p:nvPr/>
        </p:nvSpPr>
        <p:spPr>
          <a:xfrm>
            <a:off x="7955897" y="5785797"/>
            <a:ext cx="1812212" cy="232737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latinLnBrk="0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  <a:defRPr/>
            </a:pPr>
            <a:r>
              <a:rPr kumimoji="1" lang="ko-KR" altLang="en-US" sz="1100" b="1" kern="0" spc="-8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공동협의체 관리 테이블</a:t>
            </a:r>
            <a:endParaRPr kumimoji="1" lang="en-US" altLang="ko-KR" sz="1100" b="1" kern="0" spc="-8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28" name="모서리가 둥근 직사각형 547">
            <a:extLst>
              <a:ext uri="{FF2B5EF4-FFF2-40B4-BE49-F238E27FC236}">
                <a16:creationId xmlns:a16="http://schemas.microsoft.com/office/drawing/2014/main" id="{129A4715-E813-41A8-A531-42FC31F689CE}"/>
              </a:ext>
            </a:extLst>
          </p:cNvPr>
          <p:cNvSpPr/>
          <p:nvPr/>
        </p:nvSpPr>
        <p:spPr>
          <a:xfrm>
            <a:off x="7955897" y="6077976"/>
            <a:ext cx="1812212" cy="232737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latinLnBrk="0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  <a:defRPr/>
            </a:pPr>
            <a:r>
              <a:rPr kumimoji="1" lang="ko-KR" altLang="en-US" sz="1100" b="1" kern="0" spc="-8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선임해임 테이블</a:t>
            </a:r>
            <a:endParaRPr kumimoji="1" lang="en-US" altLang="ko-KR" sz="1100" b="1" kern="0" spc="-8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29" name="모서리가 둥근 직사각형 547">
            <a:extLst>
              <a:ext uri="{FF2B5EF4-FFF2-40B4-BE49-F238E27FC236}">
                <a16:creationId xmlns:a16="http://schemas.microsoft.com/office/drawing/2014/main" id="{6CA29FFC-62FD-4544-9BCA-019D707A9B76}"/>
              </a:ext>
            </a:extLst>
          </p:cNvPr>
          <p:cNvSpPr/>
          <p:nvPr/>
        </p:nvSpPr>
        <p:spPr>
          <a:xfrm>
            <a:off x="7955897" y="6351106"/>
            <a:ext cx="1812212" cy="232737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latinLnBrk="0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  <a:defRPr/>
            </a:pPr>
            <a:r>
              <a:rPr kumimoji="1" lang="ko-KR" altLang="en-US" sz="1100" b="1" kern="0" spc="-8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물질승인신청 테이블 등</a:t>
            </a:r>
            <a:endParaRPr kumimoji="1" lang="en-US" altLang="ko-KR" sz="1100" b="1" kern="0" spc="-8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cxnSp>
        <p:nvCxnSpPr>
          <p:cNvPr id="130" name="연결선: 구부러짐 129">
            <a:extLst>
              <a:ext uri="{FF2B5EF4-FFF2-40B4-BE49-F238E27FC236}">
                <a16:creationId xmlns:a16="http://schemas.microsoft.com/office/drawing/2014/main" id="{D9F55AD3-42CA-490F-843F-24C2CA10CE5E}"/>
              </a:ext>
            </a:extLst>
          </p:cNvPr>
          <p:cNvCxnSpPr>
            <a:cxnSpLocks/>
            <a:stCxn id="125" idx="3"/>
            <a:endCxn id="126" idx="1"/>
          </p:cNvCxnSpPr>
          <p:nvPr/>
        </p:nvCxnSpPr>
        <p:spPr>
          <a:xfrm flipV="1">
            <a:off x="7441330" y="5616002"/>
            <a:ext cx="514567" cy="402532"/>
          </a:xfrm>
          <a:prstGeom prst="curvedConnector3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연결선: 구부러짐 130">
            <a:extLst>
              <a:ext uri="{FF2B5EF4-FFF2-40B4-BE49-F238E27FC236}">
                <a16:creationId xmlns:a16="http://schemas.microsoft.com/office/drawing/2014/main" id="{47DDFA2D-6DDD-4E85-937F-E4102B44EFFB}"/>
              </a:ext>
            </a:extLst>
          </p:cNvPr>
          <p:cNvCxnSpPr>
            <a:cxnSpLocks/>
            <a:stCxn id="125" idx="3"/>
            <a:endCxn id="127" idx="1"/>
          </p:cNvCxnSpPr>
          <p:nvPr/>
        </p:nvCxnSpPr>
        <p:spPr>
          <a:xfrm flipV="1">
            <a:off x="7441330" y="5902166"/>
            <a:ext cx="514567" cy="116368"/>
          </a:xfrm>
          <a:prstGeom prst="curvedConnector3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연결선: 구부러짐 131">
            <a:extLst>
              <a:ext uri="{FF2B5EF4-FFF2-40B4-BE49-F238E27FC236}">
                <a16:creationId xmlns:a16="http://schemas.microsoft.com/office/drawing/2014/main" id="{684BD83B-0044-4722-8F75-FE5513610037}"/>
              </a:ext>
            </a:extLst>
          </p:cNvPr>
          <p:cNvCxnSpPr>
            <a:cxnSpLocks/>
            <a:stCxn id="125" idx="3"/>
            <a:endCxn id="128" idx="1"/>
          </p:cNvCxnSpPr>
          <p:nvPr/>
        </p:nvCxnSpPr>
        <p:spPr>
          <a:xfrm>
            <a:off x="7441330" y="6018534"/>
            <a:ext cx="514567" cy="175811"/>
          </a:xfrm>
          <a:prstGeom prst="curved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연결선: 구부러짐 132">
            <a:extLst>
              <a:ext uri="{FF2B5EF4-FFF2-40B4-BE49-F238E27FC236}">
                <a16:creationId xmlns:a16="http://schemas.microsoft.com/office/drawing/2014/main" id="{33D51204-0798-48D2-90CE-EBC5CE7A4CD5}"/>
              </a:ext>
            </a:extLst>
          </p:cNvPr>
          <p:cNvCxnSpPr>
            <a:cxnSpLocks/>
            <a:stCxn id="125" idx="3"/>
            <a:endCxn id="129" idx="1"/>
          </p:cNvCxnSpPr>
          <p:nvPr/>
        </p:nvCxnSpPr>
        <p:spPr>
          <a:xfrm>
            <a:off x="7441330" y="6018534"/>
            <a:ext cx="514567" cy="448941"/>
          </a:xfrm>
          <a:prstGeom prst="curved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3ED01A0A-5D1A-47DB-8BC0-F61875CB4071}"/>
              </a:ext>
            </a:extLst>
          </p:cNvPr>
          <p:cNvSpPr/>
          <p:nvPr/>
        </p:nvSpPr>
        <p:spPr>
          <a:xfrm>
            <a:off x="7955897" y="5487978"/>
            <a:ext cx="165753" cy="215623"/>
          </a:xfrm>
          <a:prstGeom prst="rect">
            <a:avLst/>
          </a:prstGeom>
          <a:pattFill prst="pct60">
            <a:fgClr>
              <a:srgbClr val="0070C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507F4B84-7B36-4DC7-8E98-4CDA6037CC32}"/>
              </a:ext>
            </a:extLst>
          </p:cNvPr>
          <p:cNvSpPr/>
          <p:nvPr/>
        </p:nvSpPr>
        <p:spPr>
          <a:xfrm>
            <a:off x="7955897" y="5785683"/>
            <a:ext cx="165753" cy="215623"/>
          </a:xfrm>
          <a:prstGeom prst="rect">
            <a:avLst/>
          </a:prstGeom>
          <a:pattFill prst="pct60">
            <a:fgClr>
              <a:srgbClr val="0070C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778EB60E-F8BF-4F27-AB64-F7A3A4F3E454}"/>
              </a:ext>
            </a:extLst>
          </p:cNvPr>
          <p:cNvSpPr/>
          <p:nvPr/>
        </p:nvSpPr>
        <p:spPr>
          <a:xfrm>
            <a:off x="7955897" y="6083388"/>
            <a:ext cx="165753" cy="215623"/>
          </a:xfrm>
          <a:prstGeom prst="rect">
            <a:avLst/>
          </a:prstGeom>
          <a:pattFill prst="pct60">
            <a:fgClr>
              <a:srgbClr val="0070C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395006B9-6716-477A-A261-B85CED023431}"/>
              </a:ext>
            </a:extLst>
          </p:cNvPr>
          <p:cNvSpPr/>
          <p:nvPr/>
        </p:nvSpPr>
        <p:spPr>
          <a:xfrm>
            <a:off x="7955897" y="6362043"/>
            <a:ext cx="165753" cy="215623"/>
          </a:xfrm>
          <a:prstGeom prst="rect">
            <a:avLst/>
          </a:prstGeom>
          <a:pattFill prst="pct60">
            <a:fgClr>
              <a:srgbClr val="0070C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91" name="Rectangle 6">
            <a:extLst>
              <a:ext uri="{FF2B5EF4-FFF2-40B4-BE49-F238E27FC236}">
                <a16:creationId xmlns:a16="http://schemas.microsoft.com/office/drawing/2014/main" id="{5E2DFF5B-2FF0-40B6-BBE2-4252565DE7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13" y="383430"/>
            <a:ext cx="531454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 anchor="b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ko-KR" sz="3600" b="0" i="0" u="none" strike="noStrike" kern="1200" cap="none" spc="-49" normalizeH="0" baseline="0" noProof="0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rgbClr val="A9CE56"/>
                </a:solidFill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  <a:cs typeface="+mn-cs"/>
              </a:rPr>
              <a:t>0</a:t>
            </a:r>
            <a:r>
              <a:rPr kumimoji="0" lang="en-US" altLang="ko-KR" sz="3600" b="0" i="0" u="none" strike="noStrike" kern="1200" cap="none" spc="-49" normalizeH="0" baseline="0" noProof="0" dirty="0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rgbClr val="4B8E42"/>
                </a:solidFill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  <a:cs typeface="+mn-cs"/>
              </a:rPr>
              <a:t>5</a:t>
            </a:r>
            <a:endParaRPr kumimoji="0" lang="ko-KR" altLang="en-US" sz="3600" b="0" i="0" u="none" strike="noStrike" kern="1200" cap="none" spc="-49" normalizeH="0" baseline="0" noProof="0" dirty="0">
              <a:ln>
                <a:solidFill>
                  <a:srgbClr val="D64E75">
                    <a:alpha val="0"/>
                  </a:srgbClr>
                </a:solidFill>
              </a:ln>
              <a:solidFill>
                <a:srgbClr val="4B8E42"/>
              </a:solidFill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91672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그룹 30">
            <a:extLst>
              <a:ext uri="{FF2B5EF4-FFF2-40B4-BE49-F238E27FC236}">
                <a16:creationId xmlns:a16="http://schemas.microsoft.com/office/drawing/2014/main" id="{250286FF-91D0-4C43-8A6A-C3CC67000F85}"/>
              </a:ext>
            </a:extLst>
          </p:cNvPr>
          <p:cNvGrpSpPr/>
          <p:nvPr/>
        </p:nvGrpSpPr>
        <p:grpSpPr>
          <a:xfrm>
            <a:off x="565201" y="598511"/>
            <a:ext cx="9250762" cy="763806"/>
            <a:chOff x="565201" y="598511"/>
            <a:chExt cx="9250762" cy="763806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D277BAF4-FB86-4416-9702-1AB832F9C81A}"/>
                </a:ext>
              </a:extLst>
            </p:cNvPr>
            <p:cNvGrpSpPr/>
            <p:nvPr/>
          </p:nvGrpSpPr>
          <p:grpSpPr>
            <a:xfrm>
              <a:off x="565201" y="598511"/>
              <a:ext cx="6963969" cy="763806"/>
              <a:chOff x="565201" y="598511"/>
              <a:chExt cx="6963969" cy="763806"/>
            </a:xfrm>
          </p:grpSpPr>
          <p:sp>
            <p:nvSpPr>
              <p:cNvPr id="60" name="Rectangle 6">
                <a:extLst>
                  <a:ext uri="{FF2B5EF4-FFF2-40B4-BE49-F238E27FC236}">
                    <a16:creationId xmlns:a16="http://schemas.microsoft.com/office/drawing/2014/main" id="{AC352C42-6015-41C4-A05F-F5B59860C4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6235" y="598511"/>
                <a:ext cx="4423515" cy="3077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 anchor="b">
                <a:spAutoFit/>
              </a:bodyPr>
              <a:lstStyle/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itchFamily="2" charset="2"/>
                  <a:buNone/>
                  <a:tabLst/>
                  <a:defRPr/>
                </a:pPr>
                <a:r>
                  <a:rPr lang="ko-KR" altLang="en-US" sz="2000" spc="-49">
                    <a:ln>
                      <a:solidFill>
                        <a:srgbClr val="D64E75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기존 살생물물질 승인신청</a:t>
                </a:r>
                <a:r>
                  <a:rPr lang="en-US" altLang="ko-KR" sz="2000" spc="-49">
                    <a:ln>
                      <a:solidFill>
                        <a:srgbClr val="D64E75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(1)</a:t>
                </a:r>
                <a:endParaRPr kumimoji="0" lang="ko-KR" altLang="en-US" sz="2000" b="0" i="0" u="none" strike="noStrike" kern="1200" cap="none" spc="-49" normalizeH="0" baseline="0" noProof="0" dirty="0">
                  <a:ln>
                    <a:solidFill>
                      <a:srgbClr val="D64E75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endParaRPr>
              </a:p>
            </p:txBody>
          </p:sp>
          <p:grpSp>
            <p:nvGrpSpPr>
              <p:cNvPr id="61" name="그룹 60">
                <a:extLst>
                  <a:ext uri="{FF2B5EF4-FFF2-40B4-BE49-F238E27FC236}">
                    <a16:creationId xmlns:a16="http://schemas.microsoft.com/office/drawing/2014/main" id="{74D6BEF5-3BF9-4AA3-B7E4-4272E12B19FE}"/>
                  </a:ext>
                </a:extLst>
              </p:cNvPr>
              <p:cNvGrpSpPr/>
              <p:nvPr/>
            </p:nvGrpSpPr>
            <p:grpSpPr>
              <a:xfrm>
                <a:off x="565201" y="1123003"/>
                <a:ext cx="6963969" cy="239314"/>
                <a:chOff x="1283748" y="1193940"/>
                <a:chExt cx="6963969" cy="239314"/>
              </a:xfrm>
            </p:grpSpPr>
            <p:sp>
              <p:nvSpPr>
                <p:cNvPr id="62" name="Freeform 31">
                  <a:extLst>
                    <a:ext uri="{FF2B5EF4-FFF2-40B4-BE49-F238E27FC236}">
                      <a16:creationId xmlns:a16="http://schemas.microsoft.com/office/drawing/2014/main" id="{73EE3838-E26E-4FD7-8A6B-B957D865140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283748" y="1193940"/>
                  <a:ext cx="240252" cy="239314"/>
                </a:xfrm>
                <a:custGeom>
                  <a:avLst/>
                  <a:gdLst>
                    <a:gd name="T0" fmla="*/ 96 w 192"/>
                    <a:gd name="T1" fmla="*/ 0 h 191"/>
                    <a:gd name="T2" fmla="*/ 0 w 192"/>
                    <a:gd name="T3" fmla="*/ 95 h 191"/>
                    <a:gd name="T4" fmla="*/ 96 w 192"/>
                    <a:gd name="T5" fmla="*/ 191 h 191"/>
                    <a:gd name="T6" fmla="*/ 192 w 192"/>
                    <a:gd name="T7" fmla="*/ 95 h 191"/>
                    <a:gd name="T8" fmla="*/ 96 w 192"/>
                    <a:gd name="T9" fmla="*/ 0 h 191"/>
                    <a:gd name="T10" fmla="*/ 156 w 192"/>
                    <a:gd name="T11" fmla="*/ 73 h 191"/>
                    <a:gd name="T12" fmla="*/ 86 w 192"/>
                    <a:gd name="T13" fmla="*/ 142 h 191"/>
                    <a:gd name="T14" fmla="*/ 77 w 192"/>
                    <a:gd name="T15" fmla="*/ 145 h 191"/>
                    <a:gd name="T16" fmla="*/ 68 w 192"/>
                    <a:gd name="T17" fmla="*/ 142 h 191"/>
                    <a:gd name="T18" fmla="*/ 37 w 192"/>
                    <a:gd name="T19" fmla="*/ 110 h 191"/>
                    <a:gd name="T20" fmla="*/ 37 w 192"/>
                    <a:gd name="T21" fmla="*/ 92 h 191"/>
                    <a:gd name="T22" fmla="*/ 55 w 192"/>
                    <a:gd name="T23" fmla="*/ 92 h 191"/>
                    <a:gd name="T24" fmla="*/ 77 w 192"/>
                    <a:gd name="T25" fmla="*/ 115 h 191"/>
                    <a:gd name="T26" fmla="*/ 138 w 192"/>
                    <a:gd name="T27" fmla="*/ 55 h 191"/>
                    <a:gd name="T28" fmla="*/ 156 w 192"/>
                    <a:gd name="T29" fmla="*/ 55 h 191"/>
                    <a:gd name="T30" fmla="*/ 156 w 192"/>
                    <a:gd name="T31" fmla="*/ 73 h 1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192" h="191">
                      <a:moveTo>
                        <a:pt x="96" y="0"/>
                      </a:moveTo>
                      <a:cubicBezTo>
                        <a:pt x="43" y="0"/>
                        <a:pt x="0" y="42"/>
                        <a:pt x="0" y="95"/>
                      </a:cubicBezTo>
                      <a:cubicBezTo>
                        <a:pt x="0" y="148"/>
                        <a:pt x="43" y="191"/>
                        <a:pt x="96" y="191"/>
                      </a:cubicBezTo>
                      <a:cubicBezTo>
                        <a:pt x="149" y="191"/>
                        <a:pt x="192" y="148"/>
                        <a:pt x="192" y="95"/>
                      </a:cubicBezTo>
                      <a:cubicBezTo>
                        <a:pt x="192" y="42"/>
                        <a:pt x="149" y="0"/>
                        <a:pt x="96" y="0"/>
                      </a:cubicBezTo>
                      <a:close/>
                      <a:moveTo>
                        <a:pt x="156" y="73"/>
                      </a:moveTo>
                      <a:cubicBezTo>
                        <a:pt x="86" y="142"/>
                        <a:pt x="86" y="142"/>
                        <a:pt x="86" y="142"/>
                      </a:cubicBezTo>
                      <a:cubicBezTo>
                        <a:pt x="84" y="144"/>
                        <a:pt x="81" y="145"/>
                        <a:pt x="77" y="145"/>
                      </a:cubicBezTo>
                      <a:cubicBezTo>
                        <a:pt x="74" y="145"/>
                        <a:pt x="71" y="144"/>
                        <a:pt x="68" y="142"/>
                      </a:cubicBezTo>
                      <a:cubicBezTo>
                        <a:pt x="37" y="110"/>
                        <a:pt x="37" y="110"/>
                        <a:pt x="37" y="110"/>
                      </a:cubicBezTo>
                      <a:cubicBezTo>
                        <a:pt x="32" y="105"/>
                        <a:pt x="32" y="97"/>
                        <a:pt x="37" y="92"/>
                      </a:cubicBezTo>
                      <a:cubicBezTo>
                        <a:pt x="42" y="87"/>
                        <a:pt x="50" y="87"/>
                        <a:pt x="55" y="92"/>
                      </a:cubicBezTo>
                      <a:cubicBezTo>
                        <a:pt x="77" y="115"/>
                        <a:pt x="77" y="115"/>
                        <a:pt x="77" y="115"/>
                      </a:cubicBezTo>
                      <a:cubicBezTo>
                        <a:pt x="138" y="55"/>
                        <a:pt x="138" y="55"/>
                        <a:pt x="138" y="55"/>
                      </a:cubicBezTo>
                      <a:cubicBezTo>
                        <a:pt x="143" y="50"/>
                        <a:pt x="151" y="50"/>
                        <a:pt x="156" y="55"/>
                      </a:cubicBezTo>
                      <a:cubicBezTo>
                        <a:pt x="161" y="60"/>
                        <a:pt x="161" y="68"/>
                        <a:pt x="156" y="7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92F256F7-5BEA-46B9-9462-EECE20BB170E}"/>
                    </a:ext>
                  </a:extLst>
                </p:cNvPr>
                <p:cNvSpPr txBox="1"/>
                <p:nvPr/>
              </p:nvSpPr>
              <p:spPr>
                <a:xfrm>
                  <a:off x="1627315" y="1205875"/>
                  <a:ext cx="6620402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altLang="ko-KR" sz="1400" b="1" noProof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rgbClr val="FFFF00"/>
                      </a:solidFill>
                      <a:latin typeface="+mj-ea"/>
                      <a:ea typeface="+mj-ea"/>
                    </a:rPr>
                    <a:t>2020</a:t>
                  </a:r>
                  <a:r>
                    <a:rPr lang="ko-KR" altLang="en-US" sz="1400" b="1" noProof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rgbClr val="FFFF00"/>
                      </a:solidFill>
                      <a:latin typeface="+mj-ea"/>
                      <a:ea typeface="+mj-ea"/>
                    </a:rPr>
                    <a:t>년 </a:t>
                  </a:r>
                  <a:r>
                    <a:rPr lang="en-US" altLang="ko-KR" sz="1400" b="1" noProof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rgbClr val="FFFF00"/>
                      </a:solidFill>
                      <a:latin typeface="+mj-ea"/>
                      <a:ea typeface="+mj-ea"/>
                    </a:rPr>
                    <a:t>12</a:t>
                  </a:r>
                  <a:r>
                    <a:rPr lang="ko-KR" altLang="en-US" sz="1400" b="1" noProof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rgbClr val="FFFF00"/>
                      </a:solidFill>
                      <a:latin typeface="+mj-ea"/>
                      <a:ea typeface="+mj-ea"/>
                    </a:rPr>
                    <a:t>월 이전 </a:t>
                  </a:r>
                  <a:r>
                    <a:rPr lang="ko-KR" altLang="en-US" sz="1400" b="1" noProof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prstClr val="white"/>
                      </a:solidFill>
                      <a:latin typeface="+mj-ea"/>
                      <a:ea typeface="+mj-ea"/>
                    </a:rPr>
                    <a:t>기존 살생물물질 신고</a:t>
                  </a:r>
                  <a:r>
                    <a:rPr lang="en-US" altLang="ko-KR" sz="1400" b="1" noProof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prstClr val="white"/>
                      </a:solidFill>
                      <a:latin typeface="+mj-ea"/>
                      <a:ea typeface="+mj-ea"/>
                    </a:rPr>
                    <a:t>, </a:t>
                  </a:r>
                  <a:r>
                    <a:rPr lang="ko-KR" altLang="en-US" sz="1400" b="1" noProof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prstClr val="white"/>
                      </a:solidFill>
                      <a:latin typeface="+mj-ea"/>
                      <a:ea typeface="+mj-ea"/>
                    </a:rPr>
                    <a:t>물질승인신청계획서</a:t>
                  </a:r>
                  <a:r>
                    <a:rPr lang="en-US" altLang="ko-KR" sz="1400" b="1" noProof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prstClr val="white"/>
                      </a:solidFill>
                      <a:latin typeface="+mj-ea"/>
                      <a:ea typeface="+mj-ea"/>
                    </a:rPr>
                    <a:t>, </a:t>
                  </a:r>
                  <a:r>
                    <a:rPr lang="ko-KR" altLang="en-US" sz="1400" b="1" noProof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prstClr val="white"/>
                      </a:solidFill>
                      <a:latin typeface="+mj-ea"/>
                      <a:ea typeface="+mj-ea"/>
                    </a:rPr>
                    <a:t>공동협의체 등록 절차 및 방법</a:t>
                  </a:r>
                  <a:endParaRPr kumimoji="0" lang="ko-KR" altLang="en-US" sz="1400" b="1" i="0" u="none" strike="noStrike" kern="1200" cap="none" spc="0" normalizeH="0" baseline="0" noProof="0" dirty="0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ea"/>
                    <a:ea typeface="+mj-ea"/>
                    <a:cs typeface="+mn-cs"/>
                  </a:endParaRPr>
                </a:p>
              </p:txBody>
            </p:sp>
          </p:grpSp>
        </p:grp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28061A1D-5541-4FF3-BEB4-8C892FA0F642}"/>
                </a:ext>
              </a:extLst>
            </p:cNvPr>
            <p:cNvGrpSpPr/>
            <p:nvPr/>
          </p:nvGrpSpPr>
          <p:grpSpPr>
            <a:xfrm>
              <a:off x="8934005" y="699034"/>
              <a:ext cx="881958" cy="245691"/>
              <a:chOff x="8458455" y="782973"/>
              <a:chExt cx="881958" cy="245691"/>
            </a:xfrm>
          </p:grpSpPr>
          <p:grpSp>
            <p:nvGrpSpPr>
              <p:cNvPr id="34" name="그룹 33">
                <a:extLst>
                  <a:ext uri="{FF2B5EF4-FFF2-40B4-BE49-F238E27FC236}">
                    <a16:creationId xmlns:a16="http://schemas.microsoft.com/office/drawing/2014/main" id="{F30FD26E-0958-4BE7-937E-0350C66D6C7A}"/>
                  </a:ext>
                </a:extLst>
              </p:cNvPr>
              <p:cNvGrpSpPr/>
              <p:nvPr/>
            </p:nvGrpSpPr>
            <p:grpSpPr>
              <a:xfrm>
                <a:off x="8697949" y="782973"/>
                <a:ext cx="163476" cy="245691"/>
                <a:chOff x="8658927" y="782973"/>
                <a:chExt cx="163476" cy="245691"/>
              </a:xfrm>
            </p:grpSpPr>
            <p:sp>
              <p:nvSpPr>
                <p:cNvPr id="44" name="사각형: 둥근 위쪽 모서리 43">
                  <a:extLst>
                    <a:ext uri="{FF2B5EF4-FFF2-40B4-BE49-F238E27FC236}">
                      <a16:creationId xmlns:a16="http://schemas.microsoft.com/office/drawing/2014/main" id="{0ACFC5AA-E705-4466-ACC8-776E2596F441}"/>
                    </a:ext>
                  </a:extLst>
                </p:cNvPr>
                <p:cNvSpPr/>
                <p:nvPr/>
              </p:nvSpPr>
              <p:spPr>
                <a:xfrm>
                  <a:off x="8658927" y="956664"/>
                  <a:ext cx="163476" cy="72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rgbClr val="66B35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58" name="직사각형 57">
                  <a:extLst>
                    <a:ext uri="{FF2B5EF4-FFF2-40B4-BE49-F238E27FC236}">
                      <a16:creationId xmlns:a16="http://schemas.microsoft.com/office/drawing/2014/main" id="{A354ED15-3D73-4E95-A2EB-18D813D3ECED}"/>
                    </a:ext>
                  </a:extLst>
                </p:cNvPr>
                <p:cNvSpPr/>
                <p:nvPr/>
              </p:nvSpPr>
              <p:spPr>
                <a:xfrm>
                  <a:off x="8658927" y="782973"/>
                  <a:ext cx="163476" cy="14933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00" b="0" i="0" u="none" strike="noStrike" kern="0" cap="none" spc="-30" normalizeH="0" baseline="0" noProof="0" dirty="0">
                      <a:ln w="3175">
                        <a:solidFill>
                          <a:prstClr val="white">
                            <a:lumMod val="75000"/>
                            <a:alpha val="0"/>
                          </a:prstClr>
                        </a:solidFill>
                      </a:ln>
                      <a:solidFill>
                        <a:srgbClr val="4B8E42"/>
                      </a:solidFill>
                      <a:effectLst/>
                      <a:uLnTx/>
                      <a:uFillTx/>
                      <a:latin typeface="KoPub바탕체 Medium" panose="00000600000000000000" pitchFamily="2" charset="-127"/>
                      <a:ea typeface="KoPub바탕체 Medium" panose="00000600000000000000" pitchFamily="2" charset="-127"/>
                      <a:cs typeface="+mn-cs"/>
                    </a:rPr>
                    <a:t>Ⅱ</a:t>
                  </a:r>
                  <a:endParaRPr kumimoji="0" lang="ko-KR" altLang="en-US" sz="10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srgbClr val="4B8E42"/>
                    </a:solidFill>
                    <a:effectLst/>
                    <a:uLnTx/>
                    <a:uFillTx/>
                    <a:latin typeface="KoPub바탕체 Medium" panose="00000600000000000000" pitchFamily="2" charset="-127"/>
                    <a:ea typeface="KoPub바탕체 Medium" panose="00000600000000000000" pitchFamily="2" charset="-127"/>
                    <a:cs typeface="+mn-cs"/>
                  </a:endParaRPr>
                </a:p>
              </p:txBody>
            </p:sp>
          </p:grpSp>
          <p:grpSp>
            <p:nvGrpSpPr>
              <p:cNvPr id="35" name="그룹 34">
                <a:extLst>
                  <a:ext uri="{FF2B5EF4-FFF2-40B4-BE49-F238E27FC236}">
                    <a16:creationId xmlns:a16="http://schemas.microsoft.com/office/drawing/2014/main" id="{26ACEB8C-6E03-4863-A7A4-3BC3CEB11C32}"/>
                  </a:ext>
                </a:extLst>
              </p:cNvPr>
              <p:cNvGrpSpPr/>
              <p:nvPr/>
            </p:nvGrpSpPr>
            <p:grpSpPr>
              <a:xfrm>
                <a:off x="8458455" y="782973"/>
                <a:ext cx="163476" cy="245691"/>
                <a:chOff x="8458455" y="782973"/>
                <a:chExt cx="163476" cy="245691"/>
              </a:xfrm>
            </p:grpSpPr>
            <p:sp>
              <p:nvSpPr>
                <p:cNvPr id="42" name="사각형: 둥근 위쪽 모서리 41">
                  <a:extLst>
                    <a:ext uri="{FF2B5EF4-FFF2-40B4-BE49-F238E27FC236}">
                      <a16:creationId xmlns:a16="http://schemas.microsoft.com/office/drawing/2014/main" id="{FE1C1CA9-E907-4258-B1CD-F41BB1456DB3}"/>
                    </a:ext>
                  </a:extLst>
                </p:cNvPr>
                <p:cNvSpPr/>
                <p:nvPr/>
              </p:nvSpPr>
              <p:spPr>
                <a:xfrm>
                  <a:off x="8458455" y="956664"/>
                  <a:ext cx="163476" cy="72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43" name="직사각형 42">
                  <a:extLst>
                    <a:ext uri="{FF2B5EF4-FFF2-40B4-BE49-F238E27FC236}">
                      <a16:creationId xmlns:a16="http://schemas.microsoft.com/office/drawing/2014/main" id="{B366C2DA-8481-4B43-A2F3-3BDCD266FFB1}"/>
                    </a:ext>
                  </a:extLst>
                </p:cNvPr>
                <p:cNvSpPr/>
                <p:nvPr/>
              </p:nvSpPr>
              <p:spPr>
                <a:xfrm>
                  <a:off x="8458455" y="782973"/>
                  <a:ext cx="163476" cy="14933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0" cap="none" spc="-30" normalizeH="0" baseline="0" noProof="0" dirty="0">
                      <a:ln w="3175">
                        <a:solidFill>
                          <a:prstClr val="white">
                            <a:lumMod val="75000"/>
                            <a:alpha val="0"/>
                          </a:prstClr>
                        </a:solidFill>
                      </a:ln>
                      <a:solidFill>
                        <a:prstClr val="white">
                          <a:lumMod val="75000"/>
                        </a:prstClr>
                      </a:solidFill>
                      <a:effectLst/>
                      <a:uLnTx/>
                      <a:uFillTx/>
                      <a:latin typeface="KoPub바탕체 Light" panose="00000300000000000000" pitchFamily="2" charset="-127"/>
                      <a:ea typeface="KoPub바탕체 Light" panose="00000300000000000000" pitchFamily="2" charset="-127"/>
                      <a:cs typeface="+mn-cs"/>
                    </a:rPr>
                    <a:t>Ⅰ</a:t>
                  </a:r>
                  <a:endParaRPr kumimoji="0" lang="ko-KR" altLang="en-US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endParaRPr>
                </a:p>
              </p:txBody>
            </p:sp>
          </p:grpSp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122E0346-086D-4809-A62F-39C65F358112}"/>
                  </a:ext>
                </a:extLst>
              </p:cNvPr>
              <p:cNvGrpSpPr/>
              <p:nvPr/>
            </p:nvGrpSpPr>
            <p:grpSpPr>
              <a:xfrm>
                <a:off x="9176937" y="782973"/>
                <a:ext cx="163476" cy="245691"/>
                <a:chOff x="9059871" y="782973"/>
                <a:chExt cx="163476" cy="245691"/>
              </a:xfrm>
            </p:grpSpPr>
            <p:sp>
              <p:nvSpPr>
                <p:cNvPr id="40" name="사각형: 둥근 위쪽 모서리 39">
                  <a:extLst>
                    <a:ext uri="{FF2B5EF4-FFF2-40B4-BE49-F238E27FC236}">
                      <a16:creationId xmlns:a16="http://schemas.microsoft.com/office/drawing/2014/main" id="{DC7FE71B-6330-4A14-8680-F52DC38022CF}"/>
                    </a:ext>
                  </a:extLst>
                </p:cNvPr>
                <p:cNvSpPr/>
                <p:nvPr/>
              </p:nvSpPr>
              <p:spPr>
                <a:xfrm>
                  <a:off x="9059871" y="956664"/>
                  <a:ext cx="163476" cy="72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41" name="직사각형 40">
                  <a:extLst>
                    <a:ext uri="{FF2B5EF4-FFF2-40B4-BE49-F238E27FC236}">
                      <a16:creationId xmlns:a16="http://schemas.microsoft.com/office/drawing/2014/main" id="{7E0E38FB-D78C-4D26-BFC3-9C58E922ED8D}"/>
                    </a:ext>
                  </a:extLst>
                </p:cNvPr>
                <p:cNvSpPr/>
                <p:nvPr/>
              </p:nvSpPr>
              <p:spPr>
                <a:xfrm>
                  <a:off x="9059871" y="782973"/>
                  <a:ext cx="163476" cy="14933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0" cap="none" spc="-30" normalizeH="0" baseline="0" noProof="0" dirty="0">
                      <a:ln w="3175">
                        <a:solidFill>
                          <a:prstClr val="white">
                            <a:lumMod val="75000"/>
                            <a:alpha val="0"/>
                          </a:prstClr>
                        </a:solidFill>
                      </a:ln>
                      <a:solidFill>
                        <a:prstClr val="white">
                          <a:lumMod val="75000"/>
                        </a:prstClr>
                      </a:solidFill>
                      <a:effectLst/>
                      <a:uLnTx/>
                      <a:uFillTx/>
                      <a:latin typeface="KoPub바탕체 Light" panose="00000300000000000000" pitchFamily="2" charset="-127"/>
                      <a:ea typeface="KoPub바탕체 Light" panose="00000300000000000000" pitchFamily="2" charset="-127"/>
                      <a:cs typeface="+mn-cs"/>
                    </a:rPr>
                    <a:t>Ⅳ</a:t>
                  </a:r>
                  <a:endParaRPr kumimoji="0" lang="ko-KR" altLang="en-US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endParaRPr>
                </a:p>
              </p:txBody>
            </p:sp>
          </p:grp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4AD7B291-FC38-4497-9E25-49FA78B668C8}"/>
                  </a:ext>
                </a:extLst>
              </p:cNvPr>
              <p:cNvGrpSpPr/>
              <p:nvPr/>
            </p:nvGrpSpPr>
            <p:grpSpPr>
              <a:xfrm>
                <a:off x="8937443" y="782973"/>
                <a:ext cx="163476" cy="245691"/>
                <a:chOff x="8859399" y="782973"/>
                <a:chExt cx="163476" cy="245691"/>
              </a:xfrm>
            </p:grpSpPr>
            <p:sp>
              <p:nvSpPr>
                <p:cNvPr id="38" name="사각형: 둥근 위쪽 모서리 37">
                  <a:extLst>
                    <a:ext uri="{FF2B5EF4-FFF2-40B4-BE49-F238E27FC236}">
                      <a16:creationId xmlns:a16="http://schemas.microsoft.com/office/drawing/2014/main" id="{D4713393-CFC2-4122-877E-3034FE85FCDB}"/>
                    </a:ext>
                  </a:extLst>
                </p:cNvPr>
                <p:cNvSpPr/>
                <p:nvPr/>
              </p:nvSpPr>
              <p:spPr>
                <a:xfrm>
                  <a:off x="8859399" y="956664"/>
                  <a:ext cx="163476" cy="72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39" name="직사각형 38">
                  <a:extLst>
                    <a:ext uri="{FF2B5EF4-FFF2-40B4-BE49-F238E27FC236}">
                      <a16:creationId xmlns:a16="http://schemas.microsoft.com/office/drawing/2014/main" id="{1564775C-D34F-46E6-9891-2890F6AC79E1}"/>
                    </a:ext>
                  </a:extLst>
                </p:cNvPr>
                <p:cNvSpPr/>
                <p:nvPr/>
              </p:nvSpPr>
              <p:spPr>
                <a:xfrm>
                  <a:off x="8859399" y="782973"/>
                  <a:ext cx="163476" cy="14933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0" cap="none" spc="-30" normalizeH="0" baseline="0" noProof="0" dirty="0">
                      <a:ln w="3175">
                        <a:solidFill>
                          <a:prstClr val="white">
                            <a:lumMod val="75000"/>
                            <a:alpha val="0"/>
                          </a:prstClr>
                        </a:solidFill>
                      </a:ln>
                      <a:solidFill>
                        <a:prstClr val="white">
                          <a:lumMod val="75000"/>
                        </a:prstClr>
                      </a:solidFill>
                      <a:effectLst/>
                      <a:uLnTx/>
                      <a:uFillTx/>
                      <a:latin typeface="KoPub바탕체 Light" panose="00000300000000000000" pitchFamily="2" charset="-127"/>
                      <a:ea typeface="KoPub바탕체 Light" panose="00000300000000000000" pitchFamily="2" charset="-127"/>
                      <a:cs typeface="+mn-cs"/>
                    </a:rPr>
                    <a:t>Ⅲ</a:t>
                  </a:r>
                  <a:endParaRPr kumimoji="0" lang="ko-KR" altLang="en-US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endParaRPr>
                </a:p>
              </p:txBody>
            </p:sp>
          </p:grpSp>
        </p:grpSp>
      </p:grp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1239389B-8197-411A-9E3A-B3CB3F6C840D}"/>
              </a:ext>
            </a:extLst>
          </p:cNvPr>
          <p:cNvGrpSpPr/>
          <p:nvPr/>
        </p:nvGrpSpPr>
        <p:grpSpPr>
          <a:xfrm>
            <a:off x="1022305" y="2526920"/>
            <a:ext cx="647613" cy="738210"/>
            <a:chOff x="1175786" y="2776440"/>
            <a:chExt cx="647613" cy="738210"/>
          </a:xfrm>
        </p:grpSpPr>
        <p:pic>
          <p:nvPicPr>
            <p:cNvPr id="95" name="그림 94">
              <a:extLst>
                <a:ext uri="{FF2B5EF4-FFF2-40B4-BE49-F238E27FC236}">
                  <a16:creationId xmlns:a16="http://schemas.microsoft.com/office/drawing/2014/main" id="{C2093B49-F402-4DD8-8060-2DA330677A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35416" y="2776440"/>
              <a:ext cx="551393" cy="530185"/>
            </a:xfrm>
            <a:prstGeom prst="rect">
              <a:avLst/>
            </a:prstGeom>
          </p:spPr>
        </p:pic>
        <p:sp>
          <p:nvSpPr>
            <p:cNvPr id="96" name="Text Box 148">
              <a:extLst>
                <a:ext uri="{FF2B5EF4-FFF2-40B4-BE49-F238E27FC236}">
                  <a16:creationId xmlns:a16="http://schemas.microsoft.com/office/drawing/2014/main" id="{ADDA0A35-3C5F-4ED8-80A0-B6126F1C8F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5786" y="3329984"/>
              <a:ext cx="647613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ko-KR"/>
              </a:defPPr>
              <a:lvl1pPr algn="ctr" latinLnBrk="0">
                <a:defRPr kumimoji="1" sz="800" spc="-5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itchFamily="18" charset="-127"/>
                  <a:ea typeface="KoPub돋움체 Light" pitchFamily="18" charset="-127"/>
                </a:defRPr>
              </a:lvl1pPr>
              <a:lvl2pPr marL="742950" indent="-28575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0" i="0" u="none" strike="noStrike" kern="1200" cap="none" spc="-50" normalizeH="0" baseline="0" noProof="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A </a:t>
              </a:r>
              <a:r>
                <a:rPr kumimoji="1" lang="ko-KR" altLang="en-US" sz="1200" b="0" i="0" u="none" strike="noStrike" kern="1200" cap="none" spc="-50" normalizeH="0" baseline="0" noProof="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수입업체</a:t>
              </a:r>
              <a:endParaRPr kumimoji="1" lang="ko-KR" altLang="en-US" sz="1200" b="0" i="0" u="none" strike="noStrike" kern="1200" cap="none" spc="-50" normalizeH="0" baseline="0" noProof="0" dirty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B20ABFC2-60CB-4D81-ACD5-DEE124602F17}"/>
              </a:ext>
            </a:extLst>
          </p:cNvPr>
          <p:cNvGrpSpPr/>
          <p:nvPr/>
        </p:nvGrpSpPr>
        <p:grpSpPr>
          <a:xfrm>
            <a:off x="1861412" y="2580916"/>
            <a:ext cx="602004" cy="630218"/>
            <a:chOff x="1861412" y="4001370"/>
            <a:chExt cx="602004" cy="630218"/>
          </a:xfrm>
        </p:grpSpPr>
        <p:pic>
          <p:nvPicPr>
            <p:cNvPr id="97" name="그림 96">
              <a:extLst>
                <a:ext uri="{FF2B5EF4-FFF2-40B4-BE49-F238E27FC236}">
                  <a16:creationId xmlns:a16="http://schemas.microsoft.com/office/drawing/2014/main" id="{53A5525A-DF20-4FF3-8086-2322E25265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61412" y="4001370"/>
              <a:ext cx="602004" cy="519068"/>
            </a:xfrm>
            <a:prstGeom prst="rect">
              <a:avLst/>
            </a:prstGeom>
          </p:spPr>
        </p:pic>
        <p:sp>
          <p:nvSpPr>
            <p:cNvPr id="98" name="Text Box 148">
              <a:extLst>
                <a:ext uri="{FF2B5EF4-FFF2-40B4-BE49-F238E27FC236}">
                  <a16:creationId xmlns:a16="http://schemas.microsoft.com/office/drawing/2014/main" id="{EA6F856F-CAD6-47B7-A889-28AF929C71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0664" y="4470005"/>
              <a:ext cx="331822" cy="161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algn="ctr" latinLnBrk="0">
                <a:defRPr kumimoji="1" sz="800" spc="-5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itchFamily="18" charset="-127"/>
                  <a:ea typeface="KoPub돋움체 Light" pitchFamily="18" charset="-127"/>
                </a:defRPr>
              </a:lvl1pPr>
              <a:lvl2pPr marL="742950" indent="-28575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50" b="0" i="0" u="none" strike="noStrike" kern="1200" cap="none" spc="-50" normalizeH="0" baseline="0" noProof="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톨루엔</a:t>
              </a:r>
              <a:endParaRPr kumimoji="1" lang="ko-KR" altLang="en-US" sz="1050" b="0" i="0" u="none" strike="noStrike" kern="1200" cap="none" spc="-50" normalizeH="0" baseline="0" noProof="0" dirty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sp>
        <p:nvSpPr>
          <p:cNvPr id="99" name="모서리가 둥근 직사각형 547">
            <a:extLst>
              <a:ext uri="{FF2B5EF4-FFF2-40B4-BE49-F238E27FC236}">
                <a16:creationId xmlns:a16="http://schemas.microsoft.com/office/drawing/2014/main" id="{C4C47E69-2EA6-4D6D-AAE8-EFB692001832}"/>
              </a:ext>
            </a:extLst>
          </p:cNvPr>
          <p:cNvSpPr/>
          <p:nvPr/>
        </p:nvSpPr>
        <p:spPr>
          <a:xfrm>
            <a:off x="3166737" y="2014739"/>
            <a:ext cx="973397" cy="307777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</a:pPr>
            <a:r>
              <a:rPr kumimoji="1" lang="en-US" altLang="ko-KR" sz="11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1. </a:t>
            </a:r>
            <a:r>
              <a:rPr kumimoji="1" lang="ko-KR" altLang="en-US" sz="1100" b="1" kern="0" spc="-8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살균제</a:t>
            </a:r>
          </a:p>
        </p:txBody>
      </p:sp>
      <p:sp>
        <p:nvSpPr>
          <p:cNvPr id="100" name="모서리가 둥근 직사각형 547">
            <a:extLst>
              <a:ext uri="{FF2B5EF4-FFF2-40B4-BE49-F238E27FC236}">
                <a16:creationId xmlns:a16="http://schemas.microsoft.com/office/drawing/2014/main" id="{7C76D1BE-56B0-4E76-8413-D1C460D73486}"/>
              </a:ext>
            </a:extLst>
          </p:cNvPr>
          <p:cNvSpPr/>
          <p:nvPr/>
        </p:nvSpPr>
        <p:spPr>
          <a:xfrm>
            <a:off x="3166737" y="2505716"/>
            <a:ext cx="973397" cy="307777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latinLnBrk="0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  <a:defRPr/>
            </a:pPr>
            <a:r>
              <a:rPr kumimoji="1" lang="en-US" altLang="ko-KR" sz="1100" b="1" kern="0" spc="-8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2. </a:t>
            </a:r>
            <a:r>
              <a:rPr kumimoji="1" lang="ko-KR" altLang="en-US" sz="1100" b="1" kern="0" spc="-80" dirty="0" err="1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살조제</a:t>
            </a:r>
            <a:endParaRPr kumimoji="1" lang="ko-KR" altLang="en-US" sz="1100" b="1" kern="0" spc="-8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01" name="모서리가 둥근 직사각형 547">
            <a:extLst>
              <a:ext uri="{FF2B5EF4-FFF2-40B4-BE49-F238E27FC236}">
                <a16:creationId xmlns:a16="http://schemas.microsoft.com/office/drawing/2014/main" id="{F5C842C1-9648-4228-8ACF-B1D0EACD8F88}"/>
              </a:ext>
            </a:extLst>
          </p:cNvPr>
          <p:cNvSpPr/>
          <p:nvPr/>
        </p:nvSpPr>
        <p:spPr>
          <a:xfrm>
            <a:off x="3166737" y="2985684"/>
            <a:ext cx="973397" cy="307777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latinLnBrk="0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  <a:defRPr/>
            </a:pPr>
            <a:r>
              <a:rPr kumimoji="1" lang="en-US" altLang="ko-KR" sz="1100" b="1" kern="0" spc="-8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---</a:t>
            </a:r>
            <a:endParaRPr kumimoji="1" lang="ko-KR" altLang="en-US" sz="1100" b="1" kern="0" spc="-8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02" name="모서리가 둥근 직사각형 547">
            <a:extLst>
              <a:ext uri="{FF2B5EF4-FFF2-40B4-BE49-F238E27FC236}">
                <a16:creationId xmlns:a16="http://schemas.microsoft.com/office/drawing/2014/main" id="{B1C04A74-869B-4793-9203-D9BCA3140D0C}"/>
              </a:ext>
            </a:extLst>
          </p:cNvPr>
          <p:cNvSpPr/>
          <p:nvPr/>
        </p:nvSpPr>
        <p:spPr>
          <a:xfrm>
            <a:off x="3166736" y="3465652"/>
            <a:ext cx="973397" cy="307777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latinLnBrk="0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  <a:defRPr/>
            </a:pPr>
            <a:r>
              <a:rPr kumimoji="1" lang="en-US" altLang="ko-KR" sz="1100" b="1" kern="0" spc="-8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15</a:t>
            </a:r>
            <a:r>
              <a:rPr kumimoji="1" lang="ko-KR" altLang="en-US" sz="1100" b="1" kern="0" spc="-8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개 유형</a:t>
            </a:r>
          </a:p>
        </p:txBody>
      </p:sp>
      <p:cxnSp>
        <p:nvCxnSpPr>
          <p:cNvPr id="103" name="연결선: 꺾임 102">
            <a:extLst>
              <a:ext uri="{FF2B5EF4-FFF2-40B4-BE49-F238E27FC236}">
                <a16:creationId xmlns:a16="http://schemas.microsoft.com/office/drawing/2014/main" id="{CC6EDE45-A47F-4E23-9746-BD3939FB14CC}"/>
              </a:ext>
            </a:extLst>
          </p:cNvPr>
          <p:cNvCxnSpPr>
            <a:cxnSpLocks/>
            <a:stCxn id="97" idx="3"/>
            <a:endCxn id="99" idx="1"/>
          </p:cNvCxnSpPr>
          <p:nvPr/>
        </p:nvCxnSpPr>
        <p:spPr>
          <a:xfrm flipV="1">
            <a:off x="2463416" y="2168628"/>
            <a:ext cx="703321" cy="671822"/>
          </a:xfrm>
          <a:prstGeom prst="bentConnector3">
            <a:avLst>
              <a:gd name="adj1" fmla="val 50000"/>
            </a:avLst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연결선: 꺾임 103">
            <a:extLst>
              <a:ext uri="{FF2B5EF4-FFF2-40B4-BE49-F238E27FC236}">
                <a16:creationId xmlns:a16="http://schemas.microsoft.com/office/drawing/2014/main" id="{E6EF7A9B-DFB1-4278-A75A-16816B2A538F}"/>
              </a:ext>
            </a:extLst>
          </p:cNvPr>
          <p:cNvCxnSpPr>
            <a:stCxn id="97" idx="3"/>
            <a:endCxn id="100" idx="1"/>
          </p:cNvCxnSpPr>
          <p:nvPr/>
        </p:nvCxnSpPr>
        <p:spPr>
          <a:xfrm flipV="1">
            <a:off x="2463416" y="2659605"/>
            <a:ext cx="703321" cy="180845"/>
          </a:xfrm>
          <a:prstGeom prst="bentConnector3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연결선: 꺾임 104">
            <a:extLst>
              <a:ext uri="{FF2B5EF4-FFF2-40B4-BE49-F238E27FC236}">
                <a16:creationId xmlns:a16="http://schemas.microsoft.com/office/drawing/2014/main" id="{0A8B907F-0F99-495A-A159-352332DAD55A}"/>
              </a:ext>
            </a:extLst>
          </p:cNvPr>
          <p:cNvCxnSpPr>
            <a:stCxn id="97" idx="3"/>
            <a:endCxn id="101" idx="1"/>
          </p:cNvCxnSpPr>
          <p:nvPr/>
        </p:nvCxnSpPr>
        <p:spPr>
          <a:xfrm>
            <a:off x="2463416" y="2840450"/>
            <a:ext cx="703321" cy="299123"/>
          </a:xfrm>
          <a:prstGeom prst="bentConnector3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연결선: 꺾임 105">
            <a:extLst>
              <a:ext uri="{FF2B5EF4-FFF2-40B4-BE49-F238E27FC236}">
                <a16:creationId xmlns:a16="http://schemas.microsoft.com/office/drawing/2014/main" id="{A98A8EF3-D163-465E-AFEB-D911B4FA4A2A}"/>
              </a:ext>
            </a:extLst>
          </p:cNvPr>
          <p:cNvCxnSpPr>
            <a:stCxn id="97" idx="3"/>
            <a:endCxn id="102" idx="1"/>
          </p:cNvCxnSpPr>
          <p:nvPr/>
        </p:nvCxnSpPr>
        <p:spPr>
          <a:xfrm>
            <a:off x="2463416" y="2840450"/>
            <a:ext cx="703320" cy="779091"/>
          </a:xfrm>
          <a:prstGeom prst="bentConnector3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모서리가 둥근 직사각형 547">
            <a:extLst>
              <a:ext uri="{FF2B5EF4-FFF2-40B4-BE49-F238E27FC236}">
                <a16:creationId xmlns:a16="http://schemas.microsoft.com/office/drawing/2014/main" id="{729F03CD-C0E0-4D1D-BD37-63ADE69DE55C}"/>
              </a:ext>
            </a:extLst>
          </p:cNvPr>
          <p:cNvSpPr/>
          <p:nvPr/>
        </p:nvSpPr>
        <p:spPr>
          <a:xfrm>
            <a:off x="4681211" y="2014738"/>
            <a:ext cx="973397" cy="307777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</a:pPr>
            <a:r>
              <a:rPr kumimoji="1" lang="ko-KR" altLang="en-US" sz="11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국외제조자</a:t>
            </a:r>
            <a:r>
              <a:rPr kumimoji="1" lang="en-US" altLang="ko-KR" sz="11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</a:t>
            </a:r>
            <a:endParaRPr kumimoji="1" lang="ko-KR" altLang="en-US" sz="1100" b="1" kern="0" spc="-8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09" name="모서리가 둥근 직사각형 547">
            <a:extLst>
              <a:ext uri="{FF2B5EF4-FFF2-40B4-BE49-F238E27FC236}">
                <a16:creationId xmlns:a16="http://schemas.microsoft.com/office/drawing/2014/main" id="{1A8E5728-689F-4467-AAF1-9847B8767220}"/>
              </a:ext>
            </a:extLst>
          </p:cNvPr>
          <p:cNvSpPr/>
          <p:nvPr/>
        </p:nvSpPr>
        <p:spPr>
          <a:xfrm>
            <a:off x="4681211" y="2505716"/>
            <a:ext cx="973397" cy="307777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</a:pPr>
            <a:r>
              <a:rPr kumimoji="1" lang="ko-KR" altLang="en-US" sz="11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국외제조자</a:t>
            </a:r>
            <a:r>
              <a:rPr kumimoji="1" lang="en-US" altLang="ko-KR" sz="11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2</a:t>
            </a:r>
            <a:endParaRPr kumimoji="1" lang="ko-KR" altLang="en-US" sz="1100" b="1" kern="0" spc="-8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10" name="모서리가 둥근 직사각형 547">
            <a:extLst>
              <a:ext uri="{FF2B5EF4-FFF2-40B4-BE49-F238E27FC236}">
                <a16:creationId xmlns:a16="http://schemas.microsoft.com/office/drawing/2014/main" id="{9F45885A-2F17-42BD-A000-C3C945586E3C}"/>
              </a:ext>
            </a:extLst>
          </p:cNvPr>
          <p:cNvSpPr/>
          <p:nvPr/>
        </p:nvSpPr>
        <p:spPr>
          <a:xfrm>
            <a:off x="4678027" y="2985683"/>
            <a:ext cx="973397" cy="307777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</a:pPr>
            <a:r>
              <a:rPr kumimoji="1" lang="ko-KR" altLang="en-US" sz="11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국외제조자</a:t>
            </a:r>
            <a:r>
              <a:rPr kumimoji="1" lang="en-US" altLang="ko-KR" sz="11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3</a:t>
            </a:r>
            <a:endParaRPr kumimoji="1" lang="ko-KR" altLang="en-US" sz="1100" b="1" kern="0" spc="-8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F166A046-03ED-43A6-99F1-3535ACE423C7}"/>
              </a:ext>
            </a:extLst>
          </p:cNvPr>
          <p:cNvCxnSpPr>
            <a:stCxn id="99" idx="3"/>
            <a:endCxn id="108" idx="1"/>
          </p:cNvCxnSpPr>
          <p:nvPr/>
        </p:nvCxnSpPr>
        <p:spPr>
          <a:xfrm flipV="1">
            <a:off x="4140134" y="2168627"/>
            <a:ext cx="541077" cy="1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D46339F5-2CF4-4FB0-B555-29FF4F9F3C22}"/>
              </a:ext>
            </a:extLst>
          </p:cNvPr>
          <p:cNvCxnSpPr>
            <a:stCxn id="99" idx="3"/>
            <a:endCxn id="109" idx="1"/>
          </p:cNvCxnSpPr>
          <p:nvPr/>
        </p:nvCxnSpPr>
        <p:spPr>
          <a:xfrm>
            <a:off x="4140134" y="2168628"/>
            <a:ext cx="541077" cy="490977"/>
          </a:xfrm>
          <a:prstGeom prst="bentConnector3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5FBFB6E2-3ED5-4221-BFA3-C4199FD0C507}"/>
              </a:ext>
            </a:extLst>
          </p:cNvPr>
          <p:cNvCxnSpPr>
            <a:stCxn id="99" idx="3"/>
            <a:endCxn id="110" idx="1"/>
          </p:cNvCxnSpPr>
          <p:nvPr/>
        </p:nvCxnSpPr>
        <p:spPr>
          <a:xfrm>
            <a:off x="4140134" y="2168628"/>
            <a:ext cx="537893" cy="970944"/>
          </a:xfrm>
          <a:prstGeom prst="bentConnector3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모서리가 둥근 직사각형 547">
            <a:extLst>
              <a:ext uri="{FF2B5EF4-FFF2-40B4-BE49-F238E27FC236}">
                <a16:creationId xmlns:a16="http://schemas.microsoft.com/office/drawing/2014/main" id="{23714892-FEB6-425E-93D3-8C113A5AE29E}"/>
              </a:ext>
            </a:extLst>
          </p:cNvPr>
          <p:cNvSpPr/>
          <p:nvPr/>
        </p:nvSpPr>
        <p:spPr>
          <a:xfrm>
            <a:off x="6100436" y="2014738"/>
            <a:ext cx="1233814" cy="307777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</a:pPr>
            <a:r>
              <a:rPr kumimoji="1" lang="ko-KR" altLang="en-US" sz="11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기존살생물물질 신고</a:t>
            </a:r>
            <a:endParaRPr kumimoji="1" lang="ko-KR" altLang="en-US" sz="1100" b="1" kern="0" spc="-8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29" name="모서리가 둥근 직사각형 547">
            <a:extLst>
              <a:ext uri="{FF2B5EF4-FFF2-40B4-BE49-F238E27FC236}">
                <a16:creationId xmlns:a16="http://schemas.microsoft.com/office/drawing/2014/main" id="{234FE893-7845-4F23-9E64-C4F731539469}"/>
              </a:ext>
            </a:extLst>
          </p:cNvPr>
          <p:cNvSpPr/>
          <p:nvPr/>
        </p:nvSpPr>
        <p:spPr>
          <a:xfrm>
            <a:off x="6100436" y="2505716"/>
            <a:ext cx="1233814" cy="307777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</a:pPr>
            <a:r>
              <a:rPr kumimoji="1" lang="ko-KR" altLang="en-US" sz="11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기존살생물물질 신고</a:t>
            </a:r>
            <a:endParaRPr kumimoji="1" lang="ko-KR" altLang="en-US" sz="1100" b="1" kern="0" spc="-8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30" name="모서리가 둥근 직사각형 547">
            <a:extLst>
              <a:ext uri="{FF2B5EF4-FFF2-40B4-BE49-F238E27FC236}">
                <a16:creationId xmlns:a16="http://schemas.microsoft.com/office/drawing/2014/main" id="{607A1E4B-6A16-4598-B6DE-FD9C0D4149F4}"/>
              </a:ext>
            </a:extLst>
          </p:cNvPr>
          <p:cNvSpPr/>
          <p:nvPr/>
        </p:nvSpPr>
        <p:spPr>
          <a:xfrm>
            <a:off x="6100436" y="2985683"/>
            <a:ext cx="1233814" cy="307777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</a:pPr>
            <a:r>
              <a:rPr kumimoji="1" lang="ko-KR" altLang="en-US" sz="11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기존살생물물질 신고</a:t>
            </a:r>
            <a:endParaRPr kumimoji="1" lang="ko-KR" altLang="en-US" sz="1100" b="1" kern="0" spc="-8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C9988C98-D840-4E32-9804-F2A3953123D8}"/>
              </a:ext>
            </a:extLst>
          </p:cNvPr>
          <p:cNvCxnSpPr>
            <a:stCxn id="108" idx="3"/>
            <a:endCxn id="128" idx="1"/>
          </p:cNvCxnSpPr>
          <p:nvPr/>
        </p:nvCxnSpPr>
        <p:spPr>
          <a:xfrm>
            <a:off x="5654608" y="2168627"/>
            <a:ext cx="445828" cy="0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4B72E224-74D0-4CEF-9006-CA7B6621F91C}"/>
              </a:ext>
            </a:extLst>
          </p:cNvPr>
          <p:cNvCxnSpPr>
            <a:stCxn id="109" idx="3"/>
            <a:endCxn id="129" idx="1"/>
          </p:cNvCxnSpPr>
          <p:nvPr/>
        </p:nvCxnSpPr>
        <p:spPr>
          <a:xfrm>
            <a:off x="5654608" y="2659605"/>
            <a:ext cx="445828" cy="0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3D914829-27FA-4A2C-AD87-35BCEBD57C0A}"/>
              </a:ext>
            </a:extLst>
          </p:cNvPr>
          <p:cNvCxnSpPr>
            <a:stCxn id="110" idx="3"/>
            <a:endCxn id="130" idx="1"/>
          </p:cNvCxnSpPr>
          <p:nvPr/>
        </p:nvCxnSpPr>
        <p:spPr>
          <a:xfrm>
            <a:off x="5651424" y="3139572"/>
            <a:ext cx="449012" cy="0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 Box 148">
            <a:extLst>
              <a:ext uri="{FF2B5EF4-FFF2-40B4-BE49-F238E27FC236}">
                <a16:creationId xmlns:a16="http://schemas.microsoft.com/office/drawing/2014/main" id="{7103722B-E774-40EB-8A6E-4A85638778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2376" y="2060904"/>
            <a:ext cx="1623094" cy="21544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>
                <a:solidFill>
                  <a:schemeClr val="accent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접수번호 </a:t>
            </a:r>
            <a:r>
              <a:rPr lang="en-US" altLang="ko-KR" sz="1400" b="1">
                <a:solidFill>
                  <a:schemeClr val="accent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EAS-N-001</a:t>
            </a:r>
            <a:endParaRPr lang="en-US" altLang="ko-KR" sz="1400" b="1" dirty="0">
              <a:solidFill>
                <a:schemeClr val="accent2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35" name="Text Box 148">
            <a:extLst>
              <a:ext uri="{FF2B5EF4-FFF2-40B4-BE49-F238E27FC236}">
                <a16:creationId xmlns:a16="http://schemas.microsoft.com/office/drawing/2014/main" id="{2EB6B857-D53B-4997-88D1-96843D369A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2376" y="2551882"/>
            <a:ext cx="1623094" cy="21544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>
                <a:solidFill>
                  <a:schemeClr val="accent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접수번호 </a:t>
            </a:r>
            <a:r>
              <a:rPr lang="en-US" altLang="ko-KR" sz="1400" b="1">
                <a:solidFill>
                  <a:schemeClr val="accent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EAS-N-002</a:t>
            </a:r>
            <a:endParaRPr lang="en-US" altLang="ko-KR" sz="1400" b="1" dirty="0">
              <a:solidFill>
                <a:schemeClr val="accent2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36" name="Text Box 148">
            <a:extLst>
              <a:ext uri="{FF2B5EF4-FFF2-40B4-BE49-F238E27FC236}">
                <a16:creationId xmlns:a16="http://schemas.microsoft.com/office/drawing/2014/main" id="{0D145D2F-D2F0-4A9F-BE05-B69FF9C094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2376" y="3031849"/>
            <a:ext cx="1623094" cy="21544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>
                <a:solidFill>
                  <a:schemeClr val="accent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접수번호 </a:t>
            </a:r>
            <a:r>
              <a:rPr lang="en-US" altLang="ko-KR" sz="1400" b="1">
                <a:solidFill>
                  <a:schemeClr val="accent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EAS-N-003</a:t>
            </a:r>
            <a:endParaRPr lang="en-US" altLang="ko-KR" sz="1400" b="1" dirty="0">
              <a:solidFill>
                <a:schemeClr val="accent2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A4F763B9-329C-467E-A668-43EFE4F80089}"/>
              </a:ext>
            </a:extLst>
          </p:cNvPr>
          <p:cNvCxnSpPr>
            <a:stCxn id="128" idx="3"/>
            <a:endCxn id="134" idx="1"/>
          </p:cNvCxnSpPr>
          <p:nvPr/>
        </p:nvCxnSpPr>
        <p:spPr>
          <a:xfrm flipV="1">
            <a:off x="7334250" y="2168626"/>
            <a:ext cx="238126" cy="1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C98EA78B-FF8C-4F7D-A058-CBDBDB1EC371}"/>
              </a:ext>
            </a:extLst>
          </p:cNvPr>
          <p:cNvCxnSpPr>
            <a:stCxn id="129" idx="3"/>
            <a:endCxn id="135" idx="1"/>
          </p:cNvCxnSpPr>
          <p:nvPr/>
        </p:nvCxnSpPr>
        <p:spPr>
          <a:xfrm flipV="1">
            <a:off x="7334250" y="2659604"/>
            <a:ext cx="238126" cy="1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5F6910CF-FF0D-485E-B3A1-3DE6E472F29E}"/>
              </a:ext>
            </a:extLst>
          </p:cNvPr>
          <p:cNvCxnSpPr>
            <a:stCxn id="130" idx="3"/>
            <a:endCxn id="136" idx="1"/>
          </p:cNvCxnSpPr>
          <p:nvPr/>
        </p:nvCxnSpPr>
        <p:spPr>
          <a:xfrm flipV="1">
            <a:off x="7334250" y="3139571"/>
            <a:ext cx="238126" cy="1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오른쪽 중괄호 53">
            <a:extLst>
              <a:ext uri="{FF2B5EF4-FFF2-40B4-BE49-F238E27FC236}">
                <a16:creationId xmlns:a16="http://schemas.microsoft.com/office/drawing/2014/main" id="{D57E217F-2398-457E-9AAB-4997D3EB7293}"/>
              </a:ext>
            </a:extLst>
          </p:cNvPr>
          <p:cNvSpPr/>
          <p:nvPr/>
        </p:nvSpPr>
        <p:spPr>
          <a:xfrm>
            <a:off x="9173499" y="2168626"/>
            <a:ext cx="238126" cy="1042508"/>
          </a:xfrm>
          <a:prstGeom prst="rightBrace">
            <a:avLst>
              <a:gd name="adj1" fmla="val 8333"/>
              <a:gd name="adj2" fmla="val 51827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5069F7EA-6A0E-4050-BA31-E8CD95BB8D9C}"/>
              </a:ext>
            </a:extLst>
          </p:cNvPr>
          <p:cNvSpPr/>
          <p:nvPr/>
        </p:nvSpPr>
        <p:spPr>
          <a:xfrm>
            <a:off x="9441381" y="2557502"/>
            <a:ext cx="283388" cy="29126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146" name="모서리가 둥근 직사각형 547">
            <a:extLst>
              <a:ext uri="{FF2B5EF4-FFF2-40B4-BE49-F238E27FC236}">
                <a16:creationId xmlns:a16="http://schemas.microsoft.com/office/drawing/2014/main" id="{F9D0FBA7-BC10-4881-AD47-E1948496B756}"/>
              </a:ext>
            </a:extLst>
          </p:cNvPr>
          <p:cNvSpPr/>
          <p:nvPr/>
        </p:nvSpPr>
        <p:spPr>
          <a:xfrm>
            <a:off x="1333522" y="5096451"/>
            <a:ext cx="973397" cy="609935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</a:pPr>
            <a:r>
              <a:rPr kumimoji="1" lang="ko-KR" altLang="en-US" sz="14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승인유예고시</a:t>
            </a:r>
            <a:endParaRPr kumimoji="1" lang="en-US" altLang="ko-KR" sz="1400" b="1" kern="0" spc="-8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</a:pPr>
            <a:r>
              <a:rPr kumimoji="1" lang="en-US" altLang="ko-KR" sz="14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</a:t>
            </a:r>
            <a:r>
              <a:rPr kumimoji="1" lang="ko-KR" altLang="en-US" sz="14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환경부</a:t>
            </a:r>
            <a:r>
              <a:rPr kumimoji="1" lang="en-US" altLang="ko-KR" sz="14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</a:t>
            </a:r>
            <a:endParaRPr kumimoji="1" lang="ko-KR" altLang="en-US" sz="1400" b="1" kern="0" spc="-8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cxnSp>
        <p:nvCxnSpPr>
          <p:cNvPr id="73" name="연결선: 꺾임 72">
            <a:extLst>
              <a:ext uri="{FF2B5EF4-FFF2-40B4-BE49-F238E27FC236}">
                <a16:creationId xmlns:a16="http://schemas.microsoft.com/office/drawing/2014/main" id="{51916EA0-3B22-470E-BF0C-070A4053175A}"/>
              </a:ext>
            </a:extLst>
          </p:cNvPr>
          <p:cNvCxnSpPr>
            <a:cxnSpLocks/>
            <a:stCxn id="55" idx="4"/>
            <a:endCxn id="146" idx="0"/>
          </p:cNvCxnSpPr>
          <p:nvPr/>
        </p:nvCxnSpPr>
        <p:spPr>
          <a:xfrm rot="5400000">
            <a:off x="4577804" y="91179"/>
            <a:ext cx="2247689" cy="7762854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2288816E-E55D-4E2E-A54A-FBC49F6A81D3}"/>
              </a:ext>
            </a:extLst>
          </p:cNvPr>
          <p:cNvCxnSpPr>
            <a:cxnSpLocks/>
            <a:stCxn id="146" idx="3"/>
            <a:endCxn id="173" idx="1"/>
          </p:cNvCxnSpPr>
          <p:nvPr/>
        </p:nvCxnSpPr>
        <p:spPr>
          <a:xfrm>
            <a:off x="2306919" y="5401419"/>
            <a:ext cx="2045195" cy="10287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Text Box 148">
            <a:extLst>
              <a:ext uri="{FF2B5EF4-FFF2-40B4-BE49-F238E27FC236}">
                <a16:creationId xmlns:a16="http://schemas.microsoft.com/office/drawing/2014/main" id="{7D35C988-6D60-4E25-AFBF-2663D7A7C7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2000" y="5474673"/>
            <a:ext cx="1423467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1200" cap="none" spc="-50" normalizeH="0" baseline="0" noProof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국립환경과학원</a:t>
            </a:r>
            <a:r>
              <a:rPr kumimoji="1" lang="en-US" altLang="ko-KR" sz="1200" b="0" i="0" u="none" strike="noStrike" kern="1200" cap="none" spc="-50" normalizeH="0" baseline="0" noProof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-&gt;</a:t>
            </a:r>
            <a:r>
              <a:rPr kumimoji="1" lang="ko-KR" altLang="en-US" sz="1200" b="0" i="0" u="none" strike="noStrike" kern="1200" cap="none" spc="-50" normalizeH="0" baseline="0" noProof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수행사</a:t>
            </a:r>
            <a:endParaRPr kumimoji="1" lang="ko-KR" altLang="en-US" sz="1200" b="0" i="0" u="none" strike="noStrike" kern="1200" cap="none" spc="-50" normalizeH="0" baseline="0" noProof="0" dirty="0">
              <a:ln>
                <a:solidFill>
                  <a:srgbClr val="7593B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grpSp>
        <p:nvGrpSpPr>
          <p:cNvPr id="172" name="그룹 171">
            <a:extLst>
              <a:ext uri="{FF2B5EF4-FFF2-40B4-BE49-F238E27FC236}">
                <a16:creationId xmlns:a16="http://schemas.microsoft.com/office/drawing/2014/main" id="{476E82F2-B66C-4EE7-B694-43BC7F5B4884}"/>
              </a:ext>
            </a:extLst>
          </p:cNvPr>
          <p:cNvGrpSpPr/>
          <p:nvPr/>
        </p:nvGrpSpPr>
        <p:grpSpPr>
          <a:xfrm>
            <a:off x="4212333" y="5146613"/>
            <a:ext cx="807913" cy="738210"/>
            <a:chOff x="1095635" y="2776440"/>
            <a:chExt cx="807913" cy="738210"/>
          </a:xfrm>
        </p:grpSpPr>
        <p:pic>
          <p:nvPicPr>
            <p:cNvPr id="173" name="그림 172">
              <a:extLst>
                <a:ext uri="{FF2B5EF4-FFF2-40B4-BE49-F238E27FC236}">
                  <a16:creationId xmlns:a16="http://schemas.microsoft.com/office/drawing/2014/main" id="{00FDD549-496C-4B57-8D75-9776AE50DA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35416" y="2776440"/>
              <a:ext cx="551393" cy="530185"/>
            </a:xfrm>
            <a:prstGeom prst="rect">
              <a:avLst/>
            </a:prstGeom>
          </p:spPr>
        </p:pic>
        <p:sp>
          <p:nvSpPr>
            <p:cNvPr id="174" name="Text Box 148">
              <a:extLst>
                <a:ext uri="{FF2B5EF4-FFF2-40B4-BE49-F238E27FC236}">
                  <a16:creationId xmlns:a16="http://schemas.microsoft.com/office/drawing/2014/main" id="{C953D561-27FE-4565-8298-28DE72F39B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5635" y="3329984"/>
              <a:ext cx="807913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ko-KR"/>
              </a:defPPr>
              <a:lvl1pPr algn="ctr" latinLnBrk="0">
                <a:defRPr kumimoji="1" sz="800" spc="-5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itchFamily="18" charset="-127"/>
                  <a:ea typeface="KoPub돋움체 Light" pitchFamily="18" charset="-127"/>
                </a:defRPr>
              </a:lvl1pPr>
              <a:lvl2pPr marL="742950" indent="-28575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0" i="0" u="none" strike="noStrike" kern="1200" cap="none" spc="-50" normalizeH="0" baseline="0" noProof="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시스템 수행사</a:t>
              </a:r>
              <a:endParaRPr kumimoji="1" lang="ko-KR" altLang="en-US" sz="1200" b="0" i="0" u="none" strike="noStrike" kern="1200" cap="none" spc="-50" normalizeH="0" baseline="0" noProof="0" dirty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sp>
        <p:nvSpPr>
          <p:cNvPr id="184" name="Excel">
            <a:extLst>
              <a:ext uri="{FF2B5EF4-FFF2-40B4-BE49-F238E27FC236}">
                <a16:creationId xmlns:a16="http://schemas.microsoft.com/office/drawing/2014/main" id="{C88A7826-B43F-414E-95E0-2EBD305A7D85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2522000" y="5080670"/>
            <a:ext cx="235076" cy="235076"/>
          </a:xfrm>
          <a:custGeom>
            <a:avLst/>
            <a:gdLst>
              <a:gd name="T0" fmla="*/ 0 w 1411"/>
              <a:gd name="T1" fmla="*/ 158 h 1411"/>
              <a:gd name="T2" fmla="*/ 814 w 1411"/>
              <a:gd name="T3" fmla="*/ 1411 h 1411"/>
              <a:gd name="T4" fmla="*/ 868 w 1411"/>
              <a:gd name="T5" fmla="*/ 163 h 1411"/>
              <a:gd name="T6" fmla="*/ 1033 w 1411"/>
              <a:gd name="T7" fmla="*/ 326 h 1411"/>
              <a:gd name="T8" fmla="*/ 868 w 1411"/>
              <a:gd name="T9" fmla="*/ 436 h 1411"/>
              <a:gd name="T10" fmla="*/ 1031 w 1411"/>
              <a:gd name="T11" fmla="*/ 543 h 1411"/>
              <a:gd name="T12" fmla="*/ 868 w 1411"/>
              <a:gd name="T13" fmla="*/ 651 h 1411"/>
              <a:gd name="T14" fmla="*/ 1031 w 1411"/>
              <a:gd name="T15" fmla="*/ 760 h 1411"/>
              <a:gd name="T16" fmla="*/ 868 w 1411"/>
              <a:gd name="T17" fmla="*/ 868 h 1411"/>
              <a:gd name="T18" fmla="*/ 1031 w 1411"/>
              <a:gd name="T19" fmla="*/ 977 h 1411"/>
              <a:gd name="T20" fmla="*/ 868 w 1411"/>
              <a:gd name="T21" fmla="*/ 1086 h 1411"/>
              <a:gd name="T22" fmla="*/ 1365 w 1411"/>
              <a:gd name="T23" fmla="*/ 1248 h 1411"/>
              <a:gd name="T24" fmla="*/ 1411 w 1411"/>
              <a:gd name="T25" fmla="*/ 210 h 1411"/>
              <a:gd name="T26" fmla="*/ 868 w 1411"/>
              <a:gd name="T27" fmla="*/ 163 h 1411"/>
              <a:gd name="T28" fmla="*/ 1302 w 1411"/>
              <a:gd name="T29" fmla="*/ 326 h 1411"/>
              <a:gd name="T30" fmla="*/ 1085 w 1411"/>
              <a:gd name="T31" fmla="*/ 434 h 1411"/>
              <a:gd name="T32" fmla="*/ 168 w 1411"/>
              <a:gd name="T33" fmla="*/ 433 h 1411"/>
              <a:gd name="T34" fmla="*/ 397 w 1411"/>
              <a:gd name="T35" fmla="*/ 597 h 1411"/>
              <a:gd name="T36" fmla="*/ 432 w 1411"/>
              <a:gd name="T37" fmla="*/ 595 h 1411"/>
              <a:gd name="T38" fmla="*/ 656 w 1411"/>
              <a:gd name="T39" fmla="*/ 433 h 1411"/>
              <a:gd name="T40" fmla="*/ 661 w 1411"/>
              <a:gd name="T41" fmla="*/ 982 h 1411"/>
              <a:gd name="T42" fmla="*/ 420 w 1411"/>
              <a:gd name="T43" fmla="*/ 802 h 1411"/>
              <a:gd name="T44" fmla="*/ 407 w 1411"/>
              <a:gd name="T45" fmla="*/ 765 h 1411"/>
              <a:gd name="T46" fmla="*/ 300 w 1411"/>
              <a:gd name="T47" fmla="*/ 982 h 1411"/>
              <a:gd name="T48" fmla="*/ 327 w 1411"/>
              <a:gd name="T49" fmla="*/ 707 h 1411"/>
              <a:gd name="T50" fmla="*/ 1085 w 1411"/>
              <a:gd name="T51" fmla="*/ 543 h 1411"/>
              <a:gd name="T52" fmla="*/ 1302 w 1411"/>
              <a:gd name="T53" fmla="*/ 651 h 1411"/>
              <a:gd name="T54" fmla="*/ 1085 w 1411"/>
              <a:gd name="T55" fmla="*/ 543 h 1411"/>
              <a:gd name="T56" fmla="*/ 1302 w 1411"/>
              <a:gd name="T57" fmla="*/ 760 h 1411"/>
              <a:gd name="T58" fmla="*/ 1085 w 1411"/>
              <a:gd name="T59" fmla="*/ 868 h 1411"/>
              <a:gd name="T60" fmla="*/ 1085 w 1411"/>
              <a:gd name="T61" fmla="*/ 977 h 1411"/>
              <a:gd name="T62" fmla="*/ 1302 w 1411"/>
              <a:gd name="T63" fmla="*/ 1086 h 1411"/>
              <a:gd name="T64" fmla="*/ 1085 w 1411"/>
              <a:gd name="T65" fmla="*/ 977 h 1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411" h="1411">
                <a:moveTo>
                  <a:pt x="814" y="0"/>
                </a:moveTo>
                <a:lnTo>
                  <a:pt x="0" y="158"/>
                </a:lnTo>
                <a:lnTo>
                  <a:pt x="0" y="1255"/>
                </a:lnTo>
                <a:lnTo>
                  <a:pt x="814" y="1411"/>
                </a:lnTo>
                <a:lnTo>
                  <a:pt x="814" y="0"/>
                </a:lnTo>
                <a:close/>
                <a:moveTo>
                  <a:pt x="868" y="163"/>
                </a:moveTo>
                <a:lnTo>
                  <a:pt x="868" y="326"/>
                </a:lnTo>
                <a:lnTo>
                  <a:pt x="1033" y="326"/>
                </a:lnTo>
                <a:lnTo>
                  <a:pt x="1033" y="436"/>
                </a:lnTo>
                <a:lnTo>
                  <a:pt x="868" y="436"/>
                </a:lnTo>
                <a:lnTo>
                  <a:pt x="868" y="543"/>
                </a:lnTo>
                <a:lnTo>
                  <a:pt x="1031" y="543"/>
                </a:lnTo>
                <a:lnTo>
                  <a:pt x="1031" y="651"/>
                </a:lnTo>
                <a:lnTo>
                  <a:pt x="868" y="651"/>
                </a:lnTo>
                <a:lnTo>
                  <a:pt x="868" y="760"/>
                </a:lnTo>
                <a:lnTo>
                  <a:pt x="1031" y="760"/>
                </a:lnTo>
                <a:lnTo>
                  <a:pt x="1031" y="868"/>
                </a:lnTo>
                <a:lnTo>
                  <a:pt x="868" y="868"/>
                </a:lnTo>
                <a:lnTo>
                  <a:pt x="868" y="977"/>
                </a:lnTo>
                <a:lnTo>
                  <a:pt x="1031" y="977"/>
                </a:lnTo>
                <a:lnTo>
                  <a:pt x="1031" y="1086"/>
                </a:lnTo>
                <a:lnTo>
                  <a:pt x="868" y="1086"/>
                </a:lnTo>
                <a:lnTo>
                  <a:pt x="868" y="1248"/>
                </a:lnTo>
                <a:lnTo>
                  <a:pt x="1365" y="1248"/>
                </a:lnTo>
                <a:cubicBezTo>
                  <a:pt x="1390" y="1248"/>
                  <a:pt x="1411" y="1227"/>
                  <a:pt x="1411" y="1201"/>
                </a:cubicBezTo>
                <a:lnTo>
                  <a:pt x="1411" y="210"/>
                </a:lnTo>
                <a:cubicBezTo>
                  <a:pt x="1411" y="184"/>
                  <a:pt x="1390" y="163"/>
                  <a:pt x="1365" y="163"/>
                </a:cubicBezTo>
                <a:lnTo>
                  <a:pt x="868" y="163"/>
                </a:lnTo>
                <a:close/>
                <a:moveTo>
                  <a:pt x="1085" y="326"/>
                </a:moveTo>
                <a:lnTo>
                  <a:pt x="1302" y="326"/>
                </a:lnTo>
                <a:lnTo>
                  <a:pt x="1302" y="434"/>
                </a:lnTo>
                <a:lnTo>
                  <a:pt x="1085" y="434"/>
                </a:lnTo>
                <a:lnTo>
                  <a:pt x="1085" y="326"/>
                </a:lnTo>
                <a:close/>
                <a:moveTo>
                  <a:pt x="168" y="433"/>
                </a:moveTo>
                <a:lnTo>
                  <a:pt x="317" y="433"/>
                </a:lnTo>
                <a:lnTo>
                  <a:pt x="397" y="597"/>
                </a:lnTo>
                <a:cubicBezTo>
                  <a:pt x="403" y="610"/>
                  <a:pt x="409" y="625"/>
                  <a:pt x="413" y="643"/>
                </a:cubicBezTo>
                <a:cubicBezTo>
                  <a:pt x="417" y="632"/>
                  <a:pt x="424" y="617"/>
                  <a:pt x="432" y="595"/>
                </a:cubicBezTo>
                <a:lnTo>
                  <a:pt x="519" y="433"/>
                </a:lnTo>
                <a:lnTo>
                  <a:pt x="656" y="433"/>
                </a:lnTo>
                <a:lnTo>
                  <a:pt x="492" y="704"/>
                </a:lnTo>
                <a:lnTo>
                  <a:pt x="661" y="982"/>
                </a:lnTo>
                <a:lnTo>
                  <a:pt x="515" y="982"/>
                </a:lnTo>
                <a:lnTo>
                  <a:pt x="420" y="802"/>
                </a:lnTo>
                <a:cubicBezTo>
                  <a:pt x="417" y="796"/>
                  <a:pt x="412" y="783"/>
                  <a:pt x="408" y="765"/>
                </a:cubicBezTo>
                <a:lnTo>
                  <a:pt x="407" y="765"/>
                </a:lnTo>
                <a:cubicBezTo>
                  <a:pt x="405" y="773"/>
                  <a:pt x="402" y="787"/>
                  <a:pt x="395" y="804"/>
                </a:cubicBezTo>
                <a:lnTo>
                  <a:pt x="300" y="982"/>
                </a:lnTo>
                <a:lnTo>
                  <a:pt x="152" y="982"/>
                </a:lnTo>
                <a:lnTo>
                  <a:pt x="327" y="707"/>
                </a:lnTo>
                <a:lnTo>
                  <a:pt x="168" y="433"/>
                </a:lnTo>
                <a:close/>
                <a:moveTo>
                  <a:pt x="1085" y="543"/>
                </a:moveTo>
                <a:lnTo>
                  <a:pt x="1302" y="543"/>
                </a:lnTo>
                <a:lnTo>
                  <a:pt x="1302" y="651"/>
                </a:lnTo>
                <a:lnTo>
                  <a:pt x="1085" y="651"/>
                </a:lnTo>
                <a:lnTo>
                  <a:pt x="1085" y="543"/>
                </a:lnTo>
                <a:close/>
                <a:moveTo>
                  <a:pt x="1085" y="760"/>
                </a:moveTo>
                <a:lnTo>
                  <a:pt x="1302" y="760"/>
                </a:lnTo>
                <a:lnTo>
                  <a:pt x="1302" y="868"/>
                </a:lnTo>
                <a:lnTo>
                  <a:pt x="1085" y="868"/>
                </a:lnTo>
                <a:lnTo>
                  <a:pt x="1085" y="760"/>
                </a:lnTo>
                <a:close/>
                <a:moveTo>
                  <a:pt x="1085" y="977"/>
                </a:moveTo>
                <a:lnTo>
                  <a:pt x="1302" y="977"/>
                </a:lnTo>
                <a:lnTo>
                  <a:pt x="1302" y="1086"/>
                </a:lnTo>
                <a:lnTo>
                  <a:pt x="1085" y="1086"/>
                </a:lnTo>
                <a:lnTo>
                  <a:pt x="1085" y="977"/>
                </a:lnTo>
                <a:close/>
              </a:path>
            </a:pathLst>
          </a:custGeom>
          <a:solidFill>
            <a:srgbClr val="5F5F5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7" name="Text Box 148">
            <a:extLst>
              <a:ext uri="{FF2B5EF4-FFF2-40B4-BE49-F238E27FC236}">
                <a16:creationId xmlns:a16="http://schemas.microsoft.com/office/drawing/2014/main" id="{85C17EBD-58D2-43BB-8A0C-5A6E8C8B10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1213" y="5108129"/>
            <a:ext cx="1429880" cy="161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0" i="0" u="none" strike="noStrike" kern="1200" cap="none" spc="-50" normalizeH="0" baseline="0" noProof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승인유예고시항목 전달</a:t>
            </a:r>
            <a:r>
              <a:rPr kumimoji="1" lang="en-US" altLang="ko-KR" sz="1050" b="0" i="0" u="none" strike="noStrike" kern="1200" cap="none" spc="-50" normalizeH="0" baseline="0" noProof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kumimoji="1" lang="ko-KR" altLang="en-US" sz="1050" b="0" i="0" u="none" strike="noStrike" kern="1200" cap="none" spc="-50" normalizeH="0" baseline="0" noProof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엑셀</a:t>
            </a:r>
            <a:r>
              <a:rPr kumimoji="1" lang="en-US" altLang="ko-KR" sz="1050" b="0" i="0" u="none" strike="noStrike" kern="1200" cap="none" spc="-50" normalizeH="0" baseline="0" noProof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  <a:endParaRPr kumimoji="1" lang="ko-KR" altLang="en-US" sz="1050" b="0" i="0" u="none" strike="noStrike" kern="1200" cap="none" spc="-50" normalizeH="0" baseline="0" noProof="0" dirty="0">
              <a:ln>
                <a:solidFill>
                  <a:srgbClr val="7593B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94" name="AutoShape 274">
            <a:extLst>
              <a:ext uri="{FF2B5EF4-FFF2-40B4-BE49-F238E27FC236}">
                <a16:creationId xmlns:a16="http://schemas.microsoft.com/office/drawing/2014/main" id="{F47B1BE6-6D93-4A3D-ABC7-B13A3B8AC439}"/>
              </a:ext>
            </a:extLst>
          </p:cNvPr>
          <p:cNvSpPr>
            <a:spLocks noChangeArrowheads="1"/>
          </p:cNvSpPr>
          <p:nvPr/>
        </p:nvSpPr>
        <p:spPr bwMode="gray">
          <a:xfrm>
            <a:off x="5908512" y="4333893"/>
            <a:ext cx="944726" cy="553319"/>
          </a:xfrm>
          <a:prstGeom prst="can">
            <a:avLst>
              <a:gd name="adj" fmla="val 15514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>
            <a:lvl1pPr defTabSz="708025"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defTabSz="708025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defTabSz="708025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defTabSz="708025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defTabSz="708025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7080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7080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7080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7080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  <a:buNone/>
            </a:pPr>
            <a:r>
              <a:rPr kumimoji="1" lang="ko-KR" altLang="en-US" sz="11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물질승인신청</a:t>
            </a:r>
            <a:endParaRPr kumimoji="1" lang="en-US" altLang="ko-KR" sz="1100" b="1" kern="0" spc="-8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  <a:buNone/>
            </a:pPr>
            <a:r>
              <a:rPr kumimoji="1" lang="ko-KR" altLang="en-US" sz="11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계획서 </a:t>
            </a:r>
            <a:r>
              <a:rPr kumimoji="1" lang="en-US" altLang="ko-KR" sz="11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DB</a:t>
            </a:r>
          </a:p>
        </p:txBody>
      </p:sp>
      <p:sp>
        <p:nvSpPr>
          <p:cNvPr id="197" name="AutoShape 274">
            <a:extLst>
              <a:ext uri="{FF2B5EF4-FFF2-40B4-BE49-F238E27FC236}">
                <a16:creationId xmlns:a16="http://schemas.microsoft.com/office/drawing/2014/main" id="{D9A4EA31-A3CA-4994-86DE-BCC5D4CD0421}"/>
              </a:ext>
            </a:extLst>
          </p:cNvPr>
          <p:cNvSpPr>
            <a:spLocks noChangeArrowheads="1"/>
          </p:cNvSpPr>
          <p:nvPr/>
        </p:nvSpPr>
        <p:spPr bwMode="gray">
          <a:xfrm>
            <a:off x="5908512" y="5983189"/>
            <a:ext cx="944726" cy="553319"/>
          </a:xfrm>
          <a:prstGeom prst="can">
            <a:avLst>
              <a:gd name="adj" fmla="val 15514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>
            <a:lvl1pPr defTabSz="708025"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defTabSz="708025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defTabSz="708025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defTabSz="708025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defTabSz="708025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7080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7080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7080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7080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  <a:buNone/>
            </a:pPr>
            <a:r>
              <a:rPr kumimoji="1" lang="ko-KR" altLang="en-US" sz="11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공동협의체</a:t>
            </a:r>
            <a:endParaRPr kumimoji="1" lang="en-US" altLang="ko-KR" sz="1100" b="1" kern="0" spc="-8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  <a:buNone/>
            </a:pPr>
            <a:r>
              <a:rPr kumimoji="1" lang="en-US" altLang="ko-KR" sz="11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DB</a:t>
            </a:r>
          </a:p>
        </p:txBody>
      </p:sp>
      <p:cxnSp>
        <p:nvCxnSpPr>
          <p:cNvPr id="131" name="연결선: 꺾임 130">
            <a:extLst>
              <a:ext uri="{FF2B5EF4-FFF2-40B4-BE49-F238E27FC236}">
                <a16:creationId xmlns:a16="http://schemas.microsoft.com/office/drawing/2014/main" id="{5F81A130-2F8F-446E-BA27-C052E54B13BB}"/>
              </a:ext>
            </a:extLst>
          </p:cNvPr>
          <p:cNvCxnSpPr>
            <a:stCxn id="173" idx="3"/>
            <a:endCxn id="194" idx="2"/>
          </p:cNvCxnSpPr>
          <p:nvPr/>
        </p:nvCxnSpPr>
        <p:spPr>
          <a:xfrm flipV="1">
            <a:off x="4903507" y="4610553"/>
            <a:ext cx="1005005" cy="801153"/>
          </a:xfrm>
          <a:prstGeom prst="bentConnector3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연결선: 꺾임 136">
            <a:extLst>
              <a:ext uri="{FF2B5EF4-FFF2-40B4-BE49-F238E27FC236}">
                <a16:creationId xmlns:a16="http://schemas.microsoft.com/office/drawing/2014/main" id="{D19F231D-375C-4CB4-A692-2B0642C326B4}"/>
              </a:ext>
            </a:extLst>
          </p:cNvPr>
          <p:cNvCxnSpPr>
            <a:stCxn id="173" idx="3"/>
            <a:endCxn id="197" idx="2"/>
          </p:cNvCxnSpPr>
          <p:nvPr/>
        </p:nvCxnSpPr>
        <p:spPr>
          <a:xfrm>
            <a:off x="4903507" y="5411706"/>
            <a:ext cx="1005005" cy="848143"/>
          </a:xfrm>
          <a:prstGeom prst="bentConnector3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" name="모서리가 둥근 직사각형 547">
            <a:extLst>
              <a:ext uri="{FF2B5EF4-FFF2-40B4-BE49-F238E27FC236}">
                <a16:creationId xmlns:a16="http://schemas.microsoft.com/office/drawing/2014/main" id="{8C58166A-1BF0-4E2B-8E05-DED414C24B08}"/>
              </a:ext>
            </a:extLst>
          </p:cNvPr>
          <p:cNvSpPr/>
          <p:nvPr/>
        </p:nvSpPr>
        <p:spPr>
          <a:xfrm>
            <a:off x="8242522" y="4456663"/>
            <a:ext cx="1341400" cy="307777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</a:pPr>
            <a:r>
              <a:rPr kumimoji="1" lang="ko-KR" altLang="en-US" sz="11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물질승인신청계획서 제출</a:t>
            </a:r>
            <a:endParaRPr kumimoji="1" lang="ko-KR" altLang="en-US" sz="1100" b="1" kern="0" spc="-8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cxnSp>
        <p:nvCxnSpPr>
          <p:cNvPr id="140" name="직선 화살표 연결선 139">
            <a:extLst>
              <a:ext uri="{FF2B5EF4-FFF2-40B4-BE49-F238E27FC236}">
                <a16:creationId xmlns:a16="http://schemas.microsoft.com/office/drawing/2014/main" id="{DF13F43E-69E4-4571-9AFB-E6DB54E37BC5}"/>
              </a:ext>
            </a:extLst>
          </p:cNvPr>
          <p:cNvCxnSpPr>
            <a:stCxn id="194" idx="4"/>
            <a:endCxn id="220" idx="1"/>
          </p:cNvCxnSpPr>
          <p:nvPr/>
        </p:nvCxnSpPr>
        <p:spPr>
          <a:xfrm flipV="1">
            <a:off x="6853238" y="4610552"/>
            <a:ext cx="1389284" cy="1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모서리가 둥근 직사각형 547">
            <a:extLst>
              <a:ext uri="{FF2B5EF4-FFF2-40B4-BE49-F238E27FC236}">
                <a16:creationId xmlns:a16="http://schemas.microsoft.com/office/drawing/2014/main" id="{6780D4D0-9633-4A1C-AA71-A24426AE3C87}"/>
              </a:ext>
            </a:extLst>
          </p:cNvPr>
          <p:cNvSpPr/>
          <p:nvPr/>
        </p:nvSpPr>
        <p:spPr>
          <a:xfrm>
            <a:off x="8242522" y="6105766"/>
            <a:ext cx="1341400" cy="307777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</a:pPr>
            <a:r>
              <a:rPr kumimoji="1" lang="ko-KR" altLang="en-US" sz="11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공동협의체 가입</a:t>
            </a:r>
            <a:endParaRPr kumimoji="1" lang="ko-KR" altLang="en-US" sz="1100" b="1" kern="0" spc="-8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cxnSp>
        <p:nvCxnSpPr>
          <p:cNvPr id="142" name="직선 화살표 연결선 141">
            <a:extLst>
              <a:ext uri="{FF2B5EF4-FFF2-40B4-BE49-F238E27FC236}">
                <a16:creationId xmlns:a16="http://schemas.microsoft.com/office/drawing/2014/main" id="{4F3BE2C8-4919-4059-8282-CCCD49194B93}"/>
              </a:ext>
            </a:extLst>
          </p:cNvPr>
          <p:cNvCxnSpPr>
            <a:stCxn id="197" idx="4"/>
            <a:endCxn id="221" idx="1"/>
          </p:cNvCxnSpPr>
          <p:nvPr/>
        </p:nvCxnSpPr>
        <p:spPr>
          <a:xfrm flipV="1">
            <a:off x="6853238" y="6259655"/>
            <a:ext cx="1389284" cy="194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Text Box 148">
            <a:extLst>
              <a:ext uri="{FF2B5EF4-FFF2-40B4-BE49-F238E27FC236}">
                <a16:creationId xmlns:a16="http://schemas.microsoft.com/office/drawing/2014/main" id="{CD548495-F279-4C65-9E91-7E3C63BF5E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5495" y="4374018"/>
            <a:ext cx="1264770" cy="161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50" b="0" i="0" u="none" strike="noStrike" kern="1200" cap="none" spc="-50" normalizeH="0" baseline="0" noProof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A</a:t>
            </a:r>
            <a:r>
              <a:rPr lang="ko-KR" altLang="en-US" sz="105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업체 </a:t>
            </a:r>
            <a:r>
              <a:rPr lang="en-US" altLang="ko-KR" sz="105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-&gt; </a:t>
            </a:r>
            <a:r>
              <a:rPr lang="ko-KR" altLang="en-US" sz="105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국립환경과학원</a:t>
            </a:r>
            <a:endParaRPr kumimoji="1" lang="ko-KR" altLang="en-US" sz="1050" b="0" i="0" u="none" strike="noStrike" kern="1200" cap="none" spc="-50" normalizeH="0" baseline="0" noProof="0" dirty="0">
              <a:ln>
                <a:solidFill>
                  <a:srgbClr val="7593B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31" name="Text Box 148">
            <a:extLst>
              <a:ext uri="{FF2B5EF4-FFF2-40B4-BE49-F238E27FC236}">
                <a16:creationId xmlns:a16="http://schemas.microsoft.com/office/drawing/2014/main" id="{27CBB766-F0EA-4963-B838-1D67223ED2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5554" y="5080891"/>
            <a:ext cx="1623094" cy="21544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접수번호 </a:t>
            </a:r>
            <a:r>
              <a:rPr lang="en-US" altLang="ko-KR" sz="140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EAS-N-001</a:t>
            </a:r>
            <a:endParaRPr lang="en-US" altLang="ko-KR" sz="1400" dirty="0">
              <a:solidFill>
                <a:srgbClr val="C0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32" name="Text Box 148">
            <a:extLst>
              <a:ext uri="{FF2B5EF4-FFF2-40B4-BE49-F238E27FC236}">
                <a16:creationId xmlns:a16="http://schemas.microsoft.com/office/drawing/2014/main" id="{719AD389-D5FE-43FF-90C0-FD0E5A2794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5554" y="5336648"/>
            <a:ext cx="1623094" cy="21544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접수번호 </a:t>
            </a:r>
            <a:r>
              <a:rPr lang="en-US" altLang="ko-KR" sz="140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EAS-N-002</a:t>
            </a:r>
            <a:endParaRPr lang="en-US" altLang="ko-KR" sz="1400" dirty="0">
              <a:solidFill>
                <a:srgbClr val="C0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33" name="Text Box 148">
            <a:extLst>
              <a:ext uri="{FF2B5EF4-FFF2-40B4-BE49-F238E27FC236}">
                <a16:creationId xmlns:a16="http://schemas.microsoft.com/office/drawing/2014/main" id="{6F172EDF-52DE-4F50-B470-7F95899717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5554" y="5592404"/>
            <a:ext cx="1623094" cy="21544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접수번호 </a:t>
            </a:r>
            <a:r>
              <a:rPr lang="en-US" altLang="ko-KR" sz="140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EAS-N-003</a:t>
            </a:r>
            <a:endParaRPr lang="en-US" altLang="ko-KR" sz="1400" dirty="0">
              <a:solidFill>
                <a:srgbClr val="C0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48" name="오른쪽 중괄호 147">
            <a:extLst>
              <a:ext uri="{FF2B5EF4-FFF2-40B4-BE49-F238E27FC236}">
                <a16:creationId xmlns:a16="http://schemas.microsoft.com/office/drawing/2014/main" id="{72AD7878-02A3-4C0C-9D98-79083A51FFFA}"/>
              </a:ext>
            </a:extLst>
          </p:cNvPr>
          <p:cNvSpPr/>
          <p:nvPr/>
        </p:nvSpPr>
        <p:spPr>
          <a:xfrm>
            <a:off x="8088648" y="5146613"/>
            <a:ext cx="185940" cy="601529"/>
          </a:xfrm>
          <a:prstGeom prst="rightBrace">
            <a:avLst/>
          </a:prstGeom>
          <a:ln w="9525">
            <a:solidFill>
              <a:srgbClr val="C0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234" name="Text Box 148">
            <a:extLst>
              <a:ext uri="{FF2B5EF4-FFF2-40B4-BE49-F238E27FC236}">
                <a16:creationId xmlns:a16="http://schemas.microsoft.com/office/drawing/2014/main" id="{15FC93D8-10C8-4209-8DAD-1877FCC0D0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8607" y="5334266"/>
            <a:ext cx="1209230" cy="21544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한 개로 통합</a:t>
            </a:r>
            <a:endParaRPr lang="en-US" altLang="ko-KR" sz="1400" dirty="0">
              <a:solidFill>
                <a:srgbClr val="C0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150" name="직선 화살표 연결선 149">
            <a:extLst>
              <a:ext uri="{FF2B5EF4-FFF2-40B4-BE49-F238E27FC236}">
                <a16:creationId xmlns:a16="http://schemas.microsoft.com/office/drawing/2014/main" id="{FDDAB22E-B0B1-4CA1-A58A-43BB15A52DDE}"/>
              </a:ext>
            </a:extLst>
          </p:cNvPr>
          <p:cNvCxnSpPr>
            <a:stCxn id="220" idx="2"/>
            <a:endCxn id="234" idx="0"/>
          </p:cNvCxnSpPr>
          <p:nvPr/>
        </p:nvCxnSpPr>
        <p:spPr>
          <a:xfrm>
            <a:off x="8913222" y="4764440"/>
            <a:ext cx="0" cy="569826"/>
          </a:xfrm>
          <a:prstGeom prst="straightConnector1">
            <a:avLst/>
          </a:prstGeom>
          <a:ln w="95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직선 화살표 연결선 151">
            <a:extLst>
              <a:ext uri="{FF2B5EF4-FFF2-40B4-BE49-F238E27FC236}">
                <a16:creationId xmlns:a16="http://schemas.microsoft.com/office/drawing/2014/main" id="{9FDF6084-B97F-48CC-8C27-13AE39813480}"/>
              </a:ext>
            </a:extLst>
          </p:cNvPr>
          <p:cNvCxnSpPr>
            <a:stCxn id="221" idx="0"/>
            <a:endCxn id="234" idx="2"/>
          </p:cNvCxnSpPr>
          <p:nvPr/>
        </p:nvCxnSpPr>
        <p:spPr>
          <a:xfrm flipV="1">
            <a:off x="8913222" y="5549710"/>
            <a:ext cx="0" cy="556056"/>
          </a:xfrm>
          <a:prstGeom prst="straightConnector1">
            <a:avLst/>
          </a:prstGeom>
          <a:ln w="95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Text Box 148">
            <a:extLst>
              <a:ext uri="{FF2B5EF4-FFF2-40B4-BE49-F238E27FC236}">
                <a16:creationId xmlns:a16="http://schemas.microsoft.com/office/drawing/2014/main" id="{E47E1AE8-1252-4AC2-8744-0732B8FCDF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380" y="3366363"/>
            <a:ext cx="1687963" cy="161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50" b="0" i="0" u="none" strike="noStrike" kern="1200" cap="none" spc="-50" normalizeH="0" baseline="0" noProof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accent2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&lt;A</a:t>
            </a:r>
            <a:r>
              <a:rPr kumimoji="1" lang="ko-KR" altLang="en-US" sz="1050" b="0" i="0" u="none" strike="noStrike" kern="1200" cap="none" spc="-50" normalizeH="0" baseline="0" noProof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accent2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수입업체가 국외제조별로 신고</a:t>
            </a:r>
            <a:r>
              <a:rPr kumimoji="1" lang="en-US" altLang="ko-KR" sz="1050" b="0" i="0" u="none" strike="noStrike" kern="1200" cap="none" spc="-50" normalizeH="0" baseline="0" noProof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accent2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&gt;</a:t>
            </a:r>
            <a:endParaRPr kumimoji="1" lang="ko-KR" altLang="en-US" sz="1050" b="0" i="0" u="none" strike="noStrike" kern="1200" cap="none" spc="-50" normalizeH="0" baseline="0" noProof="0" dirty="0">
              <a:ln>
                <a:solidFill>
                  <a:srgbClr val="7593B5">
                    <a:alpha val="0"/>
                  </a:srgbClr>
                </a:solidFill>
              </a:ln>
              <a:solidFill>
                <a:schemeClr val="accent2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43" name="Text Box 148">
            <a:extLst>
              <a:ext uri="{FF2B5EF4-FFF2-40B4-BE49-F238E27FC236}">
                <a16:creationId xmlns:a16="http://schemas.microsoft.com/office/drawing/2014/main" id="{BB2319C9-4FC6-4BCA-A054-F6F844FBE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7551" y="6313701"/>
            <a:ext cx="1043555" cy="161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50" b="0" i="0" u="none" strike="noStrike" kern="1200" cap="none" spc="-50" normalizeH="0" baseline="0" noProof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A</a:t>
            </a:r>
            <a:r>
              <a:rPr lang="ko-KR" altLang="en-US" sz="105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업체 </a:t>
            </a:r>
            <a:r>
              <a:rPr lang="en-US" altLang="ko-KR" sz="105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-&gt; </a:t>
            </a:r>
            <a:r>
              <a:rPr lang="ko-KR" altLang="en-US" sz="105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공동협의체</a:t>
            </a:r>
            <a:endParaRPr kumimoji="1" lang="ko-KR" altLang="en-US" sz="1050" b="0" i="0" u="none" strike="noStrike" kern="1200" cap="none" spc="-50" normalizeH="0" baseline="0" noProof="0" dirty="0">
              <a:ln>
                <a:solidFill>
                  <a:srgbClr val="7593B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84" name="Rectangle 6">
            <a:extLst>
              <a:ext uri="{FF2B5EF4-FFF2-40B4-BE49-F238E27FC236}">
                <a16:creationId xmlns:a16="http://schemas.microsoft.com/office/drawing/2014/main" id="{9CC1DC7C-CA5A-4F0C-A96E-45B30B115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13" y="383430"/>
            <a:ext cx="531454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 anchor="b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ko-KR" sz="3600" b="0" i="0" u="none" strike="noStrike" kern="1200" cap="none" spc="-49" normalizeH="0" baseline="0" noProof="0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rgbClr val="A9CE56"/>
                </a:solidFill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  <a:cs typeface="+mn-cs"/>
              </a:rPr>
              <a:t>0</a:t>
            </a:r>
            <a:r>
              <a:rPr lang="en-US" altLang="ko-KR" sz="3600" spc="-49" dirty="0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rgbClr val="4B8E42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6</a:t>
            </a:r>
            <a:endParaRPr kumimoji="0" lang="ko-KR" altLang="en-US" sz="3600" b="0" i="0" u="none" strike="noStrike" kern="1200" cap="none" spc="-49" normalizeH="0" baseline="0" noProof="0" dirty="0">
              <a:ln>
                <a:solidFill>
                  <a:srgbClr val="D64E75">
                    <a:alpha val="0"/>
                  </a:srgbClr>
                </a:solidFill>
              </a:ln>
              <a:solidFill>
                <a:srgbClr val="4B8E42"/>
              </a:solidFill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46279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그룹 30">
            <a:extLst>
              <a:ext uri="{FF2B5EF4-FFF2-40B4-BE49-F238E27FC236}">
                <a16:creationId xmlns:a16="http://schemas.microsoft.com/office/drawing/2014/main" id="{250286FF-91D0-4C43-8A6A-C3CC67000F85}"/>
              </a:ext>
            </a:extLst>
          </p:cNvPr>
          <p:cNvGrpSpPr/>
          <p:nvPr/>
        </p:nvGrpSpPr>
        <p:grpSpPr>
          <a:xfrm>
            <a:off x="565201" y="598511"/>
            <a:ext cx="9250762" cy="763806"/>
            <a:chOff x="565201" y="598511"/>
            <a:chExt cx="9250762" cy="763806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D277BAF4-FB86-4416-9702-1AB832F9C81A}"/>
                </a:ext>
              </a:extLst>
            </p:cNvPr>
            <p:cNvGrpSpPr/>
            <p:nvPr/>
          </p:nvGrpSpPr>
          <p:grpSpPr>
            <a:xfrm>
              <a:off x="565201" y="598511"/>
              <a:ext cx="6867789" cy="763806"/>
              <a:chOff x="565201" y="598511"/>
              <a:chExt cx="6867789" cy="763806"/>
            </a:xfrm>
          </p:grpSpPr>
          <p:sp>
            <p:nvSpPr>
              <p:cNvPr id="60" name="Rectangle 6">
                <a:extLst>
                  <a:ext uri="{FF2B5EF4-FFF2-40B4-BE49-F238E27FC236}">
                    <a16:creationId xmlns:a16="http://schemas.microsoft.com/office/drawing/2014/main" id="{AC352C42-6015-41C4-A05F-F5B59860C4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6235" y="598511"/>
                <a:ext cx="4423515" cy="3077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 anchor="b">
                <a:spAutoFit/>
              </a:bodyPr>
              <a:lstStyle/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itchFamily="2" charset="2"/>
                  <a:buNone/>
                  <a:tabLst/>
                  <a:defRPr/>
                </a:pPr>
                <a:r>
                  <a:rPr lang="ko-KR" altLang="en-US" sz="2000" spc="-49">
                    <a:ln>
                      <a:solidFill>
                        <a:srgbClr val="D64E75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기존 살생물물질 승인신청</a:t>
                </a:r>
                <a:r>
                  <a:rPr lang="en-US" altLang="ko-KR" sz="2000" spc="-49">
                    <a:ln>
                      <a:solidFill>
                        <a:srgbClr val="D64E75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(2)</a:t>
                </a:r>
                <a:endParaRPr kumimoji="0" lang="ko-KR" altLang="en-US" sz="2000" b="0" i="0" u="none" strike="noStrike" kern="1200" cap="none" spc="-49" normalizeH="0" baseline="0" noProof="0" dirty="0">
                  <a:ln>
                    <a:solidFill>
                      <a:srgbClr val="D64E75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endParaRPr>
              </a:p>
            </p:txBody>
          </p:sp>
          <p:grpSp>
            <p:nvGrpSpPr>
              <p:cNvPr id="61" name="그룹 60">
                <a:extLst>
                  <a:ext uri="{FF2B5EF4-FFF2-40B4-BE49-F238E27FC236}">
                    <a16:creationId xmlns:a16="http://schemas.microsoft.com/office/drawing/2014/main" id="{74D6BEF5-3BF9-4AA3-B7E4-4272E12B19FE}"/>
                  </a:ext>
                </a:extLst>
              </p:cNvPr>
              <p:cNvGrpSpPr/>
              <p:nvPr/>
            </p:nvGrpSpPr>
            <p:grpSpPr>
              <a:xfrm>
                <a:off x="565201" y="1123003"/>
                <a:ext cx="6867789" cy="239314"/>
                <a:chOff x="1283748" y="1193940"/>
                <a:chExt cx="6867789" cy="239314"/>
              </a:xfrm>
            </p:grpSpPr>
            <p:sp>
              <p:nvSpPr>
                <p:cNvPr id="62" name="Freeform 31">
                  <a:extLst>
                    <a:ext uri="{FF2B5EF4-FFF2-40B4-BE49-F238E27FC236}">
                      <a16:creationId xmlns:a16="http://schemas.microsoft.com/office/drawing/2014/main" id="{73EE3838-E26E-4FD7-8A6B-B957D865140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283748" y="1193940"/>
                  <a:ext cx="240252" cy="239314"/>
                </a:xfrm>
                <a:custGeom>
                  <a:avLst/>
                  <a:gdLst>
                    <a:gd name="T0" fmla="*/ 96 w 192"/>
                    <a:gd name="T1" fmla="*/ 0 h 191"/>
                    <a:gd name="T2" fmla="*/ 0 w 192"/>
                    <a:gd name="T3" fmla="*/ 95 h 191"/>
                    <a:gd name="T4" fmla="*/ 96 w 192"/>
                    <a:gd name="T5" fmla="*/ 191 h 191"/>
                    <a:gd name="T6" fmla="*/ 192 w 192"/>
                    <a:gd name="T7" fmla="*/ 95 h 191"/>
                    <a:gd name="T8" fmla="*/ 96 w 192"/>
                    <a:gd name="T9" fmla="*/ 0 h 191"/>
                    <a:gd name="T10" fmla="*/ 156 w 192"/>
                    <a:gd name="T11" fmla="*/ 73 h 191"/>
                    <a:gd name="T12" fmla="*/ 86 w 192"/>
                    <a:gd name="T13" fmla="*/ 142 h 191"/>
                    <a:gd name="T14" fmla="*/ 77 w 192"/>
                    <a:gd name="T15" fmla="*/ 145 h 191"/>
                    <a:gd name="T16" fmla="*/ 68 w 192"/>
                    <a:gd name="T17" fmla="*/ 142 h 191"/>
                    <a:gd name="T18" fmla="*/ 37 w 192"/>
                    <a:gd name="T19" fmla="*/ 110 h 191"/>
                    <a:gd name="T20" fmla="*/ 37 w 192"/>
                    <a:gd name="T21" fmla="*/ 92 h 191"/>
                    <a:gd name="T22" fmla="*/ 55 w 192"/>
                    <a:gd name="T23" fmla="*/ 92 h 191"/>
                    <a:gd name="T24" fmla="*/ 77 w 192"/>
                    <a:gd name="T25" fmla="*/ 115 h 191"/>
                    <a:gd name="T26" fmla="*/ 138 w 192"/>
                    <a:gd name="T27" fmla="*/ 55 h 191"/>
                    <a:gd name="T28" fmla="*/ 156 w 192"/>
                    <a:gd name="T29" fmla="*/ 55 h 191"/>
                    <a:gd name="T30" fmla="*/ 156 w 192"/>
                    <a:gd name="T31" fmla="*/ 73 h 1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192" h="191">
                      <a:moveTo>
                        <a:pt x="96" y="0"/>
                      </a:moveTo>
                      <a:cubicBezTo>
                        <a:pt x="43" y="0"/>
                        <a:pt x="0" y="42"/>
                        <a:pt x="0" y="95"/>
                      </a:cubicBezTo>
                      <a:cubicBezTo>
                        <a:pt x="0" y="148"/>
                        <a:pt x="43" y="191"/>
                        <a:pt x="96" y="191"/>
                      </a:cubicBezTo>
                      <a:cubicBezTo>
                        <a:pt x="149" y="191"/>
                        <a:pt x="192" y="148"/>
                        <a:pt x="192" y="95"/>
                      </a:cubicBezTo>
                      <a:cubicBezTo>
                        <a:pt x="192" y="42"/>
                        <a:pt x="149" y="0"/>
                        <a:pt x="96" y="0"/>
                      </a:cubicBezTo>
                      <a:close/>
                      <a:moveTo>
                        <a:pt x="156" y="73"/>
                      </a:moveTo>
                      <a:cubicBezTo>
                        <a:pt x="86" y="142"/>
                        <a:pt x="86" y="142"/>
                        <a:pt x="86" y="142"/>
                      </a:cubicBezTo>
                      <a:cubicBezTo>
                        <a:pt x="84" y="144"/>
                        <a:pt x="81" y="145"/>
                        <a:pt x="77" y="145"/>
                      </a:cubicBezTo>
                      <a:cubicBezTo>
                        <a:pt x="74" y="145"/>
                        <a:pt x="71" y="144"/>
                        <a:pt x="68" y="142"/>
                      </a:cubicBezTo>
                      <a:cubicBezTo>
                        <a:pt x="37" y="110"/>
                        <a:pt x="37" y="110"/>
                        <a:pt x="37" y="110"/>
                      </a:cubicBezTo>
                      <a:cubicBezTo>
                        <a:pt x="32" y="105"/>
                        <a:pt x="32" y="97"/>
                        <a:pt x="37" y="92"/>
                      </a:cubicBezTo>
                      <a:cubicBezTo>
                        <a:pt x="42" y="87"/>
                        <a:pt x="50" y="87"/>
                        <a:pt x="55" y="92"/>
                      </a:cubicBezTo>
                      <a:cubicBezTo>
                        <a:pt x="77" y="115"/>
                        <a:pt x="77" y="115"/>
                        <a:pt x="77" y="115"/>
                      </a:cubicBezTo>
                      <a:cubicBezTo>
                        <a:pt x="138" y="55"/>
                        <a:pt x="138" y="55"/>
                        <a:pt x="138" y="55"/>
                      </a:cubicBezTo>
                      <a:cubicBezTo>
                        <a:pt x="143" y="50"/>
                        <a:pt x="151" y="50"/>
                        <a:pt x="156" y="55"/>
                      </a:cubicBezTo>
                      <a:cubicBezTo>
                        <a:pt x="161" y="60"/>
                        <a:pt x="161" y="68"/>
                        <a:pt x="156" y="7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92F256F7-5BEA-46B9-9462-EECE20BB170E}"/>
                    </a:ext>
                  </a:extLst>
                </p:cNvPr>
                <p:cNvSpPr txBox="1"/>
                <p:nvPr/>
              </p:nvSpPr>
              <p:spPr>
                <a:xfrm>
                  <a:off x="1627315" y="1205875"/>
                  <a:ext cx="6524222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altLang="ko-KR" sz="1400" b="1" noProof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rgbClr val="FFFF00"/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2020</a:t>
                  </a:r>
                  <a:r>
                    <a:rPr lang="ko-KR" altLang="en-US" sz="1400" b="1" noProof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rgbClr val="FFFF00"/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년 </a:t>
                  </a:r>
                  <a:r>
                    <a:rPr lang="en-US" altLang="ko-KR" sz="1400" b="1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rgbClr val="FFFF00"/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8</a:t>
                  </a:r>
                  <a:r>
                    <a:rPr lang="ko-KR" altLang="en-US" sz="1400" b="1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rgbClr val="FFFF00"/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월 이전 공동협의체 구성 방법과 </a:t>
                  </a:r>
                  <a:r>
                    <a:rPr lang="en-US" altLang="ko-KR" sz="1400" b="1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rgbClr val="FFFF00"/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2020</a:t>
                  </a:r>
                  <a:r>
                    <a:rPr lang="ko-KR" altLang="en-US" sz="1400" b="1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rgbClr val="FFFF00"/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년 </a:t>
                  </a:r>
                  <a:r>
                    <a:rPr lang="en-US" altLang="ko-KR" sz="1400" b="1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rgbClr val="FFFF00"/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8</a:t>
                  </a:r>
                  <a:r>
                    <a:rPr lang="ko-KR" altLang="en-US" sz="1400" b="1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rgbClr val="FFFF00"/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월</a:t>
                  </a:r>
                  <a:r>
                    <a:rPr lang="en-US" altLang="ko-KR" sz="1400" b="1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rgbClr val="FFFF00"/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 ~ </a:t>
                  </a:r>
                  <a:r>
                    <a:rPr lang="ko-KR" altLang="en-US" sz="1400" b="1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rgbClr val="FFFF00"/>
                      </a:solidFill>
                      <a:latin typeface="KoPub돋움체 Medium" panose="02020603020101020101" pitchFamily="18" charset="-127"/>
                      <a:ea typeface="KoPub돋움체 Medium" panose="02020603020101020101" pitchFamily="18" charset="-127"/>
                    </a:rPr>
                    <a:t>현재까지 공동협의체 구성 방법 비교</a:t>
                  </a:r>
                  <a:endParaRPr kumimoji="0" lang="ko-KR" altLang="en-US" sz="1400" b="1" i="0" u="none" strike="noStrike" kern="1200" cap="none" spc="0" normalizeH="0" baseline="0" noProof="0" dirty="0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KoPub돋움체 Medium" panose="02020603020101020101" pitchFamily="18" charset="-127"/>
                    <a:ea typeface="KoPub돋움체 Medium" panose="02020603020101020101" pitchFamily="18" charset="-127"/>
                    <a:cs typeface="+mn-cs"/>
                  </a:endParaRPr>
                </a:p>
              </p:txBody>
            </p:sp>
          </p:grpSp>
        </p:grp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28061A1D-5541-4FF3-BEB4-8C892FA0F642}"/>
                </a:ext>
              </a:extLst>
            </p:cNvPr>
            <p:cNvGrpSpPr/>
            <p:nvPr/>
          </p:nvGrpSpPr>
          <p:grpSpPr>
            <a:xfrm>
              <a:off x="8934005" y="699034"/>
              <a:ext cx="881958" cy="245691"/>
              <a:chOff x="8458455" y="782973"/>
              <a:chExt cx="881958" cy="245691"/>
            </a:xfrm>
          </p:grpSpPr>
          <p:grpSp>
            <p:nvGrpSpPr>
              <p:cNvPr id="34" name="그룹 33">
                <a:extLst>
                  <a:ext uri="{FF2B5EF4-FFF2-40B4-BE49-F238E27FC236}">
                    <a16:creationId xmlns:a16="http://schemas.microsoft.com/office/drawing/2014/main" id="{F30FD26E-0958-4BE7-937E-0350C66D6C7A}"/>
                  </a:ext>
                </a:extLst>
              </p:cNvPr>
              <p:cNvGrpSpPr/>
              <p:nvPr/>
            </p:nvGrpSpPr>
            <p:grpSpPr>
              <a:xfrm>
                <a:off x="8697949" y="782973"/>
                <a:ext cx="163476" cy="245691"/>
                <a:chOff x="8658927" y="782973"/>
                <a:chExt cx="163476" cy="245691"/>
              </a:xfrm>
            </p:grpSpPr>
            <p:sp>
              <p:nvSpPr>
                <p:cNvPr id="44" name="사각형: 둥근 위쪽 모서리 43">
                  <a:extLst>
                    <a:ext uri="{FF2B5EF4-FFF2-40B4-BE49-F238E27FC236}">
                      <a16:creationId xmlns:a16="http://schemas.microsoft.com/office/drawing/2014/main" id="{0ACFC5AA-E705-4466-ACC8-776E2596F441}"/>
                    </a:ext>
                  </a:extLst>
                </p:cNvPr>
                <p:cNvSpPr/>
                <p:nvPr/>
              </p:nvSpPr>
              <p:spPr>
                <a:xfrm>
                  <a:off x="8658927" y="956664"/>
                  <a:ext cx="163476" cy="72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rgbClr val="66B35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58" name="직사각형 57">
                  <a:extLst>
                    <a:ext uri="{FF2B5EF4-FFF2-40B4-BE49-F238E27FC236}">
                      <a16:creationId xmlns:a16="http://schemas.microsoft.com/office/drawing/2014/main" id="{A354ED15-3D73-4E95-A2EB-18D813D3ECED}"/>
                    </a:ext>
                  </a:extLst>
                </p:cNvPr>
                <p:cNvSpPr/>
                <p:nvPr/>
              </p:nvSpPr>
              <p:spPr>
                <a:xfrm>
                  <a:off x="8658927" y="782973"/>
                  <a:ext cx="163476" cy="14933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00" b="0" i="0" u="none" strike="noStrike" kern="0" cap="none" spc="-30" normalizeH="0" baseline="0" noProof="0" dirty="0">
                      <a:ln w="3175">
                        <a:solidFill>
                          <a:prstClr val="white">
                            <a:lumMod val="75000"/>
                            <a:alpha val="0"/>
                          </a:prstClr>
                        </a:solidFill>
                      </a:ln>
                      <a:solidFill>
                        <a:srgbClr val="4B8E42"/>
                      </a:solidFill>
                      <a:effectLst/>
                      <a:uLnTx/>
                      <a:uFillTx/>
                      <a:latin typeface="KoPub바탕체 Medium" panose="00000600000000000000" pitchFamily="2" charset="-127"/>
                      <a:ea typeface="KoPub바탕체 Medium" panose="00000600000000000000" pitchFamily="2" charset="-127"/>
                      <a:cs typeface="+mn-cs"/>
                    </a:rPr>
                    <a:t>Ⅱ</a:t>
                  </a:r>
                  <a:endParaRPr kumimoji="0" lang="ko-KR" altLang="en-US" sz="10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srgbClr val="4B8E42"/>
                    </a:solidFill>
                    <a:effectLst/>
                    <a:uLnTx/>
                    <a:uFillTx/>
                    <a:latin typeface="KoPub바탕체 Medium" panose="00000600000000000000" pitchFamily="2" charset="-127"/>
                    <a:ea typeface="KoPub바탕체 Medium" panose="00000600000000000000" pitchFamily="2" charset="-127"/>
                    <a:cs typeface="+mn-cs"/>
                  </a:endParaRPr>
                </a:p>
              </p:txBody>
            </p:sp>
          </p:grpSp>
          <p:grpSp>
            <p:nvGrpSpPr>
              <p:cNvPr id="35" name="그룹 34">
                <a:extLst>
                  <a:ext uri="{FF2B5EF4-FFF2-40B4-BE49-F238E27FC236}">
                    <a16:creationId xmlns:a16="http://schemas.microsoft.com/office/drawing/2014/main" id="{26ACEB8C-6E03-4863-A7A4-3BC3CEB11C32}"/>
                  </a:ext>
                </a:extLst>
              </p:cNvPr>
              <p:cNvGrpSpPr/>
              <p:nvPr/>
            </p:nvGrpSpPr>
            <p:grpSpPr>
              <a:xfrm>
                <a:off x="8458455" y="782973"/>
                <a:ext cx="163476" cy="245691"/>
                <a:chOff x="8458455" y="782973"/>
                <a:chExt cx="163476" cy="245691"/>
              </a:xfrm>
            </p:grpSpPr>
            <p:sp>
              <p:nvSpPr>
                <p:cNvPr id="42" name="사각형: 둥근 위쪽 모서리 41">
                  <a:extLst>
                    <a:ext uri="{FF2B5EF4-FFF2-40B4-BE49-F238E27FC236}">
                      <a16:creationId xmlns:a16="http://schemas.microsoft.com/office/drawing/2014/main" id="{FE1C1CA9-E907-4258-B1CD-F41BB1456DB3}"/>
                    </a:ext>
                  </a:extLst>
                </p:cNvPr>
                <p:cNvSpPr/>
                <p:nvPr/>
              </p:nvSpPr>
              <p:spPr>
                <a:xfrm>
                  <a:off x="8458455" y="956664"/>
                  <a:ext cx="163476" cy="72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43" name="직사각형 42">
                  <a:extLst>
                    <a:ext uri="{FF2B5EF4-FFF2-40B4-BE49-F238E27FC236}">
                      <a16:creationId xmlns:a16="http://schemas.microsoft.com/office/drawing/2014/main" id="{B366C2DA-8481-4B43-A2F3-3BDCD266FFB1}"/>
                    </a:ext>
                  </a:extLst>
                </p:cNvPr>
                <p:cNvSpPr/>
                <p:nvPr/>
              </p:nvSpPr>
              <p:spPr>
                <a:xfrm>
                  <a:off x="8458455" y="782973"/>
                  <a:ext cx="163476" cy="14933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0" cap="none" spc="-30" normalizeH="0" baseline="0" noProof="0" dirty="0">
                      <a:ln w="3175">
                        <a:solidFill>
                          <a:prstClr val="white">
                            <a:lumMod val="75000"/>
                            <a:alpha val="0"/>
                          </a:prstClr>
                        </a:solidFill>
                      </a:ln>
                      <a:solidFill>
                        <a:prstClr val="white">
                          <a:lumMod val="75000"/>
                        </a:prstClr>
                      </a:solidFill>
                      <a:effectLst/>
                      <a:uLnTx/>
                      <a:uFillTx/>
                      <a:latin typeface="KoPub바탕체 Light" panose="00000300000000000000" pitchFamily="2" charset="-127"/>
                      <a:ea typeface="KoPub바탕체 Light" panose="00000300000000000000" pitchFamily="2" charset="-127"/>
                      <a:cs typeface="+mn-cs"/>
                    </a:rPr>
                    <a:t>Ⅰ</a:t>
                  </a:r>
                  <a:endParaRPr kumimoji="0" lang="ko-KR" altLang="en-US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endParaRPr>
                </a:p>
              </p:txBody>
            </p:sp>
          </p:grpSp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122E0346-086D-4809-A62F-39C65F358112}"/>
                  </a:ext>
                </a:extLst>
              </p:cNvPr>
              <p:cNvGrpSpPr/>
              <p:nvPr/>
            </p:nvGrpSpPr>
            <p:grpSpPr>
              <a:xfrm>
                <a:off x="9176937" y="782973"/>
                <a:ext cx="163476" cy="245691"/>
                <a:chOff x="9059871" y="782973"/>
                <a:chExt cx="163476" cy="245691"/>
              </a:xfrm>
            </p:grpSpPr>
            <p:sp>
              <p:nvSpPr>
                <p:cNvPr id="40" name="사각형: 둥근 위쪽 모서리 39">
                  <a:extLst>
                    <a:ext uri="{FF2B5EF4-FFF2-40B4-BE49-F238E27FC236}">
                      <a16:creationId xmlns:a16="http://schemas.microsoft.com/office/drawing/2014/main" id="{DC7FE71B-6330-4A14-8680-F52DC38022CF}"/>
                    </a:ext>
                  </a:extLst>
                </p:cNvPr>
                <p:cNvSpPr/>
                <p:nvPr/>
              </p:nvSpPr>
              <p:spPr>
                <a:xfrm>
                  <a:off x="9059871" y="956664"/>
                  <a:ext cx="163476" cy="72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41" name="직사각형 40">
                  <a:extLst>
                    <a:ext uri="{FF2B5EF4-FFF2-40B4-BE49-F238E27FC236}">
                      <a16:creationId xmlns:a16="http://schemas.microsoft.com/office/drawing/2014/main" id="{7E0E38FB-D78C-4D26-BFC3-9C58E922ED8D}"/>
                    </a:ext>
                  </a:extLst>
                </p:cNvPr>
                <p:cNvSpPr/>
                <p:nvPr/>
              </p:nvSpPr>
              <p:spPr>
                <a:xfrm>
                  <a:off x="9059871" y="782973"/>
                  <a:ext cx="163476" cy="14933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0" cap="none" spc="-30" normalizeH="0" baseline="0" noProof="0" dirty="0">
                      <a:ln w="3175">
                        <a:solidFill>
                          <a:prstClr val="white">
                            <a:lumMod val="75000"/>
                            <a:alpha val="0"/>
                          </a:prstClr>
                        </a:solidFill>
                      </a:ln>
                      <a:solidFill>
                        <a:prstClr val="white">
                          <a:lumMod val="75000"/>
                        </a:prstClr>
                      </a:solidFill>
                      <a:effectLst/>
                      <a:uLnTx/>
                      <a:uFillTx/>
                      <a:latin typeface="KoPub바탕체 Light" panose="00000300000000000000" pitchFamily="2" charset="-127"/>
                      <a:ea typeface="KoPub바탕체 Light" panose="00000300000000000000" pitchFamily="2" charset="-127"/>
                      <a:cs typeface="+mn-cs"/>
                    </a:rPr>
                    <a:t>Ⅳ</a:t>
                  </a:r>
                  <a:endParaRPr kumimoji="0" lang="ko-KR" altLang="en-US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endParaRPr>
                </a:p>
              </p:txBody>
            </p:sp>
          </p:grp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4AD7B291-FC38-4497-9E25-49FA78B668C8}"/>
                  </a:ext>
                </a:extLst>
              </p:cNvPr>
              <p:cNvGrpSpPr/>
              <p:nvPr/>
            </p:nvGrpSpPr>
            <p:grpSpPr>
              <a:xfrm>
                <a:off x="8937443" y="782973"/>
                <a:ext cx="163476" cy="245691"/>
                <a:chOff x="8859399" y="782973"/>
                <a:chExt cx="163476" cy="245691"/>
              </a:xfrm>
            </p:grpSpPr>
            <p:sp>
              <p:nvSpPr>
                <p:cNvPr id="38" name="사각형: 둥근 위쪽 모서리 37">
                  <a:extLst>
                    <a:ext uri="{FF2B5EF4-FFF2-40B4-BE49-F238E27FC236}">
                      <a16:creationId xmlns:a16="http://schemas.microsoft.com/office/drawing/2014/main" id="{D4713393-CFC2-4122-877E-3034FE85FCDB}"/>
                    </a:ext>
                  </a:extLst>
                </p:cNvPr>
                <p:cNvSpPr/>
                <p:nvPr/>
              </p:nvSpPr>
              <p:spPr>
                <a:xfrm>
                  <a:off x="8859399" y="956664"/>
                  <a:ext cx="163476" cy="72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39" name="직사각형 38">
                  <a:extLst>
                    <a:ext uri="{FF2B5EF4-FFF2-40B4-BE49-F238E27FC236}">
                      <a16:creationId xmlns:a16="http://schemas.microsoft.com/office/drawing/2014/main" id="{1564775C-D34F-46E6-9891-2890F6AC79E1}"/>
                    </a:ext>
                  </a:extLst>
                </p:cNvPr>
                <p:cNvSpPr/>
                <p:nvPr/>
              </p:nvSpPr>
              <p:spPr>
                <a:xfrm>
                  <a:off x="8859399" y="782973"/>
                  <a:ext cx="163476" cy="14933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0" cap="none" spc="-30" normalizeH="0" baseline="0" noProof="0" dirty="0">
                      <a:ln w="3175">
                        <a:solidFill>
                          <a:prstClr val="white">
                            <a:lumMod val="75000"/>
                            <a:alpha val="0"/>
                          </a:prstClr>
                        </a:solidFill>
                      </a:ln>
                      <a:solidFill>
                        <a:prstClr val="white">
                          <a:lumMod val="75000"/>
                        </a:prstClr>
                      </a:solidFill>
                      <a:effectLst/>
                      <a:uLnTx/>
                      <a:uFillTx/>
                      <a:latin typeface="KoPub바탕체 Light" panose="00000300000000000000" pitchFamily="2" charset="-127"/>
                      <a:ea typeface="KoPub바탕체 Light" panose="00000300000000000000" pitchFamily="2" charset="-127"/>
                      <a:cs typeface="+mn-cs"/>
                    </a:rPr>
                    <a:t>Ⅲ</a:t>
                  </a:r>
                  <a:endParaRPr kumimoji="0" lang="ko-KR" altLang="en-US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endParaRPr>
                </a:p>
              </p:txBody>
            </p:sp>
          </p:grpSp>
        </p:grpSp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31942F10-42FE-409C-8B59-8CD93B3C3E5F}"/>
              </a:ext>
            </a:extLst>
          </p:cNvPr>
          <p:cNvGrpSpPr/>
          <p:nvPr/>
        </p:nvGrpSpPr>
        <p:grpSpPr>
          <a:xfrm>
            <a:off x="822940" y="1815690"/>
            <a:ext cx="4206260" cy="310158"/>
            <a:chOff x="3170597" y="3494939"/>
            <a:chExt cx="4587484" cy="310158"/>
          </a:xfrm>
        </p:grpSpPr>
        <p:grpSp>
          <p:nvGrpSpPr>
            <p:cNvPr id="85" name="그룹 84">
              <a:extLst>
                <a:ext uri="{FF2B5EF4-FFF2-40B4-BE49-F238E27FC236}">
                  <a16:creationId xmlns:a16="http://schemas.microsoft.com/office/drawing/2014/main" id="{7E81376B-AD51-4D06-BE4A-BAC65C427D2C}"/>
                </a:ext>
              </a:extLst>
            </p:cNvPr>
            <p:cNvGrpSpPr/>
            <p:nvPr/>
          </p:nvGrpSpPr>
          <p:grpSpPr>
            <a:xfrm>
              <a:off x="3170597" y="3494939"/>
              <a:ext cx="4587484" cy="310158"/>
              <a:chOff x="3170597" y="3494939"/>
              <a:chExt cx="4587484" cy="310158"/>
            </a:xfrm>
          </p:grpSpPr>
          <p:sp>
            <p:nvSpPr>
              <p:cNvPr id="87" name="양쪽 모서리가 둥근 사각형 270">
                <a:extLst>
                  <a:ext uri="{FF2B5EF4-FFF2-40B4-BE49-F238E27FC236}">
                    <a16:creationId xmlns:a16="http://schemas.microsoft.com/office/drawing/2014/main" id="{D1915C6C-6AC7-4E28-9D16-1E30E71E25BA}"/>
                  </a:ext>
                </a:extLst>
              </p:cNvPr>
              <p:cNvSpPr/>
              <p:nvPr/>
            </p:nvSpPr>
            <p:spPr>
              <a:xfrm>
                <a:off x="3170597" y="3494939"/>
                <a:ext cx="4587483" cy="307777"/>
              </a:xfrm>
              <a:prstGeom prst="round2SameRect">
                <a:avLst/>
              </a:prstGeom>
              <a:gradFill flip="none" rotWithShape="1">
                <a:gsLst>
                  <a:gs pos="0">
                    <a:schemeClr val="bg1">
                      <a:lumMod val="50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3600000" scaled="0"/>
                <a:tileRect/>
              </a:gradFill>
              <a:ln w="12700" cap="rnd" cmpd="sng">
                <a:noFill/>
                <a:prstDash val="solid"/>
                <a:headEnd type="none" w="lg" len="med"/>
                <a:tailEnd type="none" w="lg" len="med"/>
              </a:ln>
              <a:effectLst/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wrap="none" lIns="0" tIns="0" rIns="0" bIns="0" anchor="ctr" anchorCtr="0">
                <a:scene3d>
                  <a:camera prst="orthographicFront"/>
                  <a:lightRig rig="threePt" dir="t"/>
                </a:scene3d>
                <a:sp3d>
                  <a:bevelT w="0" h="1270"/>
                </a:sp3d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0" i="0" u="none" strike="noStrike" kern="1200" cap="none" spc="0" normalizeH="0" baseline="0" noProof="0" dirty="0">
                  <a:ln>
                    <a:noFill/>
                  </a:ln>
                  <a:gradFill flip="none" rotWithShape="1">
                    <a:gsLst>
                      <a:gs pos="0">
                        <a:prstClr val="white">
                          <a:lumMod val="0"/>
                          <a:lumOff val="100000"/>
                        </a:prstClr>
                      </a:gs>
                      <a:gs pos="100000">
                        <a:prstClr val="white">
                          <a:lumMod val="0"/>
                          <a:lumOff val="100000"/>
                        </a:prstClr>
                      </a:gs>
                    </a:gsLst>
                    <a:lin ang="6000000" scaled="0"/>
                    <a:tileRect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endParaRPr>
              </a:p>
            </p:txBody>
          </p:sp>
          <p:sp>
            <p:nvSpPr>
              <p:cNvPr id="88" name="LcS48" descr="어두운 상향 대각선">
                <a:extLst>
                  <a:ext uri="{FF2B5EF4-FFF2-40B4-BE49-F238E27FC236}">
                    <a16:creationId xmlns:a16="http://schemas.microsoft.com/office/drawing/2014/main" id="{E6465A82-F580-493B-B191-996670F83D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7047946" y="3572360"/>
                <a:ext cx="710135" cy="232737"/>
              </a:xfrm>
              <a:custGeom>
                <a:avLst/>
                <a:gdLst>
                  <a:gd name="connsiteX0" fmla="*/ 0 w 972108"/>
                  <a:gd name="connsiteY0" fmla="*/ 0 h 756084"/>
                  <a:gd name="connsiteX1" fmla="*/ 972108 w 972108"/>
                  <a:gd name="connsiteY1" fmla="*/ 0 h 756084"/>
                  <a:gd name="connsiteX2" fmla="*/ 972108 w 972108"/>
                  <a:gd name="connsiteY2" fmla="*/ 756084 h 756084"/>
                  <a:gd name="connsiteX3" fmla="*/ 0 w 972108"/>
                  <a:gd name="connsiteY3" fmla="*/ 756084 h 756084"/>
                  <a:gd name="connsiteX4" fmla="*/ 0 w 972108"/>
                  <a:gd name="connsiteY4" fmla="*/ 0 h 756084"/>
                  <a:gd name="connsiteX0" fmla="*/ 0 w 972108"/>
                  <a:gd name="connsiteY0" fmla="*/ 0 h 756084"/>
                  <a:gd name="connsiteX1" fmla="*/ 972108 w 972108"/>
                  <a:gd name="connsiteY1" fmla="*/ 756084 h 756084"/>
                  <a:gd name="connsiteX2" fmla="*/ 0 w 972108"/>
                  <a:gd name="connsiteY2" fmla="*/ 756084 h 756084"/>
                  <a:gd name="connsiteX3" fmla="*/ 0 w 972108"/>
                  <a:gd name="connsiteY3" fmla="*/ 0 h 756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2108" h="756084">
                    <a:moveTo>
                      <a:pt x="0" y="0"/>
                    </a:moveTo>
                    <a:lnTo>
                      <a:pt x="972108" y="756084"/>
                    </a:lnTo>
                    <a:lnTo>
                      <a:pt x="0" y="7560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wrap="none" lIns="0" tIns="0" rIns="0" bIns="0" anchor="ctr" anchorCtr="0">
                <a:scene3d>
                  <a:camera prst="orthographicFront"/>
                  <a:lightRig rig="threePt" dir="t"/>
                </a:scene3d>
                <a:sp3d>
                  <a:bevelT w="0" h="1270"/>
                </a:sp3d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gradFill flip="none" rotWithShape="1">
                    <a:gsLst>
                      <a:gs pos="0">
                        <a:prstClr val="white">
                          <a:lumMod val="0"/>
                          <a:lumOff val="100000"/>
                        </a:prstClr>
                      </a:gs>
                      <a:gs pos="100000">
                        <a:prstClr val="white">
                          <a:lumMod val="0"/>
                          <a:lumOff val="100000"/>
                        </a:prstClr>
                      </a:gs>
                    </a:gsLst>
                    <a:lin ang="6000000" scaled="0"/>
                    <a:tileRect/>
                  </a:gra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endParaRPr>
              </a:p>
            </p:txBody>
          </p:sp>
        </p:grp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BD383109-E77D-4E0F-959B-6F958CEABD5B}"/>
                </a:ext>
              </a:extLst>
            </p:cNvPr>
            <p:cNvSpPr txBox="1"/>
            <p:nvPr/>
          </p:nvSpPr>
          <p:spPr>
            <a:xfrm>
              <a:off x="3342022" y="3528098"/>
              <a:ext cx="4244633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600" b="1" spc="-50">
                  <a:ln>
                    <a:solidFill>
                      <a:prstClr val="white">
                        <a:lumMod val="50000"/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2020</a:t>
              </a:r>
              <a:r>
                <a:rPr lang="ko-KR" altLang="en-US" sz="1600" b="1" spc="-50">
                  <a:ln>
                    <a:solidFill>
                      <a:prstClr val="white">
                        <a:lumMod val="50000"/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년 </a:t>
              </a:r>
              <a:r>
                <a:rPr lang="en-US" altLang="ko-KR" sz="1600" b="1" spc="-50">
                  <a:ln>
                    <a:solidFill>
                      <a:prstClr val="white">
                        <a:lumMod val="50000"/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08</a:t>
              </a:r>
              <a:r>
                <a:rPr lang="ko-KR" altLang="en-US" sz="1600" b="1" spc="-50">
                  <a:ln>
                    <a:solidFill>
                      <a:prstClr val="white">
                        <a:lumMod val="50000"/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월 이전</a:t>
              </a:r>
              <a:endParaRPr kumimoji="0" lang="ko-KR" altLang="en-US" sz="1600" b="1" i="0" u="none" strike="noStrike" kern="1200" cap="none" spc="-50" normalizeH="0" baseline="0" noProof="0" dirty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A344532B-1E3B-4AC5-B96C-9171D35C47F7}"/>
              </a:ext>
            </a:extLst>
          </p:cNvPr>
          <p:cNvSpPr/>
          <p:nvPr/>
        </p:nvSpPr>
        <p:spPr>
          <a:xfrm>
            <a:off x="822940" y="2127980"/>
            <a:ext cx="4206259" cy="465001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114300" indent="-114300">
              <a:spcBef>
                <a:spcPts val="200"/>
              </a:spcBef>
              <a:buClr>
                <a:prstClr val="white">
                  <a:lumMod val="65000"/>
                </a:prstClr>
              </a:buClr>
              <a:buSzPct val="110000"/>
              <a:buFont typeface="Arial" panose="020B0604020202020204" pitchFamily="34" charset="0"/>
              <a:buChar char="•"/>
              <a:tabLst>
                <a:tab pos="525463" algn="l"/>
              </a:tabLst>
            </a:pPr>
            <a:endParaRPr kumimoji="1" lang="ko-KR" altLang="en-US" sz="1200" kern="0" spc="-30">
              <a:ln>
                <a:solidFill>
                  <a:srgbClr val="000000">
                    <a:alpha val="0"/>
                  </a:srgb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537AF2B1-9970-4948-AF8A-121B707AA943}"/>
              </a:ext>
            </a:extLst>
          </p:cNvPr>
          <p:cNvGrpSpPr/>
          <p:nvPr/>
        </p:nvGrpSpPr>
        <p:grpSpPr>
          <a:xfrm>
            <a:off x="5605709" y="1815690"/>
            <a:ext cx="4206260" cy="310158"/>
            <a:chOff x="3170597" y="3494939"/>
            <a:chExt cx="4587484" cy="310158"/>
          </a:xfrm>
        </p:grpSpPr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237313D0-7FF4-489B-8955-09F48FD9092D}"/>
                </a:ext>
              </a:extLst>
            </p:cNvPr>
            <p:cNvGrpSpPr/>
            <p:nvPr/>
          </p:nvGrpSpPr>
          <p:grpSpPr>
            <a:xfrm>
              <a:off x="3170597" y="3494939"/>
              <a:ext cx="4587484" cy="310158"/>
              <a:chOff x="3170597" y="3494939"/>
              <a:chExt cx="4587484" cy="310158"/>
            </a:xfrm>
          </p:grpSpPr>
          <p:sp>
            <p:nvSpPr>
              <p:cNvPr id="107" name="양쪽 모서리가 둥근 사각형 270">
                <a:extLst>
                  <a:ext uri="{FF2B5EF4-FFF2-40B4-BE49-F238E27FC236}">
                    <a16:creationId xmlns:a16="http://schemas.microsoft.com/office/drawing/2014/main" id="{FA4C63B7-3AD6-4900-B996-73ACC59C4806}"/>
                  </a:ext>
                </a:extLst>
              </p:cNvPr>
              <p:cNvSpPr/>
              <p:nvPr/>
            </p:nvSpPr>
            <p:spPr>
              <a:xfrm>
                <a:off x="3170597" y="3494939"/>
                <a:ext cx="4587483" cy="307777"/>
              </a:xfrm>
              <a:prstGeom prst="round2SameRect">
                <a:avLst/>
              </a:prstGeom>
              <a:gradFill flip="none" rotWithShape="1">
                <a:gsLst>
                  <a:gs pos="0">
                    <a:schemeClr val="bg1">
                      <a:lumMod val="50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3600000" scaled="0"/>
                <a:tileRect/>
              </a:gradFill>
              <a:ln w="12700" cap="rnd" cmpd="sng">
                <a:noFill/>
                <a:prstDash val="solid"/>
                <a:headEnd type="none" w="lg" len="med"/>
                <a:tailEnd type="none" w="lg" len="med"/>
              </a:ln>
              <a:effectLst/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wrap="none" lIns="0" tIns="0" rIns="0" bIns="0" anchor="ctr" anchorCtr="0">
                <a:scene3d>
                  <a:camera prst="orthographicFront"/>
                  <a:lightRig rig="threePt" dir="t"/>
                </a:scene3d>
                <a:sp3d>
                  <a:bevelT w="0" h="1270"/>
                </a:sp3d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0" i="0" u="none" strike="noStrike" kern="1200" cap="none" spc="0" normalizeH="0" baseline="0" noProof="0" dirty="0">
                  <a:ln>
                    <a:noFill/>
                  </a:ln>
                  <a:gradFill flip="none" rotWithShape="1">
                    <a:gsLst>
                      <a:gs pos="0">
                        <a:prstClr val="white">
                          <a:lumMod val="0"/>
                          <a:lumOff val="100000"/>
                        </a:prstClr>
                      </a:gs>
                      <a:gs pos="100000">
                        <a:prstClr val="white">
                          <a:lumMod val="0"/>
                          <a:lumOff val="100000"/>
                        </a:prstClr>
                      </a:gs>
                    </a:gsLst>
                    <a:lin ang="6000000" scaled="0"/>
                    <a:tileRect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endParaRPr>
              </a:p>
            </p:txBody>
          </p:sp>
          <p:sp>
            <p:nvSpPr>
              <p:cNvPr id="111" name="LcS48" descr="어두운 상향 대각선">
                <a:extLst>
                  <a:ext uri="{FF2B5EF4-FFF2-40B4-BE49-F238E27FC236}">
                    <a16:creationId xmlns:a16="http://schemas.microsoft.com/office/drawing/2014/main" id="{29CDF759-100B-4AEE-B630-5B550CCD79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7047946" y="3572360"/>
                <a:ext cx="710135" cy="232737"/>
              </a:xfrm>
              <a:custGeom>
                <a:avLst/>
                <a:gdLst>
                  <a:gd name="connsiteX0" fmla="*/ 0 w 972108"/>
                  <a:gd name="connsiteY0" fmla="*/ 0 h 756084"/>
                  <a:gd name="connsiteX1" fmla="*/ 972108 w 972108"/>
                  <a:gd name="connsiteY1" fmla="*/ 0 h 756084"/>
                  <a:gd name="connsiteX2" fmla="*/ 972108 w 972108"/>
                  <a:gd name="connsiteY2" fmla="*/ 756084 h 756084"/>
                  <a:gd name="connsiteX3" fmla="*/ 0 w 972108"/>
                  <a:gd name="connsiteY3" fmla="*/ 756084 h 756084"/>
                  <a:gd name="connsiteX4" fmla="*/ 0 w 972108"/>
                  <a:gd name="connsiteY4" fmla="*/ 0 h 756084"/>
                  <a:gd name="connsiteX0" fmla="*/ 0 w 972108"/>
                  <a:gd name="connsiteY0" fmla="*/ 0 h 756084"/>
                  <a:gd name="connsiteX1" fmla="*/ 972108 w 972108"/>
                  <a:gd name="connsiteY1" fmla="*/ 756084 h 756084"/>
                  <a:gd name="connsiteX2" fmla="*/ 0 w 972108"/>
                  <a:gd name="connsiteY2" fmla="*/ 756084 h 756084"/>
                  <a:gd name="connsiteX3" fmla="*/ 0 w 972108"/>
                  <a:gd name="connsiteY3" fmla="*/ 0 h 756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2108" h="756084">
                    <a:moveTo>
                      <a:pt x="0" y="0"/>
                    </a:moveTo>
                    <a:lnTo>
                      <a:pt x="972108" y="756084"/>
                    </a:lnTo>
                    <a:lnTo>
                      <a:pt x="0" y="7560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wrap="none" lIns="0" tIns="0" rIns="0" bIns="0" anchor="ctr" anchorCtr="0">
                <a:scene3d>
                  <a:camera prst="orthographicFront"/>
                  <a:lightRig rig="threePt" dir="t"/>
                </a:scene3d>
                <a:sp3d>
                  <a:bevelT w="0" h="1270"/>
                </a:sp3d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gradFill flip="none" rotWithShape="1">
                    <a:gsLst>
                      <a:gs pos="0">
                        <a:prstClr val="white">
                          <a:lumMod val="0"/>
                          <a:lumOff val="100000"/>
                        </a:prstClr>
                      </a:gs>
                      <a:gs pos="100000">
                        <a:prstClr val="white">
                          <a:lumMod val="0"/>
                          <a:lumOff val="100000"/>
                        </a:prstClr>
                      </a:gs>
                    </a:gsLst>
                    <a:lin ang="6000000" scaled="0"/>
                    <a:tileRect/>
                  </a:gra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endParaRPr>
              </a:p>
            </p:txBody>
          </p:sp>
        </p:grp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A0D0BA65-3EE3-48EB-AF56-60119E51AF85}"/>
                </a:ext>
              </a:extLst>
            </p:cNvPr>
            <p:cNvSpPr txBox="1"/>
            <p:nvPr/>
          </p:nvSpPr>
          <p:spPr>
            <a:xfrm>
              <a:off x="3342022" y="3528098"/>
              <a:ext cx="4244633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600" b="1" spc="-50">
                  <a:ln>
                    <a:solidFill>
                      <a:prstClr val="white">
                        <a:lumMod val="50000"/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2020</a:t>
              </a:r>
              <a:r>
                <a:rPr lang="ko-KR" altLang="en-US" sz="1600" b="1" spc="-50">
                  <a:ln>
                    <a:solidFill>
                      <a:prstClr val="white">
                        <a:lumMod val="50000"/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년 </a:t>
              </a:r>
              <a:r>
                <a:rPr lang="en-US" altLang="ko-KR" sz="1600" b="1" spc="-50">
                  <a:ln>
                    <a:solidFill>
                      <a:prstClr val="white">
                        <a:lumMod val="50000"/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08</a:t>
              </a:r>
              <a:r>
                <a:rPr lang="ko-KR" altLang="en-US" sz="1600" b="1" spc="-50">
                  <a:ln>
                    <a:solidFill>
                      <a:prstClr val="white">
                        <a:lumMod val="50000"/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월 이후 </a:t>
              </a:r>
              <a:r>
                <a:rPr lang="en-US" altLang="ko-KR" sz="1600" b="1" spc="-50">
                  <a:ln>
                    <a:solidFill>
                      <a:prstClr val="white">
                        <a:lumMod val="50000"/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~ </a:t>
              </a:r>
              <a:r>
                <a:rPr lang="ko-KR" altLang="en-US" sz="1600" b="1" spc="-50">
                  <a:ln>
                    <a:solidFill>
                      <a:prstClr val="white">
                        <a:lumMod val="50000"/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현재</a:t>
              </a:r>
              <a:endParaRPr kumimoji="0" lang="ko-KR" altLang="en-US" sz="1600" b="1" i="0" u="none" strike="noStrike" kern="1200" cap="none" spc="-50" normalizeH="0" baseline="0" noProof="0" dirty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905A3C70-9284-4208-B643-2738FA41EB14}"/>
              </a:ext>
            </a:extLst>
          </p:cNvPr>
          <p:cNvSpPr/>
          <p:nvPr/>
        </p:nvSpPr>
        <p:spPr>
          <a:xfrm>
            <a:off x="5605709" y="2112740"/>
            <a:ext cx="4206259" cy="465001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114300" indent="-114300">
              <a:spcBef>
                <a:spcPts val="200"/>
              </a:spcBef>
              <a:buClr>
                <a:prstClr val="white">
                  <a:lumMod val="65000"/>
                </a:prstClr>
              </a:buClr>
              <a:buSzPct val="110000"/>
              <a:buFont typeface="Arial" panose="020B0604020202020204" pitchFamily="34" charset="0"/>
              <a:buChar char="•"/>
              <a:tabLst>
                <a:tab pos="525463" algn="l"/>
              </a:tabLst>
            </a:pPr>
            <a:endParaRPr kumimoji="1" lang="ko-KR" altLang="en-US" sz="1200" kern="0" spc="-30">
              <a:ln>
                <a:solidFill>
                  <a:srgbClr val="000000">
                    <a:alpha val="0"/>
                  </a:srgbClr>
                </a:solidFill>
              </a:ln>
              <a:solidFill>
                <a:schemeClr val="tx1"/>
              </a:solidFill>
              <a:latin typeface="KoPub돋움체 Medium" pitchFamily="18" charset="-127"/>
              <a:ea typeface="KoPub돋움체 Medium" pitchFamily="18" charset="-127"/>
            </a:endParaRPr>
          </a:p>
        </p:txBody>
      </p:sp>
      <p:sp>
        <p:nvSpPr>
          <p:cNvPr id="263" name="Rectangle 41">
            <a:extLst>
              <a:ext uri="{FF2B5EF4-FFF2-40B4-BE49-F238E27FC236}">
                <a16:creationId xmlns:a16="http://schemas.microsoft.com/office/drawing/2014/main" id="{3ABE30F6-906B-480A-AC0B-35FC27B517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876" y="3521955"/>
            <a:ext cx="1635289" cy="256463"/>
          </a:xfrm>
          <a:prstGeom prst="rect">
            <a:avLst/>
          </a:prstGeom>
          <a:gradFill rotWithShape="1">
            <a:gsLst>
              <a:gs pos="0">
                <a:sysClr val="window" lastClr="FFFFFF">
                  <a:lumMod val="50000"/>
                </a:sysClr>
              </a:gs>
              <a:gs pos="100000">
                <a:sysClr val="windowText" lastClr="000000">
                  <a:lumMod val="65000"/>
                  <a:lumOff val="35000"/>
                </a:sysClr>
              </a:gs>
            </a:gsLst>
            <a:lin ang="3600000" scaled="0"/>
          </a:gradFill>
          <a:ln w="12700" cap="rnd" cmpd="sng" algn="ctr">
            <a:noFill/>
            <a:prstDash val="solid"/>
            <a:miter lim="800000"/>
            <a:headEnd type="none" w="lg" len="med"/>
            <a:tailEnd type="none" w="lg" len="med"/>
          </a:ln>
          <a:effectLst>
            <a:innerShdw dist="25400" dir="5400000">
              <a:sysClr val="windowText" lastClr="000000">
                <a:lumMod val="50000"/>
                <a:lumOff val="50000"/>
                <a:alpha val="50000"/>
              </a:sysClr>
            </a:innerShdw>
          </a:effectLst>
        </p:spPr>
        <p:txBody>
          <a:bodyPr wrap="none" lIns="0" tIns="0" rIns="0" bIns="0" anchor="ctr" anchorCtr="0"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effectLst/>
                <a:uLnTx/>
                <a:uFillTx/>
                <a:latin typeface="+mn-ea"/>
                <a:cs typeface="+mn-cs"/>
              </a:rPr>
              <a:t>물질협의체</a:t>
            </a:r>
          </a:p>
        </p:txBody>
      </p:sp>
      <p:sp>
        <p:nvSpPr>
          <p:cNvPr id="264" name="모서리가 둥근 직사각형 3">
            <a:extLst>
              <a:ext uri="{FF2B5EF4-FFF2-40B4-BE49-F238E27FC236}">
                <a16:creationId xmlns:a16="http://schemas.microsoft.com/office/drawing/2014/main" id="{5CA02261-B1E3-463D-A95B-C9AC72B241EB}"/>
              </a:ext>
            </a:extLst>
          </p:cNvPr>
          <p:cNvSpPr/>
          <p:nvPr/>
        </p:nvSpPr>
        <p:spPr>
          <a:xfrm>
            <a:off x="1075875" y="3822265"/>
            <a:ext cx="1635289" cy="232737"/>
          </a:xfrm>
          <a:prstGeom prst="roundRect">
            <a:avLst>
              <a:gd name="adj" fmla="val 10770"/>
            </a:avLst>
          </a:pr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1" indent="0" algn="ctr" defTabSz="91440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-30" normalizeH="0" baseline="0" noProof="0" dirty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schemeClr val="accent2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가</a:t>
            </a:r>
            <a:r>
              <a:rPr kumimoji="0" lang="en-US" altLang="ko-KR" sz="1200" b="1" i="0" u="none" strike="noStrike" kern="0" cap="none" spc="-30" normalizeH="0" baseline="0" noProof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schemeClr val="accent2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. </a:t>
            </a:r>
            <a:r>
              <a:rPr kumimoji="0" lang="ko-KR" altLang="en-US" sz="1200" b="1" i="0" u="none" strike="noStrike" kern="0" cap="none" spc="-30" normalizeH="0" baseline="0" noProof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schemeClr val="accent2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기업</a:t>
            </a:r>
            <a:r>
              <a:rPr kumimoji="0" lang="en-US" altLang="ko-KR" sz="1200" b="1" i="0" u="none" strike="noStrike" kern="0" cap="none" spc="-30" normalizeH="0" baseline="0" noProof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schemeClr val="accent2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(</a:t>
            </a:r>
            <a:r>
              <a:rPr kumimoji="0" lang="ko-KR" altLang="en-US" sz="1200" b="1" i="0" u="none" strike="noStrike" kern="0" cap="none" spc="-30" normalizeH="0" baseline="0" noProof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schemeClr val="accent2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대표자</a:t>
            </a:r>
            <a:r>
              <a:rPr kumimoji="0" lang="en-US" altLang="ko-KR" sz="1200" b="1" i="0" u="none" strike="noStrike" kern="0" cap="none" spc="-30" normalizeH="0" baseline="0" noProof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schemeClr val="accent2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)</a:t>
            </a:r>
            <a:endParaRPr kumimoji="0" lang="en-US" altLang="ko-KR" sz="1200" b="1" i="0" u="none" strike="noStrike" kern="0" cap="none" spc="-30" normalizeH="0" baseline="0" noProof="0" dirty="0">
              <a:ln>
                <a:solidFill>
                  <a:srgbClr val="4B8E42">
                    <a:alpha val="0"/>
                  </a:srgbClr>
                </a:solidFill>
              </a:ln>
              <a:solidFill>
                <a:schemeClr val="accent2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265" name="모서리가 둥근 직사각형 3">
            <a:extLst>
              <a:ext uri="{FF2B5EF4-FFF2-40B4-BE49-F238E27FC236}">
                <a16:creationId xmlns:a16="http://schemas.microsoft.com/office/drawing/2014/main" id="{6738F218-1E90-45E9-A7BE-094F5A0664C7}"/>
              </a:ext>
            </a:extLst>
          </p:cNvPr>
          <p:cNvSpPr/>
          <p:nvPr/>
        </p:nvSpPr>
        <p:spPr>
          <a:xfrm>
            <a:off x="1075874" y="4135646"/>
            <a:ext cx="1635289" cy="232737"/>
          </a:xfrm>
          <a:prstGeom prst="roundRect">
            <a:avLst>
              <a:gd name="adj" fmla="val 10770"/>
            </a:avLst>
          </a:pr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1" indent="0" algn="ctr" defTabSz="91440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-30" normalizeH="0" baseline="0" noProof="0" dirty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나</a:t>
            </a:r>
            <a:r>
              <a:rPr kumimoji="0" lang="en-US" altLang="ko-KR" sz="1100" b="1" i="0" u="none" strike="noStrike" kern="0" cap="none" spc="-30" normalizeH="0" baseline="0" noProof="0" dirty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. </a:t>
            </a:r>
            <a:r>
              <a:rPr kumimoji="0" lang="ko-KR" altLang="en-US" sz="1100" b="1" i="0" u="none" strike="noStrike" kern="0" cap="none" spc="-30" normalizeH="0" baseline="0" noProof="0" dirty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기업</a:t>
            </a:r>
            <a:endParaRPr kumimoji="0" lang="en-US" altLang="ko-KR" sz="1100" b="1" i="0" u="none" strike="noStrike" kern="0" cap="none" spc="-30" normalizeH="0" baseline="0" noProof="0" dirty="0">
              <a:ln>
                <a:solidFill>
                  <a:srgbClr val="4B8E42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66" name="모서리가 둥근 직사각형 3">
            <a:extLst>
              <a:ext uri="{FF2B5EF4-FFF2-40B4-BE49-F238E27FC236}">
                <a16:creationId xmlns:a16="http://schemas.microsoft.com/office/drawing/2014/main" id="{D5250AE3-FAF0-4CD0-B640-D36A5FC0B60B}"/>
              </a:ext>
            </a:extLst>
          </p:cNvPr>
          <p:cNvSpPr/>
          <p:nvPr/>
        </p:nvSpPr>
        <p:spPr>
          <a:xfrm>
            <a:off x="1075874" y="4423026"/>
            <a:ext cx="1635289" cy="232737"/>
          </a:xfrm>
          <a:prstGeom prst="roundRect">
            <a:avLst>
              <a:gd name="adj" fmla="val 10770"/>
            </a:avLst>
          </a:pr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1" indent="0" algn="ctr" defTabSz="91440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-30" normalizeH="0" baseline="0" noProof="0" dirty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다</a:t>
            </a:r>
            <a:r>
              <a:rPr kumimoji="0" lang="en-US" altLang="ko-KR" sz="1100" b="1" i="0" u="none" strike="noStrike" kern="0" cap="none" spc="-30" normalizeH="0" baseline="0" noProof="0" dirty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. </a:t>
            </a:r>
            <a:r>
              <a:rPr kumimoji="0" lang="ko-KR" altLang="en-US" sz="1100" b="1" i="0" u="none" strike="noStrike" kern="0" cap="none" spc="-30" normalizeH="0" baseline="0" noProof="0" dirty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기업</a:t>
            </a:r>
            <a:endParaRPr kumimoji="0" lang="en-US" altLang="ko-KR" sz="1100" b="1" i="0" u="none" strike="noStrike" kern="0" cap="none" spc="-30" normalizeH="0" baseline="0" noProof="0" dirty="0">
              <a:ln>
                <a:solidFill>
                  <a:srgbClr val="4B8E42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68" name="Rectangle 41">
            <a:extLst>
              <a:ext uri="{FF2B5EF4-FFF2-40B4-BE49-F238E27FC236}">
                <a16:creationId xmlns:a16="http://schemas.microsoft.com/office/drawing/2014/main" id="{2178E90F-EF88-4139-9EE2-E282AAE82E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8202" y="2263339"/>
            <a:ext cx="1635289" cy="256463"/>
          </a:xfrm>
          <a:prstGeom prst="rect">
            <a:avLst/>
          </a:prstGeom>
          <a:gradFill rotWithShape="1">
            <a:gsLst>
              <a:gs pos="0">
                <a:sysClr val="window" lastClr="FFFFFF">
                  <a:lumMod val="50000"/>
                </a:sysClr>
              </a:gs>
              <a:gs pos="100000">
                <a:sysClr val="windowText" lastClr="000000">
                  <a:lumMod val="65000"/>
                  <a:lumOff val="35000"/>
                </a:sysClr>
              </a:gs>
            </a:gsLst>
            <a:lin ang="3600000" scaled="0"/>
          </a:gradFill>
          <a:ln w="12700" cap="rnd" cmpd="sng" algn="ctr">
            <a:noFill/>
            <a:prstDash val="solid"/>
            <a:miter lim="800000"/>
            <a:headEnd type="none" w="lg" len="med"/>
            <a:tailEnd type="none" w="lg" len="med"/>
          </a:ln>
          <a:effectLst>
            <a:innerShdw dist="25400" dir="5400000">
              <a:sysClr val="windowText" lastClr="000000">
                <a:lumMod val="50000"/>
                <a:lumOff val="50000"/>
                <a:alpha val="50000"/>
              </a:sysClr>
            </a:innerShdw>
          </a:effectLst>
        </p:spPr>
        <p:txBody>
          <a:bodyPr wrap="none" lIns="0" tIns="0" rIns="0" bIns="0" anchor="ctr" anchorCtr="0"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kern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+mn-ea"/>
              </a:rPr>
              <a:t>1.</a:t>
            </a:r>
            <a:r>
              <a:rPr lang="ko-KR" altLang="en-US" sz="1200" b="1" kern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+mn-ea"/>
              </a:rPr>
              <a:t>살균제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prstClr val="white">
                      <a:lumMod val="0"/>
                      <a:lumOff val="100000"/>
                    </a:prstClr>
                  </a:gs>
                  <a:gs pos="100000">
                    <a:prstClr val="white">
                      <a:lumMod val="0"/>
                      <a:lumOff val="100000"/>
                    </a:prstClr>
                  </a:gs>
                </a:gsLst>
                <a:lin ang="6000000" scaled="0"/>
                <a:tileRect/>
              </a:gra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69" name="모서리가 둥근 직사각형 3">
            <a:extLst>
              <a:ext uri="{FF2B5EF4-FFF2-40B4-BE49-F238E27FC236}">
                <a16:creationId xmlns:a16="http://schemas.microsoft.com/office/drawing/2014/main" id="{827B5215-4DDC-4500-91F5-E113D1E46492}"/>
              </a:ext>
            </a:extLst>
          </p:cNvPr>
          <p:cNvSpPr/>
          <p:nvPr/>
        </p:nvSpPr>
        <p:spPr>
          <a:xfrm>
            <a:off x="3278201" y="2563649"/>
            <a:ext cx="1635289" cy="232737"/>
          </a:xfrm>
          <a:prstGeom prst="roundRect">
            <a:avLst>
              <a:gd name="adj" fmla="val 10770"/>
            </a:avLst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rgbClr val="C00000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1" indent="0" algn="ctr" defTabSz="91440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-30" normalizeH="0" baseline="0" noProof="0" dirty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가</a:t>
            </a:r>
            <a:r>
              <a:rPr kumimoji="0" lang="en-US" altLang="ko-KR" sz="1100" b="1" i="0" u="none" strike="noStrike" kern="0" cap="none" spc="-30" normalizeH="0" baseline="0" noProof="0" dirty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. </a:t>
            </a:r>
            <a:r>
              <a:rPr kumimoji="0" lang="ko-KR" altLang="en-US" sz="1100" b="1" i="0" u="none" strike="noStrike" kern="0" cap="none" spc="-30" normalizeH="0" baseline="0" noProof="0" dirty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기업</a:t>
            </a:r>
            <a:r>
              <a:rPr kumimoji="0" lang="en-US" altLang="ko-KR" sz="1100" b="1" i="0" u="none" strike="noStrike" kern="0" cap="none" spc="-30" normalizeH="0" baseline="0" noProof="0" dirty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(</a:t>
            </a:r>
            <a:r>
              <a:rPr kumimoji="0" lang="ko-KR" altLang="en-US" sz="1100" b="1" i="0" u="none" strike="noStrike" kern="0" cap="none" spc="-30" normalizeH="0" baseline="0" noProof="0" dirty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대표자</a:t>
            </a:r>
            <a:r>
              <a:rPr kumimoji="0" lang="en-US" altLang="ko-KR" sz="1100" b="1" i="0" u="none" strike="noStrike" kern="0" cap="none" spc="-30" normalizeH="0" baseline="0" noProof="0" dirty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)</a:t>
            </a:r>
          </a:p>
        </p:txBody>
      </p:sp>
      <p:sp>
        <p:nvSpPr>
          <p:cNvPr id="270" name="모서리가 둥근 직사각형 3">
            <a:extLst>
              <a:ext uri="{FF2B5EF4-FFF2-40B4-BE49-F238E27FC236}">
                <a16:creationId xmlns:a16="http://schemas.microsoft.com/office/drawing/2014/main" id="{A8FC3594-A417-456A-97A4-D9C44306F085}"/>
              </a:ext>
            </a:extLst>
          </p:cNvPr>
          <p:cNvSpPr/>
          <p:nvPr/>
        </p:nvSpPr>
        <p:spPr>
          <a:xfrm>
            <a:off x="3278200" y="2831310"/>
            <a:ext cx="1635289" cy="232737"/>
          </a:xfrm>
          <a:prstGeom prst="roundRect">
            <a:avLst>
              <a:gd name="adj" fmla="val 10770"/>
            </a:avLst>
          </a:pr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1" indent="0" algn="ctr" defTabSz="91440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-30" normalizeH="0" baseline="0" noProof="0" dirty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나</a:t>
            </a:r>
            <a:r>
              <a:rPr kumimoji="0" lang="en-US" altLang="ko-KR" sz="1100" b="1" i="0" u="none" strike="noStrike" kern="0" cap="none" spc="-30" normalizeH="0" baseline="0" noProof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. </a:t>
            </a:r>
            <a:r>
              <a:rPr kumimoji="0" lang="ko-KR" altLang="en-US" sz="1100" b="1" i="0" u="none" strike="noStrike" kern="0" cap="none" spc="-30" normalizeH="0" baseline="0" noProof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기업</a:t>
            </a:r>
            <a:r>
              <a:rPr kumimoji="0" lang="en-US" altLang="ko-KR" sz="1100" b="1" i="0" u="none" strike="noStrike" kern="0" cap="none" spc="-30" normalizeH="0" baseline="0" noProof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(</a:t>
            </a:r>
            <a:r>
              <a:rPr kumimoji="0" lang="ko-KR" altLang="en-US" sz="1100" b="1" i="0" u="none" strike="noStrike" kern="0" cap="none" spc="-30" normalizeH="0" baseline="0" noProof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구성원</a:t>
            </a:r>
            <a:r>
              <a:rPr kumimoji="0" lang="en-US" altLang="ko-KR" sz="1100" b="1" i="0" u="none" strike="noStrike" kern="0" cap="none" spc="-30" normalizeH="0" baseline="0" noProof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)</a:t>
            </a:r>
            <a:endParaRPr kumimoji="0" lang="en-US" altLang="ko-KR" sz="1100" b="1" i="0" u="none" strike="noStrike" kern="0" cap="none" spc="-30" normalizeH="0" baseline="0" noProof="0" dirty="0">
              <a:ln>
                <a:solidFill>
                  <a:srgbClr val="4B8E42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71" name="Rectangle 41">
            <a:extLst>
              <a:ext uri="{FF2B5EF4-FFF2-40B4-BE49-F238E27FC236}">
                <a16:creationId xmlns:a16="http://schemas.microsoft.com/office/drawing/2014/main" id="{D07DD208-269C-4DD7-91F3-F925880EB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1383" y="3403165"/>
            <a:ext cx="1635289" cy="256463"/>
          </a:xfrm>
          <a:prstGeom prst="rect">
            <a:avLst/>
          </a:prstGeom>
          <a:gradFill rotWithShape="1">
            <a:gsLst>
              <a:gs pos="0">
                <a:sysClr val="window" lastClr="FFFFFF">
                  <a:lumMod val="50000"/>
                </a:sysClr>
              </a:gs>
              <a:gs pos="100000">
                <a:sysClr val="windowText" lastClr="000000">
                  <a:lumMod val="65000"/>
                  <a:lumOff val="35000"/>
                </a:sysClr>
              </a:gs>
            </a:gsLst>
            <a:lin ang="3600000" scaled="0"/>
          </a:gradFill>
          <a:ln w="12700" cap="rnd" cmpd="sng" algn="ctr">
            <a:noFill/>
            <a:prstDash val="solid"/>
            <a:miter lim="800000"/>
            <a:headEnd type="none" w="lg" len="med"/>
            <a:tailEnd type="none" w="lg" len="med"/>
          </a:ln>
          <a:effectLst>
            <a:innerShdw dist="25400" dir="5400000">
              <a:sysClr val="windowText" lastClr="000000">
                <a:lumMod val="50000"/>
                <a:lumOff val="50000"/>
                <a:alpha val="50000"/>
              </a:sysClr>
            </a:innerShdw>
          </a:effectLst>
        </p:spPr>
        <p:txBody>
          <a:bodyPr wrap="none" lIns="0" tIns="0" rIns="0" bIns="0" anchor="ctr" anchorCtr="0"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kern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+mn-ea"/>
              </a:rPr>
              <a:t>2.</a:t>
            </a:r>
            <a:r>
              <a:rPr lang="ko-KR" altLang="en-US" sz="1200" b="1" kern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+mn-ea"/>
              </a:rPr>
              <a:t>살조제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prstClr val="white">
                      <a:lumMod val="0"/>
                      <a:lumOff val="100000"/>
                    </a:prstClr>
                  </a:gs>
                  <a:gs pos="100000">
                    <a:prstClr val="white">
                      <a:lumMod val="0"/>
                      <a:lumOff val="100000"/>
                    </a:prstClr>
                  </a:gs>
                </a:gsLst>
                <a:lin ang="6000000" scaled="0"/>
                <a:tileRect/>
              </a:gra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72" name="모서리가 둥근 직사각형 3">
            <a:extLst>
              <a:ext uri="{FF2B5EF4-FFF2-40B4-BE49-F238E27FC236}">
                <a16:creationId xmlns:a16="http://schemas.microsoft.com/office/drawing/2014/main" id="{49E32F86-ABF5-4168-96E3-404CF59D4739}"/>
              </a:ext>
            </a:extLst>
          </p:cNvPr>
          <p:cNvSpPr/>
          <p:nvPr/>
        </p:nvSpPr>
        <p:spPr>
          <a:xfrm>
            <a:off x="3261382" y="3703475"/>
            <a:ext cx="1635289" cy="232737"/>
          </a:xfrm>
          <a:prstGeom prst="roundRect">
            <a:avLst>
              <a:gd name="adj" fmla="val 10770"/>
            </a:avLst>
          </a:pr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1" indent="0" algn="ctr" defTabSz="91440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-30" normalizeH="0" baseline="0" noProof="0" dirty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가</a:t>
            </a:r>
            <a:r>
              <a:rPr kumimoji="0" lang="en-US" altLang="ko-KR" sz="1100" b="1" i="0" u="none" strike="noStrike" kern="0" cap="none" spc="-30" normalizeH="0" baseline="0" noProof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. </a:t>
            </a:r>
            <a:r>
              <a:rPr kumimoji="0" lang="ko-KR" altLang="en-US" sz="1100" b="1" i="0" u="none" strike="noStrike" kern="0" cap="none" spc="-30" normalizeH="0" baseline="0" noProof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기업</a:t>
            </a:r>
            <a:r>
              <a:rPr kumimoji="0" lang="en-US" altLang="ko-KR" sz="1100" b="1" i="0" u="none" strike="noStrike" kern="0" cap="none" spc="-30" normalizeH="0" baseline="0" noProof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(</a:t>
            </a:r>
            <a:r>
              <a:rPr kumimoji="0" lang="ko-KR" altLang="en-US" sz="1100" b="1" i="0" u="none" strike="noStrike" kern="0" cap="none" spc="-30" normalizeH="0" baseline="0" noProof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구성원</a:t>
            </a:r>
            <a:r>
              <a:rPr kumimoji="0" lang="en-US" altLang="ko-KR" sz="1100" b="1" i="0" u="none" strike="noStrike" kern="0" cap="none" spc="-30" normalizeH="0" baseline="0" noProof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)</a:t>
            </a:r>
            <a:endParaRPr kumimoji="0" lang="en-US" altLang="ko-KR" sz="1100" b="1" i="0" u="none" strike="noStrike" kern="0" cap="none" spc="-30" normalizeH="0" baseline="0" noProof="0" dirty="0">
              <a:ln>
                <a:solidFill>
                  <a:srgbClr val="4B8E42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73" name="모서리가 둥근 직사각형 3">
            <a:extLst>
              <a:ext uri="{FF2B5EF4-FFF2-40B4-BE49-F238E27FC236}">
                <a16:creationId xmlns:a16="http://schemas.microsoft.com/office/drawing/2014/main" id="{71C70A8C-F9B5-4B9D-9B5E-763F81A4BD6D}"/>
              </a:ext>
            </a:extLst>
          </p:cNvPr>
          <p:cNvSpPr/>
          <p:nvPr/>
        </p:nvSpPr>
        <p:spPr>
          <a:xfrm>
            <a:off x="3261381" y="3978756"/>
            <a:ext cx="1635289" cy="232737"/>
          </a:xfrm>
          <a:prstGeom prst="roundRect">
            <a:avLst>
              <a:gd name="adj" fmla="val 10770"/>
            </a:avLst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rgbClr val="C00000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1" algn="ctr" defTabSz="914400">
              <a:lnSpc>
                <a:spcPct val="95000"/>
              </a:lnSpc>
              <a:buClr>
                <a:srgbClr val="0070C0"/>
              </a:buClr>
            </a:pPr>
            <a:r>
              <a:rPr lang="ko-KR" altLang="en-US" sz="1100" b="1" kern="0" spc="-3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나</a:t>
            </a:r>
            <a:r>
              <a:rPr lang="en-US" altLang="ko-KR" sz="1100" b="1" kern="0" spc="-3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. </a:t>
            </a:r>
            <a:r>
              <a:rPr lang="ko-KR" altLang="en-US" sz="1100" b="1" kern="0" spc="-3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기업</a:t>
            </a:r>
            <a:r>
              <a:rPr lang="en-US" altLang="ko-KR" sz="1100" b="1" kern="0" spc="-3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(</a:t>
            </a:r>
            <a:r>
              <a:rPr lang="ko-KR" altLang="en-US" sz="1100" b="1" kern="0" spc="-3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대표자</a:t>
            </a:r>
            <a:r>
              <a:rPr lang="en-US" altLang="ko-KR" sz="1100" b="1" kern="0" spc="-30" dirty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)</a:t>
            </a:r>
          </a:p>
        </p:txBody>
      </p:sp>
      <p:sp>
        <p:nvSpPr>
          <p:cNvPr id="274" name="Rectangle 41">
            <a:extLst>
              <a:ext uri="{FF2B5EF4-FFF2-40B4-BE49-F238E27FC236}">
                <a16:creationId xmlns:a16="http://schemas.microsoft.com/office/drawing/2014/main" id="{FD55207B-6679-4B9E-B888-9A9F56384D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4564" y="4638241"/>
            <a:ext cx="1635289" cy="256463"/>
          </a:xfrm>
          <a:prstGeom prst="rect">
            <a:avLst/>
          </a:prstGeom>
          <a:gradFill rotWithShape="1">
            <a:gsLst>
              <a:gs pos="0">
                <a:sysClr val="window" lastClr="FFFFFF">
                  <a:lumMod val="50000"/>
                </a:sysClr>
              </a:gs>
              <a:gs pos="100000">
                <a:sysClr val="windowText" lastClr="000000">
                  <a:lumMod val="65000"/>
                  <a:lumOff val="35000"/>
                </a:sysClr>
              </a:gs>
            </a:gsLst>
            <a:lin ang="3600000" scaled="0"/>
          </a:gradFill>
          <a:ln w="12700" cap="rnd" cmpd="sng" algn="ctr">
            <a:noFill/>
            <a:prstDash val="solid"/>
            <a:miter lim="800000"/>
            <a:headEnd type="none" w="lg" len="med"/>
            <a:tailEnd type="none" w="lg" len="med"/>
          </a:ln>
          <a:effectLst>
            <a:innerShdw dist="25400" dir="5400000">
              <a:sysClr val="windowText" lastClr="000000">
                <a:lumMod val="50000"/>
                <a:lumOff val="50000"/>
                <a:alpha val="50000"/>
              </a:sysClr>
            </a:innerShdw>
          </a:effectLst>
        </p:spPr>
        <p:txBody>
          <a:bodyPr wrap="none" lIns="0" tIns="0" rIns="0" bIns="0" anchor="ctr" anchorCtr="0"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kern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+mn-ea"/>
              </a:rPr>
              <a:t>3.</a:t>
            </a:r>
            <a:r>
              <a:rPr lang="ko-KR" altLang="en-US" sz="1200" b="1" kern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+mn-ea"/>
              </a:rPr>
              <a:t>살서제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prstClr val="white">
                      <a:lumMod val="0"/>
                      <a:lumOff val="100000"/>
                    </a:prstClr>
                  </a:gs>
                  <a:gs pos="100000">
                    <a:prstClr val="white">
                      <a:lumMod val="0"/>
                      <a:lumOff val="100000"/>
                    </a:prstClr>
                  </a:gs>
                </a:gsLst>
                <a:lin ang="6000000" scaled="0"/>
                <a:tileRect/>
              </a:gra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75" name="모서리가 둥근 직사각형 3">
            <a:extLst>
              <a:ext uri="{FF2B5EF4-FFF2-40B4-BE49-F238E27FC236}">
                <a16:creationId xmlns:a16="http://schemas.microsoft.com/office/drawing/2014/main" id="{1030164D-F3DB-4511-9385-B1D4A648A527}"/>
              </a:ext>
            </a:extLst>
          </p:cNvPr>
          <p:cNvSpPr/>
          <p:nvPr/>
        </p:nvSpPr>
        <p:spPr>
          <a:xfrm>
            <a:off x="3244563" y="4938551"/>
            <a:ext cx="1635289" cy="232737"/>
          </a:xfrm>
          <a:prstGeom prst="roundRect">
            <a:avLst>
              <a:gd name="adj" fmla="val 10770"/>
            </a:avLst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rgbClr val="C00000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1" algn="ctr" defTabSz="914400">
              <a:lnSpc>
                <a:spcPct val="95000"/>
              </a:lnSpc>
              <a:buClr>
                <a:srgbClr val="0070C0"/>
              </a:buClr>
            </a:pPr>
            <a:r>
              <a:rPr lang="ko-KR" altLang="en-US" sz="1100" b="1" kern="0" spc="-3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다</a:t>
            </a:r>
            <a:r>
              <a:rPr lang="en-US" altLang="ko-KR" sz="1100" b="1" kern="0" spc="-3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. </a:t>
            </a:r>
            <a:r>
              <a:rPr lang="ko-KR" altLang="en-US" sz="1100" b="1" kern="0" spc="-3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기업</a:t>
            </a:r>
            <a:r>
              <a:rPr lang="en-US" altLang="ko-KR" sz="1100" b="1" kern="0" spc="-3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(</a:t>
            </a:r>
            <a:r>
              <a:rPr lang="ko-KR" altLang="en-US" sz="1100" b="1" kern="0" spc="-3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대표자</a:t>
            </a:r>
            <a:r>
              <a:rPr lang="en-US" altLang="ko-KR" sz="1100" b="1" kern="0" spc="-30" dirty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)</a:t>
            </a:r>
          </a:p>
        </p:txBody>
      </p:sp>
      <p:sp>
        <p:nvSpPr>
          <p:cNvPr id="276" name="모서리가 둥근 직사각형 3">
            <a:extLst>
              <a:ext uri="{FF2B5EF4-FFF2-40B4-BE49-F238E27FC236}">
                <a16:creationId xmlns:a16="http://schemas.microsoft.com/office/drawing/2014/main" id="{5A1484D3-556C-472D-937E-BF3C893D2B97}"/>
              </a:ext>
            </a:extLst>
          </p:cNvPr>
          <p:cNvSpPr/>
          <p:nvPr/>
        </p:nvSpPr>
        <p:spPr>
          <a:xfrm>
            <a:off x="3244562" y="5206212"/>
            <a:ext cx="1635289" cy="232737"/>
          </a:xfrm>
          <a:prstGeom prst="roundRect">
            <a:avLst>
              <a:gd name="adj" fmla="val 10770"/>
            </a:avLst>
          </a:pr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1" indent="0" algn="ctr" defTabSz="91440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-30" normalizeH="0" baseline="0" noProof="0" dirty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라</a:t>
            </a:r>
            <a:r>
              <a:rPr kumimoji="0" lang="en-US" altLang="ko-KR" sz="1100" b="1" i="0" u="none" strike="noStrike" kern="0" cap="none" spc="-30" normalizeH="0" baseline="0" noProof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. </a:t>
            </a:r>
            <a:r>
              <a:rPr kumimoji="0" lang="ko-KR" altLang="en-US" sz="1100" b="1" i="0" u="none" strike="noStrike" kern="0" cap="none" spc="-30" normalizeH="0" baseline="0" noProof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기업</a:t>
            </a:r>
            <a:r>
              <a:rPr kumimoji="0" lang="en-US" altLang="ko-KR" sz="1100" b="1" i="0" u="none" strike="noStrike" kern="0" cap="none" spc="-30" normalizeH="0" baseline="0" noProof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(</a:t>
            </a:r>
            <a:r>
              <a:rPr kumimoji="0" lang="ko-KR" altLang="en-US" sz="1100" b="1" i="0" u="none" strike="noStrike" kern="0" cap="none" spc="-30" normalizeH="0" baseline="0" noProof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구성원</a:t>
            </a:r>
            <a:r>
              <a:rPr kumimoji="0" lang="en-US" altLang="ko-KR" sz="1100" b="1" i="0" u="none" strike="noStrike" kern="0" cap="none" spc="-30" normalizeH="0" baseline="0" noProof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)</a:t>
            </a:r>
            <a:endParaRPr kumimoji="0" lang="en-US" altLang="ko-KR" sz="1100" b="1" i="0" u="none" strike="noStrike" kern="0" cap="none" spc="-30" normalizeH="0" baseline="0" noProof="0" dirty="0">
              <a:ln>
                <a:solidFill>
                  <a:srgbClr val="4B8E42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77" name="Rectangle 41">
            <a:extLst>
              <a:ext uri="{FF2B5EF4-FFF2-40B4-BE49-F238E27FC236}">
                <a16:creationId xmlns:a16="http://schemas.microsoft.com/office/drawing/2014/main" id="{86A42EE7-7CB8-4A96-B7C0-D5B72D9ED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7745" y="5825692"/>
            <a:ext cx="1635289" cy="256463"/>
          </a:xfrm>
          <a:prstGeom prst="rect">
            <a:avLst/>
          </a:prstGeom>
          <a:gradFill rotWithShape="1">
            <a:gsLst>
              <a:gs pos="0">
                <a:sysClr val="window" lastClr="FFFFFF">
                  <a:lumMod val="50000"/>
                </a:sysClr>
              </a:gs>
              <a:gs pos="100000">
                <a:sysClr val="windowText" lastClr="000000">
                  <a:lumMod val="65000"/>
                  <a:lumOff val="35000"/>
                </a:sysClr>
              </a:gs>
            </a:gsLst>
            <a:lin ang="3600000" scaled="0"/>
          </a:gradFill>
          <a:ln w="12700" cap="rnd" cmpd="sng" algn="ctr">
            <a:noFill/>
            <a:prstDash val="solid"/>
            <a:miter lim="800000"/>
            <a:headEnd type="none" w="lg" len="med"/>
            <a:tailEnd type="none" w="lg" len="med"/>
          </a:ln>
          <a:effectLst>
            <a:innerShdw dist="25400" dir="5400000">
              <a:sysClr val="windowText" lastClr="000000">
                <a:lumMod val="50000"/>
                <a:lumOff val="50000"/>
                <a:alpha val="50000"/>
              </a:sysClr>
            </a:innerShdw>
          </a:effectLst>
        </p:spPr>
        <p:txBody>
          <a:bodyPr wrap="none" lIns="0" tIns="0" rIns="0" bIns="0" anchor="ctr" anchorCtr="0"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kern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+mn-ea"/>
              </a:rPr>
              <a:t>8.</a:t>
            </a:r>
            <a:r>
              <a:rPr lang="ko-KR" altLang="en-US" sz="1200" b="1" kern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+mn-ea"/>
              </a:rPr>
              <a:t>제품유형보존제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prstClr val="white">
                      <a:lumMod val="0"/>
                      <a:lumOff val="100000"/>
                    </a:prstClr>
                  </a:gs>
                  <a:gs pos="100000">
                    <a:prstClr val="white">
                      <a:lumMod val="0"/>
                      <a:lumOff val="100000"/>
                    </a:prstClr>
                  </a:gs>
                </a:gsLst>
                <a:lin ang="6000000" scaled="0"/>
                <a:tileRect/>
              </a:gra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78" name="모서리가 둥근 직사각형 3">
            <a:extLst>
              <a:ext uri="{FF2B5EF4-FFF2-40B4-BE49-F238E27FC236}">
                <a16:creationId xmlns:a16="http://schemas.microsoft.com/office/drawing/2014/main" id="{2FD5C84B-43DB-4447-AD95-CB189B5E697C}"/>
              </a:ext>
            </a:extLst>
          </p:cNvPr>
          <p:cNvSpPr/>
          <p:nvPr/>
        </p:nvSpPr>
        <p:spPr>
          <a:xfrm>
            <a:off x="3227744" y="6126002"/>
            <a:ext cx="1635289" cy="232737"/>
          </a:xfrm>
          <a:prstGeom prst="roundRect">
            <a:avLst>
              <a:gd name="adj" fmla="val 10770"/>
            </a:avLst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rgbClr val="C00000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1" algn="ctr" defTabSz="914400">
              <a:lnSpc>
                <a:spcPct val="95000"/>
              </a:lnSpc>
              <a:buClr>
                <a:srgbClr val="0070C0"/>
              </a:buClr>
            </a:pPr>
            <a:r>
              <a:rPr lang="ko-KR" altLang="en-US" sz="1100" b="1" kern="0" spc="-3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다</a:t>
            </a:r>
            <a:r>
              <a:rPr lang="en-US" altLang="ko-KR" sz="1100" b="1" kern="0" spc="-3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. </a:t>
            </a:r>
            <a:r>
              <a:rPr lang="ko-KR" altLang="en-US" sz="1100" b="1" kern="0" spc="-3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기업</a:t>
            </a:r>
            <a:r>
              <a:rPr lang="en-US" altLang="ko-KR" sz="1100" b="1" kern="0" spc="-3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(</a:t>
            </a:r>
            <a:r>
              <a:rPr lang="ko-KR" altLang="en-US" sz="1100" b="1" kern="0" spc="-3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대표자</a:t>
            </a:r>
            <a:r>
              <a:rPr lang="en-US" altLang="ko-KR" sz="1100" b="1" kern="0" spc="-3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)</a:t>
            </a:r>
            <a:endParaRPr lang="en-US" altLang="ko-KR" sz="1100" b="1" kern="0" spc="-30" dirty="0">
              <a:ln>
                <a:solidFill>
                  <a:srgbClr val="4B8E42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</p:txBody>
      </p:sp>
      <p:sp>
        <p:nvSpPr>
          <p:cNvPr id="279" name="모서리가 둥근 직사각형 3">
            <a:extLst>
              <a:ext uri="{FF2B5EF4-FFF2-40B4-BE49-F238E27FC236}">
                <a16:creationId xmlns:a16="http://schemas.microsoft.com/office/drawing/2014/main" id="{8A94CC77-B64B-4E00-8A20-DD64927CD695}"/>
              </a:ext>
            </a:extLst>
          </p:cNvPr>
          <p:cNvSpPr/>
          <p:nvPr/>
        </p:nvSpPr>
        <p:spPr>
          <a:xfrm>
            <a:off x="3227743" y="6401283"/>
            <a:ext cx="1635289" cy="232737"/>
          </a:xfrm>
          <a:prstGeom prst="roundRect">
            <a:avLst>
              <a:gd name="adj" fmla="val 10770"/>
            </a:avLst>
          </a:pr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1" algn="ctr" defTabSz="914400">
              <a:lnSpc>
                <a:spcPct val="95000"/>
              </a:lnSpc>
              <a:buClr>
                <a:srgbClr val="0070C0"/>
              </a:buClr>
            </a:pPr>
            <a:r>
              <a:rPr lang="ko-KR" altLang="en-US" sz="1100" b="1" kern="0" spc="-3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라</a:t>
            </a:r>
            <a:r>
              <a:rPr lang="en-US" altLang="ko-KR" sz="1100" b="1" kern="0" spc="-3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. </a:t>
            </a:r>
            <a:r>
              <a:rPr lang="ko-KR" altLang="en-US" sz="1100" b="1" kern="0" spc="-3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기업</a:t>
            </a:r>
            <a:r>
              <a:rPr lang="en-US" altLang="ko-KR" sz="1100" b="1" kern="0" spc="-3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(</a:t>
            </a:r>
            <a:r>
              <a:rPr lang="ko-KR" altLang="en-US" sz="1100" b="1" kern="0" spc="-3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구성원</a:t>
            </a:r>
            <a:r>
              <a:rPr lang="en-US" altLang="ko-KR" sz="1100" b="1" kern="0" spc="-3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)</a:t>
            </a:r>
            <a:endParaRPr lang="en-US" altLang="ko-KR" sz="1100" b="1" kern="0" spc="-30" dirty="0">
              <a:ln>
                <a:solidFill>
                  <a:srgbClr val="4B8E42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</p:txBody>
      </p:sp>
      <p:cxnSp>
        <p:nvCxnSpPr>
          <p:cNvPr id="280" name="직선 화살표 연결선 279">
            <a:extLst>
              <a:ext uri="{FF2B5EF4-FFF2-40B4-BE49-F238E27FC236}">
                <a16:creationId xmlns:a16="http://schemas.microsoft.com/office/drawing/2014/main" id="{121D667C-9ADC-4BBD-80AC-E3B2897B1BF4}"/>
              </a:ext>
            </a:extLst>
          </p:cNvPr>
          <p:cNvCxnSpPr>
            <a:stCxn id="269" idx="1"/>
            <a:endCxn id="264" idx="3"/>
          </p:cNvCxnSpPr>
          <p:nvPr/>
        </p:nvCxnSpPr>
        <p:spPr>
          <a:xfrm flipH="1">
            <a:off x="2711164" y="2680018"/>
            <a:ext cx="567037" cy="1258616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81" name="직선 화살표 연결선 280">
            <a:extLst>
              <a:ext uri="{FF2B5EF4-FFF2-40B4-BE49-F238E27FC236}">
                <a16:creationId xmlns:a16="http://schemas.microsoft.com/office/drawing/2014/main" id="{288DED5A-2883-4184-BD3E-880720463CD1}"/>
              </a:ext>
            </a:extLst>
          </p:cNvPr>
          <p:cNvCxnSpPr>
            <a:cxnSpLocks/>
            <a:stCxn id="273" idx="1"/>
            <a:endCxn id="265" idx="3"/>
          </p:cNvCxnSpPr>
          <p:nvPr/>
        </p:nvCxnSpPr>
        <p:spPr>
          <a:xfrm flipH="1">
            <a:off x="2711163" y="4095125"/>
            <a:ext cx="550218" cy="156890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82" name="직선 화살표 연결선 281">
            <a:extLst>
              <a:ext uri="{FF2B5EF4-FFF2-40B4-BE49-F238E27FC236}">
                <a16:creationId xmlns:a16="http://schemas.microsoft.com/office/drawing/2014/main" id="{260D0076-2B64-41BD-90D9-C12E36543B61}"/>
              </a:ext>
            </a:extLst>
          </p:cNvPr>
          <p:cNvCxnSpPr>
            <a:stCxn id="275" idx="1"/>
            <a:endCxn id="266" idx="3"/>
          </p:cNvCxnSpPr>
          <p:nvPr/>
        </p:nvCxnSpPr>
        <p:spPr>
          <a:xfrm flipH="1" flipV="1">
            <a:off x="2711163" y="4539395"/>
            <a:ext cx="533400" cy="515525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83" name="직선 화살표 연결선 282">
            <a:extLst>
              <a:ext uri="{FF2B5EF4-FFF2-40B4-BE49-F238E27FC236}">
                <a16:creationId xmlns:a16="http://schemas.microsoft.com/office/drawing/2014/main" id="{F491DE25-FCAF-4FAE-8EB9-6DC7F7D6403C}"/>
              </a:ext>
            </a:extLst>
          </p:cNvPr>
          <p:cNvCxnSpPr>
            <a:cxnSpLocks/>
            <a:endCxn id="266" idx="3"/>
          </p:cNvCxnSpPr>
          <p:nvPr/>
        </p:nvCxnSpPr>
        <p:spPr>
          <a:xfrm flipH="1" flipV="1">
            <a:off x="2711163" y="4539395"/>
            <a:ext cx="504822" cy="1739902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284" name="모서리가 둥근 직사각형 3">
            <a:extLst>
              <a:ext uri="{FF2B5EF4-FFF2-40B4-BE49-F238E27FC236}">
                <a16:creationId xmlns:a16="http://schemas.microsoft.com/office/drawing/2014/main" id="{B3CDFFFE-6B05-4F81-B61D-9891343E1EFE}"/>
              </a:ext>
            </a:extLst>
          </p:cNvPr>
          <p:cNvSpPr/>
          <p:nvPr/>
        </p:nvSpPr>
        <p:spPr>
          <a:xfrm>
            <a:off x="1075873" y="5323250"/>
            <a:ext cx="1663868" cy="1382343"/>
          </a:xfrm>
          <a:prstGeom prst="roundRect">
            <a:avLst>
              <a:gd name="adj" fmla="val 10770"/>
            </a:avLst>
          </a:prstGeom>
          <a:solidFill>
            <a:srgbClr val="E5F0C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1" indent="0" algn="ctr" defTabSz="91440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-30" normalizeH="0" baseline="0" noProof="0" dirty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제품유형협의체 대표자로 구성</a:t>
            </a:r>
            <a:endParaRPr kumimoji="0" lang="en-US" altLang="ko-KR" sz="1200" b="1" i="0" u="none" strike="noStrike" kern="0" cap="none" spc="-30" normalizeH="0" baseline="0" noProof="0" dirty="0">
              <a:ln>
                <a:solidFill>
                  <a:srgbClr val="4B8E42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1" indent="0" algn="ctr" defTabSz="91440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Tx/>
              <a:buNone/>
              <a:tabLst/>
              <a:defRPr/>
            </a:pPr>
            <a:endParaRPr kumimoji="0" lang="en-US" altLang="ko-KR" sz="1100" b="0" i="0" u="none" strike="noStrike" kern="0" cap="none" spc="-30" normalizeH="0" baseline="0" noProof="0" dirty="0">
              <a:ln>
                <a:solidFill>
                  <a:srgbClr val="4B8E42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1" indent="0" algn="ctr" defTabSz="91440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-30" normalizeH="0" baseline="0" noProof="0" dirty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제품유형협의체 대표자 선정 시 자동으로 물질협의체 구성원으로 등록</a:t>
            </a:r>
            <a:endParaRPr kumimoji="0" lang="en-US" altLang="ko-KR" sz="1100" b="0" i="0" u="none" strike="noStrike" kern="0" cap="none" spc="-30" normalizeH="0" baseline="0" noProof="0" dirty="0">
              <a:ln>
                <a:solidFill>
                  <a:srgbClr val="4B8E42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pic>
        <p:nvPicPr>
          <p:cNvPr id="285" name="그림 284">
            <a:extLst>
              <a:ext uri="{FF2B5EF4-FFF2-40B4-BE49-F238E27FC236}">
                <a16:creationId xmlns:a16="http://schemas.microsoft.com/office/drawing/2014/main" id="{F7B7C0AD-AFBD-4B91-9311-755FD8CA0BB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727085" y="4876011"/>
            <a:ext cx="258335" cy="540371"/>
          </a:xfrm>
          <a:prstGeom prst="rect">
            <a:avLst/>
          </a:prstGeom>
        </p:spPr>
      </p:pic>
      <p:sp>
        <p:nvSpPr>
          <p:cNvPr id="286" name="Rectangle 41">
            <a:extLst>
              <a:ext uri="{FF2B5EF4-FFF2-40B4-BE49-F238E27FC236}">
                <a16:creationId xmlns:a16="http://schemas.microsoft.com/office/drawing/2014/main" id="{B08052E1-4576-49AD-9C8C-8A38528F3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8322" y="3522504"/>
            <a:ext cx="1635289" cy="256463"/>
          </a:xfrm>
          <a:prstGeom prst="rect">
            <a:avLst/>
          </a:prstGeom>
          <a:gradFill rotWithShape="1">
            <a:gsLst>
              <a:gs pos="0">
                <a:sysClr val="window" lastClr="FFFFFF">
                  <a:lumMod val="50000"/>
                </a:sysClr>
              </a:gs>
              <a:gs pos="100000">
                <a:sysClr val="windowText" lastClr="000000">
                  <a:lumMod val="65000"/>
                  <a:lumOff val="35000"/>
                </a:sysClr>
              </a:gs>
            </a:gsLst>
            <a:lin ang="3600000" scaled="0"/>
          </a:gradFill>
          <a:ln w="12700" cap="rnd" cmpd="sng" algn="ctr">
            <a:noFill/>
            <a:prstDash val="solid"/>
            <a:miter lim="800000"/>
            <a:headEnd type="none" w="lg" len="med"/>
            <a:tailEnd type="none" w="lg" len="med"/>
          </a:ln>
          <a:effectLst>
            <a:innerShdw dist="25400" dir="5400000">
              <a:sysClr val="windowText" lastClr="000000">
                <a:lumMod val="50000"/>
                <a:lumOff val="50000"/>
                <a:alpha val="50000"/>
              </a:sysClr>
            </a:innerShdw>
          </a:effectLst>
        </p:spPr>
        <p:txBody>
          <a:bodyPr wrap="none" lIns="0" tIns="0" rIns="0" bIns="0" anchor="ctr" anchorCtr="0"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effectLst/>
                <a:uLnTx/>
                <a:uFillTx/>
                <a:latin typeface="+mn-ea"/>
                <a:cs typeface="+mn-cs"/>
              </a:rPr>
              <a:t>물질협의체</a:t>
            </a:r>
          </a:p>
        </p:txBody>
      </p:sp>
      <p:sp>
        <p:nvSpPr>
          <p:cNvPr id="287" name="모서리가 둥근 직사각형 3">
            <a:extLst>
              <a:ext uri="{FF2B5EF4-FFF2-40B4-BE49-F238E27FC236}">
                <a16:creationId xmlns:a16="http://schemas.microsoft.com/office/drawing/2014/main" id="{B78AE0A7-D29F-4AA1-9ECF-CF05CC8D703C}"/>
              </a:ext>
            </a:extLst>
          </p:cNvPr>
          <p:cNvSpPr/>
          <p:nvPr/>
        </p:nvSpPr>
        <p:spPr>
          <a:xfrm>
            <a:off x="5778321" y="3822814"/>
            <a:ext cx="1635289" cy="232737"/>
          </a:xfrm>
          <a:prstGeom prst="roundRect">
            <a:avLst>
              <a:gd name="adj" fmla="val 10770"/>
            </a:avLst>
          </a:pr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1" indent="0" algn="ctr" defTabSz="91440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-30" normalizeH="0" baseline="0" noProof="0" dirty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schemeClr val="accent2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가</a:t>
            </a:r>
            <a:r>
              <a:rPr kumimoji="0" lang="en-US" altLang="ko-KR" sz="1200" b="1" i="0" u="none" strike="noStrike" kern="0" cap="none" spc="-30" normalizeH="0" baseline="0" noProof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schemeClr val="accent2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. </a:t>
            </a:r>
            <a:r>
              <a:rPr kumimoji="0" lang="ko-KR" altLang="en-US" sz="1200" b="1" i="0" u="none" strike="noStrike" kern="0" cap="none" spc="-30" normalizeH="0" baseline="0" noProof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schemeClr val="accent2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기업</a:t>
            </a:r>
            <a:r>
              <a:rPr kumimoji="0" lang="en-US" altLang="ko-KR" sz="1200" b="1" i="0" u="none" strike="noStrike" kern="0" cap="none" spc="-30" normalizeH="0" baseline="0" noProof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schemeClr val="accent2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(</a:t>
            </a:r>
            <a:r>
              <a:rPr kumimoji="0" lang="ko-KR" altLang="en-US" sz="1200" b="1" i="0" u="none" strike="noStrike" kern="0" cap="none" spc="-30" normalizeH="0" baseline="0" noProof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schemeClr val="accent2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대표자</a:t>
            </a:r>
            <a:r>
              <a:rPr kumimoji="0" lang="en-US" altLang="ko-KR" sz="1200" b="1" i="0" u="none" strike="noStrike" kern="0" cap="none" spc="-30" normalizeH="0" baseline="0" noProof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schemeClr val="accent2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)</a:t>
            </a:r>
            <a:endParaRPr kumimoji="0" lang="en-US" altLang="ko-KR" sz="1200" b="1" i="0" u="none" strike="noStrike" kern="0" cap="none" spc="-30" normalizeH="0" baseline="0" noProof="0" dirty="0">
              <a:ln>
                <a:solidFill>
                  <a:srgbClr val="4B8E42">
                    <a:alpha val="0"/>
                  </a:srgbClr>
                </a:solidFill>
              </a:ln>
              <a:solidFill>
                <a:schemeClr val="accent2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288" name="모서리가 둥근 직사각형 3">
            <a:extLst>
              <a:ext uri="{FF2B5EF4-FFF2-40B4-BE49-F238E27FC236}">
                <a16:creationId xmlns:a16="http://schemas.microsoft.com/office/drawing/2014/main" id="{D094FE96-1E39-42F4-988A-EECB77B56EBB}"/>
              </a:ext>
            </a:extLst>
          </p:cNvPr>
          <p:cNvSpPr/>
          <p:nvPr/>
        </p:nvSpPr>
        <p:spPr>
          <a:xfrm>
            <a:off x="5778320" y="4136195"/>
            <a:ext cx="1635289" cy="232737"/>
          </a:xfrm>
          <a:prstGeom prst="roundRect">
            <a:avLst>
              <a:gd name="adj" fmla="val 10770"/>
            </a:avLst>
          </a:pr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1" indent="0" algn="ctr" defTabSz="91440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-30" normalizeH="0" baseline="0" noProof="0" dirty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나</a:t>
            </a:r>
            <a:r>
              <a:rPr kumimoji="0" lang="en-US" altLang="ko-KR" sz="1100" b="1" i="0" u="none" strike="noStrike" kern="0" cap="none" spc="-30" normalizeH="0" baseline="0" noProof="0" dirty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. </a:t>
            </a:r>
            <a:r>
              <a:rPr kumimoji="0" lang="ko-KR" altLang="en-US" sz="1100" b="1" i="0" u="none" strike="noStrike" kern="0" cap="none" spc="-30" normalizeH="0" baseline="0" noProof="0" dirty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기업</a:t>
            </a:r>
            <a:endParaRPr kumimoji="0" lang="en-US" altLang="ko-KR" sz="1100" b="1" i="0" u="none" strike="noStrike" kern="0" cap="none" spc="-30" normalizeH="0" baseline="0" noProof="0" dirty="0">
              <a:ln>
                <a:solidFill>
                  <a:srgbClr val="4B8E42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89" name="모서리가 둥근 직사각형 3">
            <a:extLst>
              <a:ext uri="{FF2B5EF4-FFF2-40B4-BE49-F238E27FC236}">
                <a16:creationId xmlns:a16="http://schemas.microsoft.com/office/drawing/2014/main" id="{B9B7B9A5-FF6F-49D6-B6FE-D91878BCEFFC}"/>
              </a:ext>
            </a:extLst>
          </p:cNvPr>
          <p:cNvSpPr/>
          <p:nvPr/>
        </p:nvSpPr>
        <p:spPr>
          <a:xfrm>
            <a:off x="5778320" y="4423575"/>
            <a:ext cx="1635289" cy="232737"/>
          </a:xfrm>
          <a:prstGeom prst="roundRect">
            <a:avLst>
              <a:gd name="adj" fmla="val 10770"/>
            </a:avLst>
          </a:pr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1" indent="0" algn="ctr" defTabSz="91440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-30" normalizeH="0" baseline="0" noProof="0" dirty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다</a:t>
            </a:r>
            <a:r>
              <a:rPr kumimoji="0" lang="en-US" altLang="ko-KR" sz="1100" b="1" i="0" u="none" strike="noStrike" kern="0" cap="none" spc="-30" normalizeH="0" baseline="0" noProof="0" dirty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. </a:t>
            </a:r>
            <a:r>
              <a:rPr kumimoji="0" lang="ko-KR" altLang="en-US" sz="1100" b="1" i="0" u="none" strike="noStrike" kern="0" cap="none" spc="-30" normalizeH="0" baseline="0" noProof="0" dirty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기업</a:t>
            </a:r>
            <a:endParaRPr kumimoji="0" lang="en-US" altLang="ko-KR" sz="1100" b="1" i="0" u="none" strike="noStrike" kern="0" cap="none" spc="-30" normalizeH="0" baseline="0" noProof="0" dirty="0">
              <a:ln>
                <a:solidFill>
                  <a:srgbClr val="4B8E42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90" name="Rectangle 41">
            <a:extLst>
              <a:ext uri="{FF2B5EF4-FFF2-40B4-BE49-F238E27FC236}">
                <a16:creationId xmlns:a16="http://schemas.microsoft.com/office/drawing/2014/main" id="{F5E463E8-6B58-4647-BB6E-6E00379272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0648" y="2263888"/>
            <a:ext cx="1635289" cy="256463"/>
          </a:xfrm>
          <a:prstGeom prst="rect">
            <a:avLst/>
          </a:prstGeom>
          <a:gradFill rotWithShape="1">
            <a:gsLst>
              <a:gs pos="0">
                <a:sysClr val="window" lastClr="FFFFFF">
                  <a:lumMod val="50000"/>
                </a:sysClr>
              </a:gs>
              <a:gs pos="100000">
                <a:sysClr val="windowText" lastClr="000000">
                  <a:lumMod val="65000"/>
                  <a:lumOff val="35000"/>
                </a:sysClr>
              </a:gs>
            </a:gsLst>
            <a:lin ang="3600000" scaled="0"/>
          </a:gradFill>
          <a:ln w="12700" cap="rnd" cmpd="sng" algn="ctr">
            <a:noFill/>
            <a:prstDash val="solid"/>
            <a:miter lim="800000"/>
            <a:headEnd type="none" w="lg" len="med"/>
            <a:tailEnd type="none" w="lg" len="med"/>
          </a:ln>
          <a:effectLst>
            <a:innerShdw dist="25400" dir="5400000">
              <a:sysClr val="windowText" lastClr="000000">
                <a:lumMod val="50000"/>
                <a:lumOff val="50000"/>
                <a:alpha val="50000"/>
              </a:sysClr>
            </a:innerShdw>
          </a:effectLst>
        </p:spPr>
        <p:txBody>
          <a:bodyPr wrap="none" lIns="0" tIns="0" rIns="0" bIns="0" anchor="ctr" anchorCtr="0"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kern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+mn-ea"/>
              </a:rPr>
              <a:t>1.</a:t>
            </a:r>
            <a:r>
              <a:rPr lang="ko-KR" altLang="en-US" sz="1200" b="1" kern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+mn-ea"/>
              </a:rPr>
              <a:t>살균제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prstClr val="white">
                      <a:lumMod val="0"/>
                      <a:lumOff val="100000"/>
                    </a:prstClr>
                  </a:gs>
                  <a:gs pos="100000">
                    <a:prstClr val="white">
                      <a:lumMod val="0"/>
                      <a:lumOff val="100000"/>
                    </a:prstClr>
                  </a:gs>
                </a:gsLst>
                <a:lin ang="6000000" scaled="0"/>
                <a:tileRect/>
              </a:gra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91" name="모서리가 둥근 직사각형 3">
            <a:extLst>
              <a:ext uri="{FF2B5EF4-FFF2-40B4-BE49-F238E27FC236}">
                <a16:creationId xmlns:a16="http://schemas.microsoft.com/office/drawing/2014/main" id="{C4700866-4D59-4A69-86F9-888C2D227E65}"/>
              </a:ext>
            </a:extLst>
          </p:cNvPr>
          <p:cNvSpPr/>
          <p:nvPr/>
        </p:nvSpPr>
        <p:spPr>
          <a:xfrm>
            <a:off x="7980647" y="2564198"/>
            <a:ext cx="1635289" cy="232737"/>
          </a:xfrm>
          <a:prstGeom prst="roundRect">
            <a:avLst>
              <a:gd name="adj" fmla="val 10770"/>
            </a:avLst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rgbClr val="C00000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1" indent="0" algn="ctr" defTabSz="91440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-30" normalizeH="0" baseline="0" noProof="0" dirty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가</a:t>
            </a:r>
            <a:r>
              <a:rPr kumimoji="0" lang="en-US" altLang="ko-KR" sz="1100" b="1" i="0" u="none" strike="noStrike" kern="0" cap="none" spc="-30" normalizeH="0" baseline="0" noProof="0" dirty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. </a:t>
            </a:r>
            <a:r>
              <a:rPr kumimoji="0" lang="ko-KR" altLang="en-US" sz="1100" b="1" i="0" u="none" strike="noStrike" kern="0" cap="none" spc="-30" normalizeH="0" baseline="0" noProof="0" dirty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기업</a:t>
            </a:r>
            <a:r>
              <a:rPr kumimoji="0" lang="en-US" altLang="ko-KR" sz="1100" b="1" i="0" u="none" strike="noStrike" kern="0" cap="none" spc="-30" normalizeH="0" baseline="0" noProof="0" dirty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(</a:t>
            </a:r>
            <a:r>
              <a:rPr kumimoji="0" lang="ko-KR" altLang="en-US" sz="1100" b="1" i="0" u="none" strike="noStrike" kern="0" cap="none" spc="-30" normalizeH="0" baseline="0" noProof="0" dirty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대표자</a:t>
            </a:r>
            <a:r>
              <a:rPr kumimoji="0" lang="en-US" altLang="ko-KR" sz="1100" b="1" i="0" u="none" strike="noStrike" kern="0" cap="none" spc="-30" normalizeH="0" baseline="0" noProof="0" dirty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)</a:t>
            </a:r>
          </a:p>
        </p:txBody>
      </p:sp>
      <p:sp>
        <p:nvSpPr>
          <p:cNvPr id="292" name="모서리가 둥근 직사각형 3">
            <a:extLst>
              <a:ext uri="{FF2B5EF4-FFF2-40B4-BE49-F238E27FC236}">
                <a16:creationId xmlns:a16="http://schemas.microsoft.com/office/drawing/2014/main" id="{CE8F4F2B-0A87-4897-B708-F896A0BE47CB}"/>
              </a:ext>
            </a:extLst>
          </p:cNvPr>
          <p:cNvSpPr/>
          <p:nvPr/>
        </p:nvSpPr>
        <p:spPr>
          <a:xfrm>
            <a:off x="7980646" y="2831859"/>
            <a:ext cx="1635289" cy="232737"/>
          </a:xfrm>
          <a:prstGeom prst="roundRect">
            <a:avLst>
              <a:gd name="adj" fmla="val 10770"/>
            </a:avLst>
          </a:pr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1" indent="0" algn="ctr" defTabSz="91440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-30" normalizeH="0" baseline="0" noProof="0" dirty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나</a:t>
            </a:r>
            <a:r>
              <a:rPr kumimoji="0" lang="en-US" altLang="ko-KR" sz="1100" b="1" i="0" u="none" strike="noStrike" kern="0" cap="none" spc="-30" normalizeH="0" baseline="0" noProof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. </a:t>
            </a:r>
            <a:r>
              <a:rPr kumimoji="0" lang="ko-KR" altLang="en-US" sz="1100" b="1" i="0" u="none" strike="noStrike" kern="0" cap="none" spc="-30" normalizeH="0" baseline="0" noProof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기업</a:t>
            </a:r>
            <a:r>
              <a:rPr kumimoji="0" lang="en-US" altLang="ko-KR" sz="1100" b="1" i="0" u="none" strike="noStrike" kern="0" cap="none" spc="-30" normalizeH="0" baseline="0" noProof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(</a:t>
            </a:r>
            <a:r>
              <a:rPr kumimoji="0" lang="ko-KR" altLang="en-US" sz="1100" b="1" i="0" u="none" strike="noStrike" kern="0" cap="none" spc="-30" normalizeH="0" baseline="0" noProof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구성원</a:t>
            </a:r>
            <a:r>
              <a:rPr kumimoji="0" lang="en-US" altLang="ko-KR" sz="1100" b="1" i="0" u="none" strike="noStrike" kern="0" cap="none" spc="-30" normalizeH="0" baseline="0" noProof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)</a:t>
            </a:r>
            <a:endParaRPr kumimoji="0" lang="en-US" altLang="ko-KR" sz="1100" b="1" i="0" u="none" strike="noStrike" kern="0" cap="none" spc="-30" normalizeH="0" baseline="0" noProof="0" dirty="0">
              <a:ln>
                <a:solidFill>
                  <a:srgbClr val="4B8E42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93" name="Rectangle 41">
            <a:extLst>
              <a:ext uri="{FF2B5EF4-FFF2-40B4-BE49-F238E27FC236}">
                <a16:creationId xmlns:a16="http://schemas.microsoft.com/office/drawing/2014/main" id="{F8110631-0F0B-4012-A9CC-005034E2DD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3829" y="3403714"/>
            <a:ext cx="1635289" cy="256463"/>
          </a:xfrm>
          <a:prstGeom prst="rect">
            <a:avLst/>
          </a:prstGeom>
          <a:gradFill rotWithShape="1">
            <a:gsLst>
              <a:gs pos="0">
                <a:sysClr val="window" lastClr="FFFFFF">
                  <a:lumMod val="50000"/>
                </a:sysClr>
              </a:gs>
              <a:gs pos="100000">
                <a:sysClr val="windowText" lastClr="000000">
                  <a:lumMod val="65000"/>
                  <a:lumOff val="35000"/>
                </a:sysClr>
              </a:gs>
            </a:gsLst>
            <a:lin ang="3600000" scaled="0"/>
          </a:gradFill>
          <a:ln w="12700" cap="rnd" cmpd="sng" algn="ctr">
            <a:noFill/>
            <a:prstDash val="solid"/>
            <a:miter lim="800000"/>
            <a:headEnd type="none" w="lg" len="med"/>
            <a:tailEnd type="none" w="lg" len="med"/>
          </a:ln>
          <a:effectLst>
            <a:innerShdw dist="25400" dir="5400000">
              <a:sysClr val="windowText" lastClr="000000">
                <a:lumMod val="50000"/>
                <a:lumOff val="50000"/>
                <a:alpha val="50000"/>
              </a:sysClr>
            </a:innerShdw>
          </a:effectLst>
        </p:spPr>
        <p:txBody>
          <a:bodyPr wrap="none" lIns="0" tIns="0" rIns="0" bIns="0" anchor="ctr" anchorCtr="0"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kern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+mn-ea"/>
              </a:rPr>
              <a:t>2.</a:t>
            </a:r>
            <a:r>
              <a:rPr lang="ko-KR" altLang="en-US" sz="1200" b="1" kern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+mn-ea"/>
              </a:rPr>
              <a:t>살조제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prstClr val="white">
                      <a:lumMod val="0"/>
                      <a:lumOff val="100000"/>
                    </a:prstClr>
                  </a:gs>
                  <a:gs pos="100000">
                    <a:prstClr val="white">
                      <a:lumMod val="0"/>
                      <a:lumOff val="100000"/>
                    </a:prstClr>
                  </a:gs>
                </a:gsLst>
                <a:lin ang="6000000" scaled="0"/>
                <a:tileRect/>
              </a:gra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94" name="모서리가 둥근 직사각형 3">
            <a:extLst>
              <a:ext uri="{FF2B5EF4-FFF2-40B4-BE49-F238E27FC236}">
                <a16:creationId xmlns:a16="http://schemas.microsoft.com/office/drawing/2014/main" id="{44B290C1-19E7-4507-BDCB-23374EC9E599}"/>
              </a:ext>
            </a:extLst>
          </p:cNvPr>
          <p:cNvSpPr/>
          <p:nvPr/>
        </p:nvSpPr>
        <p:spPr>
          <a:xfrm>
            <a:off x="7963828" y="3704024"/>
            <a:ext cx="1635289" cy="232737"/>
          </a:xfrm>
          <a:prstGeom prst="roundRect">
            <a:avLst>
              <a:gd name="adj" fmla="val 10770"/>
            </a:avLst>
          </a:pr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1" indent="0" algn="ctr" defTabSz="91440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-30" normalizeH="0" baseline="0" noProof="0" dirty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가</a:t>
            </a:r>
            <a:r>
              <a:rPr kumimoji="0" lang="en-US" altLang="ko-KR" sz="1100" b="1" i="0" u="none" strike="noStrike" kern="0" cap="none" spc="-30" normalizeH="0" baseline="0" noProof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. </a:t>
            </a:r>
            <a:r>
              <a:rPr kumimoji="0" lang="ko-KR" altLang="en-US" sz="1100" b="1" i="0" u="none" strike="noStrike" kern="0" cap="none" spc="-30" normalizeH="0" baseline="0" noProof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기업</a:t>
            </a:r>
            <a:r>
              <a:rPr kumimoji="0" lang="en-US" altLang="ko-KR" sz="1100" b="1" i="0" u="none" strike="noStrike" kern="0" cap="none" spc="-30" normalizeH="0" baseline="0" noProof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(</a:t>
            </a:r>
            <a:r>
              <a:rPr kumimoji="0" lang="ko-KR" altLang="en-US" sz="1100" b="1" i="0" u="none" strike="noStrike" kern="0" cap="none" spc="-30" normalizeH="0" baseline="0" noProof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구성원</a:t>
            </a:r>
            <a:r>
              <a:rPr kumimoji="0" lang="en-US" altLang="ko-KR" sz="1100" b="1" i="0" u="none" strike="noStrike" kern="0" cap="none" spc="-30" normalizeH="0" baseline="0" noProof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)</a:t>
            </a:r>
            <a:endParaRPr kumimoji="0" lang="en-US" altLang="ko-KR" sz="1100" b="1" i="0" u="none" strike="noStrike" kern="0" cap="none" spc="-30" normalizeH="0" baseline="0" noProof="0" dirty="0">
              <a:ln>
                <a:solidFill>
                  <a:srgbClr val="4B8E42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95" name="모서리가 둥근 직사각형 3">
            <a:extLst>
              <a:ext uri="{FF2B5EF4-FFF2-40B4-BE49-F238E27FC236}">
                <a16:creationId xmlns:a16="http://schemas.microsoft.com/office/drawing/2014/main" id="{82400E98-B2A2-4AC5-A9B4-FC71716C7691}"/>
              </a:ext>
            </a:extLst>
          </p:cNvPr>
          <p:cNvSpPr/>
          <p:nvPr/>
        </p:nvSpPr>
        <p:spPr>
          <a:xfrm>
            <a:off x="7963827" y="3979305"/>
            <a:ext cx="1635289" cy="232737"/>
          </a:xfrm>
          <a:prstGeom prst="roundRect">
            <a:avLst>
              <a:gd name="adj" fmla="val 10770"/>
            </a:avLst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rgbClr val="C00000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1" algn="ctr" defTabSz="914400">
              <a:lnSpc>
                <a:spcPct val="95000"/>
              </a:lnSpc>
              <a:buClr>
                <a:srgbClr val="0070C0"/>
              </a:buClr>
            </a:pPr>
            <a:r>
              <a:rPr lang="ko-KR" altLang="en-US" sz="1100" b="1" kern="0" spc="-3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나</a:t>
            </a:r>
            <a:r>
              <a:rPr lang="en-US" altLang="ko-KR" sz="1100" b="1" kern="0" spc="-3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. </a:t>
            </a:r>
            <a:r>
              <a:rPr lang="ko-KR" altLang="en-US" sz="1100" b="1" kern="0" spc="-3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기업</a:t>
            </a:r>
            <a:r>
              <a:rPr lang="en-US" altLang="ko-KR" sz="1100" b="1" kern="0" spc="-3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(</a:t>
            </a:r>
            <a:r>
              <a:rPr lang="ko-KR" altLang="en-US" sz="1100" b="1" kern="0" spc="-3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대표자</a:t>
            </a:r>
            <a:r>
              <a:rPr lang="en-US" altLang="ko-KR" sz="1100" b="1" kern="0" spc="-30" dirty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)</a:t>
            </a:r>
          </a:p>
        </p:txBody>
      </p:sp>
      <p:sp>
        <p:nvSpPr>
          <p:cNvPr id="296" name="Rectangle 41">
            <a:extLst>
              <a:ext uri="{FF2B5EF4-FFF2-40B4-BE49-F238E27FC236}">
                <a16:creationId xmlns:a16="http://schemas.microsoft.com/office/drawing/2014/main" id="{E4089EE3-D16E-4430-91CC-BF43F3A333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7010" y="4638790"/>
            <a:ext cx="1635289" cy="256463"/>
          </a:xfrm>
          <a:prstGeom prst="rect">
            <a:avLst/>
          </a:prstGeom>
          <a:gradFill rotWithShape="1">
            <a:gsLst>
              <a:gs pos="0">
                <a:sysClr val="window" lastClr="FFFFFF">
                  <a:lumMod val="50000"/>
                </a:sysClr>
              </a:gs>
              <a:gs pos="100000">
                <a:sysClr val="windowText" lastClr="000000">
                  <a:lumMod val="65000"/>
                  <a:lumOff val="35000"/>
                </a:sysClr>
              </a:gs>
            </a:gsLst>
            <a:lin ang="3600000" scaled="0"/>
          </a:gradFill>
          <a:ln w="12700" cap="rnd" cmpd="sng" algn="ctr">
            <a:noFill/>
            <a:prstDash val="solid"/>
            <a:miter lim="800000"/>
            <a:headEnd type="none" w="lg" len="med"/>
            <a:tailEnd type="none" w="lg" len="med"/>
          </a:ln>
          <a:effectLst>
            <a:innerShdw dist="25400" dir="5400000">
              <a:sysClr val="windowText" lastClr="000000">
                <a:lumMod val="50000"/>
                <a:lumOff val="50000"/>
                <a:alpha val="50000"/>
              </a:sysClr>
            </a:innerShdw>
          </a:effectLst>
        </p:spPr>
        <p:txBody>
          <a:bodyPr wrap="none" lIns="0" tIns="0" rIns="0" bIns="0" anchor="ctr" anchorCtr="0"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kern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+mn-ea"/>
              </a:rPr>
              <a:t>3.</a:t>
            </a:r>
            <a:r>
              <a:rPr lang="ko-KR" altLang="en-US" sz="1200" b="1" kern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+mn-ea"/>
              </a:rPr>
              <a:t>살서제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prstClr val="white">
                      <a:lumMod val="0"/>
                      <a:lumOff val="100000"/>
                    </a:prstClr>
                  </a:gs>
                  <a:gs pos="100000">
                    <a:prstClr val="white">
                      <a:lumMod val="0"/>
                      <a:lumOff val="100000"/>
                    </a:prstClr>
                  </a:gs>
                </a:gsLst>
                <a:lin ang="6000000" scaled="0"/>
                <a:tileRect/>
              </a:gra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97" name="모서리가 둥근 직사각형 3">
            <a:extLst>
              <a:ext uri="{FF2B5EF4-FFF2-40B4-BE49-F238E27FC236}">
                <a16:creationId xmlns:a16="http://schemas.microsoft.com/office/drawing/2014/main" id="{AA9AEB11-EA3D-4B36-86EC-5A5F3AE06E89}"/>
              </a:ext>
            </a:extLst>
          </p:cNvPr>
          <p:cNvSpPr/>
          <p:nvPr/>
        </p:nvSpPr>
        <p:spPr>
          <a:xfrm>
            <a:off x="7947009" y="4939100"/>
            <a:ext cx="1635289" cy="232737"/>
          </a:xfrm>
          <a:prstGeom prst="roundRect">
            <a:avLst>
              <a:gd name="adj" fmla="val 10770"/>
            </a:avLst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rgbClr val="C00000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1" algn="ctr" defTabSz="914400">
              <a:lnSpc>
                <a:spcPct val="95000"/>
              </a:lnSpc>
              <a:buClr>
                <a:srgbClr val="0070C0"/>
              </a:buClr>
            </a:pPr>
            <a:r>
              <a:rPr lang="ko-KR" altLang="en-US" sz="1100" b="1" kern="0" spc="-3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다</a:t>
            </a:r>
            <a:r>
              <a:rPr lang="en-US" altLang="ko-KR" sz="1100" b="1" kern="0" spc="-3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. </a:t>
            </a:r>
            <a:r>
              <a:rPr lang="ko-KR" altLang="en-US" sz="1100" b="1" kern="0" spc="-3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기업</a:t>
            </a:r>
            <a:r>
              <a:rPr lang="en-US" altLang="ko-KR" sz="1100" b="1" kern="0" spc="-3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(</a:t>
            </a:r>
            <a:r>
              <a:rPr lang="ko-KR" altLang="en-US" sz="1100" b="1" kern="0" spc="-3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대표자</a:t>
            </a:r>
            <a:r>
              <a:rPr lang="en-US" altLang="ko-KR" sz="1100" b="1" kern="0" spc="-30" dirty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)</a:t>
            </a:r>
          </a:p>
        </p:txBody>
      </p:sp>
      <p:sp>
        <p:nvSpPr>
          <p:cNvPr id="298" name="모서리가 둥근 직사각형 3">
            <a:extLst>
              <a:ext uri="{FF2B5EF4-FFF2-40B4-BE49-F238E27FC236}">
                <a16:creationId xmlns:a16="http://schemas.microsoft.com/office/drawing/2014/main" id="{418DCE3C-2341-4741-A14B-C791B420EC5C}"/>
              </a:ext>
            </a:extLst>
          </p:cNvPr>
          <p:cNvSpPr/>
          <p:nvPr/>
        </p:nvSpPr>
        <p:spPr>
          <a:xfrm>
            <a:off x="7947008" y="5206761"/>
            <a:ext cx="1635289" cy="232737"/>
          </a:xfrm>
          <a:prstGeom prst="roundRect">
            <a:avLst>
              <a:gd name="adj" fmla="val 10770"/>
            </a:avLst>
          </a:pr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1" indent="0" algn="ctr" defTabSz="91440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-30" normalizeH="0" baseline="0" noProof="0" dirty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라</a:t>
            </a:r>
            <a:r>
              <a:rPr kumimoji="0" lang="en-US" altLang="ko-KR" sz="1100" b="1" i="0" u="none" strike="noStrike" kern="0" cap="none" spc="-30" normalizeH="0" baseline="0" noProof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. </a:t>
            </a:r>
            <a:r>
              <a:rPr kumimoji="0" lang="ko-KR" altLang="en-US" sz="1100" b="1" i="0" u="none" strike="noStrike" kern="0" cap="none" spc="-30" normalizeH="0" baseline="0" noProof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기업</a:t>
            </a:r>
            <a:r>
              <a:rPr kumimoji="0" lang="en-US" altLang="ko-KR" sz="1100" b="1" i="0" u="none" strike="noStrike" kern="0" cap="none" spc="-30" normalizeH="0" baseline="0" noProof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(</a:t>
            </a:r>
            <a:r>
              <a:rPr kumimoji="0" lang="ko-KR" altLang="en-US" sz="1100" b="1" i="0" u="none" strike="noStrike" kern="0" cap="none" spc="-30" normalizeH="0" baseline="0" noProof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구성원</a:t>
            </a:r>
            <a:r>
              <a:rPr kumimoji="0" lang="en-US" altLang="ko-KR" sz="1100" b="1" i="0" u="none" strike="noStrike" kern="0" cap="none" spc="-30" normalizeH="0" baseline="0" noProof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)</a:t>
            </a:r>
            <a:endParaRPr kumimoji="0" lang="en-US" altLang="ko-KR" sz="1100" b="1" i="0" u="none" strike="noStrike" kern="0" cap="none" spc="-30" normalizeH="0" baseline="0" noProof="0" dirty="0">
              <a:ln>
                <a:solidFill>
                  <a:srgbClr val="4B8E42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99" name="Rectangle 41">
            <a:extLst>
              <a:ext uri="{FF2B5EF4-FFF2-40B4-BE49-F238E27FC236}">
                <a16:creationId xmlns:a16="http://schemas.microsoft.com/office/drawing/2014/main" id="{CA598804-3C67-491E-96BB-A5DA9B9E96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0191" y="5826241"/>
            <a:ext cx="1635289" cy="256463"/>
          </a:xfrm>
          <a:prstGeom prst="rect">
            <a:avLst/>
          </a:prstGeom>
          <a:gradFill rotWithShape="1">
            <a:gsLst>
              <a:gs pos="0">
                <a:sysClr val="window" lastClr="FFFFFF">
                  <a:lumMod val="50000"/>
                </a:sysClr>
              </a:gs>
              <a:gs pos="100000">
                <a:sysClr val="windowText" lastClr="000000">
                  <a:lumMod val="65000"/>
                  <a:lumOff val="35000"/>
                </a:sysClr>
              </a:gs>
            </a:gsLst>
            <a:lin ang="3600000" scaled="0"/>
          </a:gradFill>
          <a:ln w="12700" cap="rnd" cmpd="sng" algn="ctr">
            <a:noFill/>
            <a:prstDash val="solid"/>
            <a:miter lim="800000"/>
            <a:headEnd type="none" w="lg" len="med"/>
            <a:tailEnd type="none" w="lg" len="med"/>
          </a:ln>
          <a:effectLst>
            <a:innerShdw dist="25400" dir="5400000">
              <a:sysClr val="windowText" lastClr="000000">
                <a:lumMod val="50000"/>
                <a:lumOff val="50000"/>
                <a:alpha val="50000"/>
              </a:sysClr>
            </a:innerShdw>
          </a:effectLst>
        </p:spPr>
        <p:txBody>
          <a:bodyPr wrap="none" lIns="0" tIns="0" rIns="0" bIns="0" anchor="ctr" anchorCtr="0"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kern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+mn-ea"/>
              </a:rPr>
              <a:t>8.</a:t>
            </a:r>
            <a:r>
              <a:rPr lang="ko-KR" altLang="en-US" sz="1200" b="1" kern="0">
                <a:gradFill flip="none" rotWithShape="1">
                  <a:gsLst>
                    <a:gs pos="0">
                      <a:prstClr val="white">
                        <a:lumMod val="0"/>
                        <a:lumOff val="100000"/>
                      </a:prstClr>
                    </a:gs>
                    <a:gs pos="100000">
                      <a:prstClr val="white">
                        <a:lumMod val="0"/>
                        <a:lumOff val="100000"/>
                      </a:prstClr>
                    </a:gs>
                  </a:gsLst>
                  <a:lin ang="6000000" scaled="0"/>
                  <a:tileRect/>
                </a:gradFill>
                <a:latin typeface="+mn-ea"/>
              </a:rPr>
              <a:t>제품유형보존제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prstClr val="white">
                      <a:lumMod val="0"/>
                      <a:lumOff val="100000"/>
                    </a:prstClr>
                  </a:gs>
                  <a:gs pos="100000">
                    <a:prstClr val="white">
                      <a:lumMod val="0"/>
                      <a:lumOff val="100000"/>
                    </a:prstClr>
                  </a:gs>
                </a:gsLst>
                <a:lin ang="6000000" scaled="0"/>
                <a:tileRect/>
              </a:gra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00" name="모서리가 둥근 직사각형 3">
            <a:extLst>
              <a:ext uri="{FF2B5EF4-FFF2-40B4-BE49-F238E27FC236}">
                <a16:creationId xmlns:a16="http://schemas.microsoft.com/office/drawing/2014/main" id="{4B2374B3-7C5B-40E7-9E70-A541A0DE38D8}"/>
              </a:ext>
            </a:extLst>
          </p:cNvPr>
          <p:cNvSpPr/>
          <p:nvPr/>
        </p:nvSpPr>
        <p:spPr>
          <a:xfrm>
            <a:off x="7930190" y="6126551"/>
            <a:ext cx="1635289" cy="232737"/>
          </a:xfrm>
          <a:prstGeom prst="roundRect">
            <a:avLst>
              <a:gd name="adj" fmla="val 10770"/>
            </a:avLst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rgbClr val="C00000"/>
            </a:soli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1" algn="ctr" defTabSz="914400">
              <a:lnSpc>
                <a:spcPct val="95000"/>
              </a:lnSpc>
              <a:buClr>
                <a:srgbClr val="0070C0"/>
              </a:buClr>
            </a:pPr>
            <a:r>
              <a:rPr lang="ko-KR" altLang="en-US" sz="1100" b="1" kern="0" spc="-3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다</a:t>
            </a:r>
            <a:r>
              <a:rPr lang="en-US" altLang="ko-KR" sz="1100" b="1" kern="0" spc="-3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. </a:t>
            </a:r>
            <a:r>
              <a:rPr lang="ko-KR" altLang="en-US" sz="1100" b="1" kern="0" spc="-3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기업</a:t>
            </a:r>
            <a:r>
              <a:rPr lang="en-US" altLang="ko-KR" sz="1100" b="1" kern="0" spc="-3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(</a:t>
            </a:r>
            <a:r>
              <a:rPr lang="ko-KR" altLang="en-US" sz="1100" b="1" kern="0" spc="-3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대표자</a:t>
            </a:r>
            <a:r>
              <a:rPr lang="en-US" altLang="ko-KR" sz="1100" b="1" kern="0" spc="-3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)</a:t>
            </a:r>
            <a:endParaRPr lang="en-US" altLang="ko-KR" sz="1100" b="1" kern="0" spc="-30" dirty="0">
              <a:ln>
                <a:solidFill>
                  <a:srgbClr val="4B8E42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</p:txBody>
      </p:sp>
      <p:sp>
        <p:nvSpPr>
          <p:cNvPr id="301" name="모서리가 둥근 직사각형 3">
            <a:extLst>
              <a:ext uri="{FF2B5EF4-FFF2-40B4-BE49-F238E27FC236}">
                <a16:creationId xmlns:a16="http://schemas.microsoft.com/office/drawing/2014/main" id="{EE43334D-D5A5-406F-97C0-ABFE3CCD32A2}"/>
              </a:ext>
            </a:extLst>
          </p:cNvPr>
          <p:cNvSpPr/>
          <p:nvPr/>
        </p:nvSpPr>
        <p:spPr>
          <a:xfrm>
            <a:off x="7930189" y="6401832"/>
            <a:ext cx="1635289" cy="232737"/>
          </a:xfrm>
          <a:prstGeom prst="roundRect">
            <a:avLst>
              <a:gd name="adj" fmla="val 10770"/>
            </a:avLst>
          </a:pr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1" algn="ctr" defTabSz="914400">
              <a:lnSpc>
                <a:spcPct val="95000"/>
              </a:lnSpc>
              <a:buClr>
                <a:srgbClr val="0070C0"/>
              </a:buClr>
            </a:pPr>
            <a:r>
              <a:rPr lang="ko-KR" altLang="en-US" sz="1100" b="1" kern="0" spc="-3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라</a:t>
            </a:r>
            <a:r>
              <a:rPr lang="en-US" altLang="ko-KR" sz="1100" b="1" kern="0" spc="-3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. </a:t>
            </a:r>
            <a:r>
              <a:rPr lang="ko-KR" altLang="en-US" sz="1100" b="1" kern="0" spc="-3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기업</a:t>
            </a:r>
            <a:r>
              <a:rPr lang="en-US" altLang="ko-KR" sz="1100" b="1" kern="0" spc="-3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(</a:t>
            </a:r>
            <a:r>
              <a:rPr lang="ko-KR" altLang="en-US" sz="1100" b="1" kern="0" spc="-3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구성원</a:t>
            </a:r>
            <a:r>
              <a:rPr lang="en-US" altLang="ko-KR" sz="1100" b="1" kern="0" spc="-3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)</a:t>
            </a:r>
            <a:endParaRPr lang="en-US" altLang="ko-KR" sz="1100" b="1" kern="0" spc="-30" dirty="0">
              <a:ln>
                <a:solidFill>
                  <a:srgbClr val="4B8E42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+mn-ea"/>
            </a:endParaRPr>
          </a:p>
        </p:txBody>
      </p:sp>
      <p:cxnSp>
        <p:nvCxnSpPr>
          <p:cNvPr id="302" name="직선 화살표 연결선 301">
            <a:extLst>
              <a:ext uri="{FF2B5EF4-FFF2-40B4-BE49-F238E27FC236}">
                <a16:creationId xmlns:a16="http://schemas.microsoft.com/office/drawing/2014/main" id="{38A9D2DE-85C1-4BA7-8263-E06C87BC8983}"/>
              </a:ext>
            </a:extLst>
          </p:cNvPr>
          <p:cNvCxnSpPr>
            <a:stCxn id="291" idx="1"/>
            <a:endCxn id="287" idx="3"/>
          </p:cNvCxnSpPr>
          <p:nvPr/>
        </p:nvCxnSpPr>
        <p:spPr>
          <a:xfrm flipH="1">
            <a:off x="7413610" y="2680567"/>
            <a:ext cx="567037" cy="1258616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03" name="직선 화살표 연결선 302">
            <a:extLst>
              <a:ext uri="{FF2B5EF4-FFF2-40B4-BE49-F238E27FC236}">
                <a16:creationId xmlns:a16="http://schemas.microsoft.com/office/drawing/2014/main" id="{8322CF83-6602-44B1-994E-59176D25B9B6}"/>
              </a:ext>
            </a:extLst>
          </p:cNvPr>
          <p:cNvCxnSpPr>
            <a:cxnSpLocks/>
            <a:stCxn id="295" idx="1"/>
            <a:endCxn id="288" idx="3"/>
          </p:cNvCxnSpPr>
          <p:nvPr/>
        </p:nvCxnSpPr>
        <p:spPr>
          <a:xfrm flipH="1">
            <a:off x="7413609" y="4095674"/>
            <a:ext cx="550218" cy="156890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04" name="직선 화살표 연결선 303">
            <a:extLst>
              <a:ext uri="{FF2B5EF4-FFF2-40B4-BE49-F238E27FC236}">
                <a16:creationId xmlns:a16="http://schemas.microsoft.com/office/drawing/2014/main" id="{B2360498-1672-437B-942C-C32D7538D169}"/>
              </a:ext>
            </a:extLst>
          </p:cNvPr>
          <p:cNvCxnSpPr>
            <a:stCxn id="297" idx="1"/>
            <a:endCxn id="289" idx="3"/>
          </p:cNvCxnSpPr>
          <p:nvPr/>
        </p:nvCxnSpPr>
        <p:spPr>
          <a:xfrm flipH="1" flipV="1">
            <a:off x="7413609" y="4539944"/>
            <a:ext cx="533400" cy="515525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05" name="직선 화살표 연결선 304">
            <a:extLst>
              <a:ext uri="{FF2B5EF4-FFF2-40B4-BE49-F238E27FC236}">
                <a16:creationId xmlns:a16="http://schemas.microsoft.com/office/drawing/2014/main" id="{4107D85F-AD3E-48DE-AA01-F9FA1E908349}"/>
              </a:ext>
            </a:extLst>
          </p:cNvPr>
          <p:cNvCxnSpPr>
            <a:cxnSpLocks/>
            <a:endCxn id="289" idx="3"/>
          </p:cNvCxnSpPr>
          <p:nvPr/>
        </p:nvCxnSpPr>
        <p:spPr>
          <a:xfrm flipH="1" flipV="1">
            <a:off x="7413609" y="4539944"/>
            <a:ext cx="504822" cy="1739902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306" name="모서리가 둥근 직사각형 3">
            <a:extLst>
              <a:ext uri="{FF2B5EF4-FFF2-40B4-BE49-F238E27FC236}">
                <a16:creationId xmlns:a16="http://schemas.microsoft.com/office/drawing/2014/main" id="{487195D9-3E8F-4CB9-9C5D-6702763DDC20}"/>
              </a:ext>
            </a:extLst>
          </p:cNvPr>
          <p:cNvSpPr/>
          <p:nvPr/>
        </p:nvSpPr>
        <p:spPr>
          <a:xfrm>
            <a:off x="5778319" y="5323799"/>
            <a:ext cx="1663868" cy="1382343"/>
          </a:xfrm>
          <a:prstGeom prst="roundRect">
            <a:avLst>
              <a:gd name="adj" fmla="val 10770"/>
            </a:avLst>
          </a:prstGeom>
          <a:solidFill>
            <a:srgbClr val="E5F0C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1" indent="0" algn="ctr" defTabSz="91440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-30" normalizeH="0" baseline="0" noProof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제품유형협의체 모든 구성원으로 구성</a:t>
            </a:r>
          </a:p>
          <a:p>
            <a:pPr marL="0" marR="0" lvl="1" indent="0" algn="ctr" defTabSz="91440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Tx/>
              <a:buNone/>
              <a:tabLst/>
              <a:defRPr/>
            </a:pPr>
            <a:endParaRPr kumimoji="0" lang="ko-KR" altLang="en-US" sz="1200" b="1" i="0" u="none" strike="noStrike" kern="0" cap="none" spc="-30" normalizeH="0" baseline="0" noProof="0">
              <a:ln>
                <a:solidFill>
                  <a:srgbClr val="4B8E42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1" indent="0" algn="ctr" defTabSz="91440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Tx/>
              <a:buNone/>
              <a:tabLst/>
              <a:defRPr/>
            </a:pPr>
            <a:r>
              <a:rPr kumimoji="0" lang="ko-KR" altLang="en-US" sz="1200" i="0" u="none" strike="noStrike" kern="0" cap="none" spc="-30" normalizeH="0" baseline="0" noProof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제품유형협의체 모든 구성원으로 구성되며 같은 기업은 중복되지 않음</a:t>
            </a:r>
          </a:p>
        </p:txBody>
      </p:sp>
      <p:pic>
        <p:nvPicPr>
          <p:cNvPr id="307" name="그림 306">
            <a:extLst>
              <a:ext uri="{FF2B5EF4-FFF2-40B4-BE49-F238E27FC236}">
                <a16:creationId xmlns:a16="http://schemas.microsoft.com/office/drawing/2014/main" id="{6EFAA78F-D555-4D17-A272-89C74F077FF7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429531" y="4876560"/>
            <a:ext cx="258335" cy="540371"/>
          </a:xfrm>
          <a:prstGeom prst="rect">
            <a:avLst/>
          </a:prstGeom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104D6F5C-8B04-49F6-95A0-813387CD3E14}"/>
              </a:ext>
            </a:extLst>
          </p:cNvPr>
          <p:cNvCxnSpPr>
            <a:stCxn id="292" idx="1"/>
            <a:endCxn id="288" idx="3"/>
          </p:cNvCxnSpPr>
          <p:nvPr/>
        </p:nvCxnSpPr>
        <p:spPr>
          <a:xfrm flipH="1">
            <a:off x="7413609" y="2948228"/>
            <a:ext cx="567037" cy="1304336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" name="모서리가 둥근 직사각형 3">
            <a:extLst>
              <a:ext uri="{FF2B5EF4-FFF2-40B4-BE49-F238E27FC236}">
                <a16:creationId xmlns:a16="http://schemas.microsoft.com/office/drawing/2014/main" id="{B0F885AB-9036-460C-9175-D096041171FD}"/>
              </a:ext>
            </a:extLst>
          </p:cNvPr>
          <p:cNvSpPr/>
          <p:nvPr/>
        </p:nvSpPr>
        <p:spPr>
          <a:xfrm>
            <a:off x="5778320" y="4717195"/>
            <a:ext cx="1635289" cy="232737"/>
          </a:xfrm>
          <a:prstGeom prst="roundRect">
            <a:avLst>
              <a:gd name="adj" fmla="val 10770"/>
            </a:avLst>
          </a:pr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1" indent="0" algn="ctr" defTabSz="91440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Tx/>
              <a:buFontTx/>
              <a:buNone/>
              <a:tabLst/>
              <a:defRPr/>
            </a:pPr>
            <a:r>
              <a:rPr lang="ko-KR" altLang="en-US" sz="1100" b="1" kern="0" spc="-30" dirty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라</a:t>
            </a:r>
            <a:r>
              <a:rPr kumimoji="0" lang="en-US" altLang="ko-KR" sz="1100" b="1" i="0" u="none" strike="noStrike" kern="0" cap="none" spc="-30" normalizeH="0" baseline="0" noProof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. </a:t>
            </a:r>
            <a:r>
              <a:rPr kumimoji="0" lang="ko-KR" altLang="en-US" sz="1100" b="1" i="0" u="none" strike="noStrike" kern="0" cap="none" spc="-30" normalizeH="0" baseline="0" noProof="0" dirty="0">
                <a:ln>
                  <a:solidFill>
                    <a:srgbClr val="4B8E4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기업</a:t>
            </a:r>
            <a:endParaRPr kumimoji="0" lang="en-US" altLang="ko-KR" sz="1100" b="1" i="0" u="none" strike="noStrike" kern="0" cap="none" spc="-30" normalizeH="0" baseline="0" noProof="0" dirty="0">
              <a:ln>
                <a:solidFill>
                  <a:srgbClr val="4B8E42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9DD78644-013E-465E-92B1-F7A043E441FB}"/>
              </a:ext>
            </a:extLst>
          </p:cNvPr>
          <p:cNvCxnSpPr>
            <a:stCxn id="298" idx="1"/>
            <a:endCxn id="308" idx="3"/>
          </p:cNvCxnSpPr>
          <p:nvPr/>
        </p:nvCxnSpPr>
        <p:spPr>
          <a:xfrm flipH="1" flipV="1">
            <a:off x="7413609" y="4833564"/>
            <a:ext cx="533399" cy="489566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E06E4108-5B1F-4C6E-B2EA-C94962C1817E}"/>
              </a:ext>
            </a:extLst>
          </p:cNvPr>
          <p:cNvCxnSpPr>
            <a:stCxn id="301" idx="1"/>
            <a:endCxn id="308" idx="3"/>
          </p:cNvCxnSpPr>
          <p:nvPr/>
        </p:nvCxnSpPr>
        <p:spPr>
          <a:xfrm flipH="1" flipV="1">
            <a:off x="7413609" y="4833564"/>
            <a:ext cx="516580" cy="1684637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1BEC1572-9925-4D5F-A81E-7494B2C1B0D6}"/>
              </a:ext>
            </a:extLst>
          </p:cNvPr>
          <p:cNvCxnSpPr>
            <a:stCxn id="294" idx="1"/>
            <a:endCxn id="287" idx="3"/>
          </p:cNvCxnSpPr>
          <p:nvPr/>
        </p:nvCxnSpPr>
        <p:spPr>
          <a:xfrm flipH="1">
            <a:off x="7413610" y="3820393"/>
            <a:ext cx="550218" cy="118790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5051A1ED-0D7E-46E8-BD54-C2E659E808B7}"/>
              </a:ext>
            </a:extLst>
          </p:cNvPr>
          <p:cNvCxnSpPr/>
          <p:nvPr/>
        </p:nvCxnSpPr>
        <p:spPr>
          <a:xfrm>
            <a:off x="8782050" y="5486574"/>
            <a:ext cx="0" cy="276051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직선 연결선 308">
            <a:extLst>
              <a:ext uri="{FF2B5EF4-FFF2-40B4-BE49-F238E27FC236}">
                <a16:creationId xmlns:a16="http://schemas.microsoft.com/office/drawing/2014/main" id="{7EA76F61-C0C7-48BD-A89E-6F89377938DC}"/>
              </a:ext>
            </a:extLst>
          </p:cNvPr>
          <p:cNvCxnSpPr/>
          <p:nvPr/>
        </p:nvCxnSpPr>
        <p:spPr>
          <a:xfrm>
            <a:off x="4019550" y="5486574"/>
            <a:ext cx="0" cy="276051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6">
            <a:extLst>
              <a:ext uri="{FF2B5EF4-FFF2-40B4-BE49-F238E27FC236}">
                <a16:creationId xmlns:a16="http://schemas.microsoft.com/office/drawing/2014/main" id="{9AD651D7-BE56-4783-A2F6-CEB8F2493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13" y="383430"/>
            <a:ext cx="531454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 anchor="b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ko-KR" sz="3600" b="0" i="0" u="none" strike="noStrike" kern="1200" cap="none" spc="-49" normalizeH="0" baseline="0" noProof="0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rgbClr val="A9CE56"/>
                </a:solidFill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  <a:cs typeface="+mn-cs"/>
              </a:rPr>
              <a:t>0</a:t>
            </a:r>
            <a:r>
              <a:rPr lang="en-US" altLang="ko-KR" sz="3600" spc="-49" dirty="0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rgbClr val="4B8E42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6</a:t>
            </a:r>
            <a:endParaRPr kumimoji="0" lang="ko-KR" altLang="en-US" sz="3600" b="0" i="0" u="none" strike="noStrike" kern="1200" cap="none" spc="-49" normalizeH="0" baseline="0" noProof="0" dirty="0">
              <a:ln>
                <a:solidFill>
                  <a:srgbClr val="D64E75">
                    <a:alpha val="0"/>
                  </a:srgbClr>
                </a:solidFill>
              </a:ln>
              <a:solidFill>
                <a:srgbClr val="4B8E42"/>
              </a:solidFill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97493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그룹 30">
            <a:extLst>
              <a:ext uri="{FF2B5EF4-FFF2-40B4-BE49-F238E27FC236}">
                <a16:creationId xmlns:a16="http://schemas.microsoft.com/office/drawing/2014/main" id="{250286FF-91D0-4C43-8A6A-C3CC67000F85}"/>
              </a:ext>
            </a:extLst>
          </p:cNvPr>
          <p:cNvGrpSpPr/>
          <p:nvPr/>
        </p:nvGrpSpPr>
        <p:grpSpPr>
          <a:xfrm>
            <a:off x="565201" y="598511"/>
            <a:ext cx="9250762" cy="763806"/>
            <a:chOff x="565201" y="598511"/>
            <a:chExt cx="9250762" cy="763806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D277BAF4-FB86-4416-9702-1AB832F9C81A}"/>
                </a:ext>
              </a:extLst>
            </p:cNvPr>
            <p:cNvGrpSpPr/>
            <p:nvPr/>
          </p:nvGrpSpPr>
          <p:grpSpPr>
            <a:xfrm>
              <a:off x="565201" y="598511"/>
              <a:ext cx="7908138" cy="763806"/>
              <a:chOff x="565201" y="598511"/>
              <a:chExt cx="7908138" cy="763806"/>
            </a:xfrm>
          </p:grpSpPr>
          <p:sp>
            <p:nvSpPr>
              <p:cNvPr id="60" name="Rectangle 6">
                <a:extLst>
                  <a:ext uri="{FF2B5EF4-FFF2-40B4-BE49-F238E27FC236}">
                    <a16:creationId xmlns:a16="http://schemas.microsoft.com/office/drawing/2014/main" id="{AC352C42-6015-41C4-A05F-F5B59860C4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6235" y="598511"/>
                <a:ext cx="4423515" cy="3077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 anchor="b">
                <a:spAutoFit/>
              </a:bodyPr>
              <a:lstStyle/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itchFamily="2" charset="2"/>
                  <a:buNone/>
                  <a:tabLst/>
                  <a:defRPr/>
                </a:pPr>
                <a:r>
                  <a:rPr lang="ko-KR" altLang="en-US" sz="2000" spc="-49">
                    <a:ln>
                      <a:solidFill>
                        <a:srgbClr val="D64E75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기존 살생물물질 승인신청</a:t>
                </a:r>
                <a:r>
                  <a:rPr lang="en-US" altLang="ko-KR" sz="2000" spc="-49">
                    <a:ln>
                      <a:solidFill>
                        <a:srgbClr val="D64E75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(3)</a:t>
                </a:r>
                <a:endParaRPr kumimoji="0" lang="ko-KR" altLang="en-US" sz="2000" b="0" i="0" u="none" strike="noStrike" kern="1200" cap="none" spc="-49" normalizeH="0" baseline="0" noProof="0" dirty="0">
                  <a:ln>
                    <a:solidFill>
                      <a:srgbClr val="D64E75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endParaRPr>
              </a:p>
            </p:txBody>
          </p:sp>
          <p:grpSp>
            <p:nvGrpSpPr>
              <p:cNvPr id="61" name="그룹 60">
                <a:extLst>
                  <a:ext uri="{FF2B5EF4-FFF2-40B4-BE49-F238E27FC236}">
                    <a16:creationId xmlns:a16="http://schemas.microsoft.com/office/drawing/2014/main" id="{74D6BEF5-3BF9-4AA3-B7E4-4272E12B19FE}"/>
                  </a:ext>
                </a:extLst>
              </p:cNvPr>
              <p:cNvGrpSpPr/>
              <p:nvPr/>
            </p:nvGrpSpPr>
            <p:grpSpPr>
              <a:xfrm>
                <a:off x="565201" y="1123003"/>
                <a:ext cx="7908138" cy="239314"/>
                <a:chOff x="1283748" y="1193940"/>
                <a:chExt cx="7908138" cy="239314"/>
              </a:xfrm>
            </p:grpSpPr>
            <p:sp>
              <p:nvSpPr>
                <p:cNvPr id="62" name="Freeform 31">
                  <a:extLst>
                    <a:ext uri="{FF2B5EF4-FFF2-40B4-BE49-F238E27FC236}">
                      <a16:creationId xmlns:a16="http://schemas.microsoft.com/office/drawing/2014/main" id="{73EE3838-E26E-4FD7-8A6B-B957D865140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283748" y="1193940"/>
                  <a:ext cx="240252" cy="239314"/>
                </a:xfrm>
                <a:custGeom>
                  <a:avLst/>
                  <a:gdLst>
                    <a:gd name="T0" fmla="*/ 96 w 192"/>
                    <a:gd name="T1" fmla="*/ 0 h 191"/>
                    <a:gd name="T2" fmla="*/ 0 w 192"/>
                    <a:gd name="T3" fmla="*/ 95 h 191"/>
                    <a:gd name="T4" fmla="*/ 96 w 192"/>
                    <a:gd name="T5" fmla="*/ 191 h 191"/>
                    <a:gd name="T6" fmla="*/ 192 w 192"/>
                    <a:gd name="T7" fmla="*/ 95 h 191"/>
                    <a:gd name="T8" fmla="*/ 96 w 192"/>
                    <a:gd name="T9" fmla="*/ 0 h 191"/>
                    <a:gd name="T10" fmla="*/ 156 w 192"/>
                    <a:gd name="T11" fmla="*/ 73 h 191"/>
                    <a:gd name="T12" fmla="*/ 86 w 192"/>
                    <a:gd name="T13" fmla="*/ 142 h 191"/>
                    <a:gd name="T14" fmla="*/ 77 w 192"/>
                    <a:gd name="T15" fmla="*/ 145 h 191"/>
                    <a:gd name="T16" fmla="*/ 68 w 192"/>
                    <a:gd name="T17" fmla="*/ 142 h 191"/>
                    <a:gd name="T18" fmla="*/ 37 w 192"/>
                    <a:gd name="T19" fmla="*/ 110 h 191"/>
                    <a:gd name="T20" fmla="*/ 37 w 192"/>
                    <a:gd name="T21" fmla="*/ 92 h 191"/>
                    <a:gd name="T22" fmla="*/ 55 w 192"/>
                    <a:gd name="T23" fmla="*/ 92 h 191"/>
                    <a:gd name="T24" fmla="*/ 77 w 192"/>
                    <a:gd name="T25" fmla="*/ 115 h 191"/>
                    <a:gd name="T26" fmla="*/ 138 w 192"/>
                    <a:gd name="T27" fmla="*/ 55 h 191"/>
                    <a:gd name="T28" fmla="*/ 156 w 192"/>
                    <a:gd name="T29" fmla="*/ 55 h 191"/>
                    <a:gd name="T30" fmla="*/ 156 w 192"/>
                    <a:gd name="T31" fmla="*/ 73 h 1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192" h="191">
                      <a:moveTo>
                        <a:pt x="96" y="0"/>
                      </a:moveTo>
                      <a:cubicBezTo>
                        <a:pt x="43" y="0"/>
                        <a:pt x="0" y="42"/>
                        <a:pt x="0" y="95"/>
                      </a:cubicBezTo>
                      <a:cubicBezTo>
                        <a:pt x="0" y="148"/>
                        <a:pt x="43" y="191"/>
                        <a:pt x="96" y="191"/>
                      </a:cubicBezTo>
                      <a:cubicBezTo>
                        <a:pt x="149" y="191"/>
                        <a:pt x="192" y="148"/>
                        <a:pt x="192" y="95"/>
                      </a:cubicBezTo>
                      <a:cubicBezTo>
                        <a:pt x="192" y="42"/>
                        <a:pt x="149" y="0"/>
                        <a:pt x="96" y="0"/>
                      </a:cubicBezTo>
                      <a:close/>
                      <a:moveTo>
                        <a:pt x="156" y="73"/>
                      </a:moveTo>
                      <a:cubicBezTo>
                        <a:pt x="86" y="142"/>
                        <a:pt x="86" y="142"/>
                        <a:pt x="86" y="142"/>
                      </a:cubicBezTo>
                      <a:cubicBezTo>
                        <a:pt x="84" y="144"/>
                        <a:pt x="81" y="145"/>
                        <a:pt x="77" y="145"/>
                      </a:cubicBezTo>
                      <a:cubicBezTo>
                        <a:pt x="74" y="145"/>
                        <a:pt x="71" y="144"/>
                        <a:pt x="68" y="142"/>
                      </a:cubicBezTo>
                      <a:cubicBezTo>
                        <a:pt x="37" y="110"/>
                        <a:pt x="37" y="110"/>
                        <a:pt x="37" y="110"/>
                      </a:cubicBezTo>
                      <a:cubicBezTo>
                        <a:pt x="32" y="105"/>
                        <a:pt x="32" y="97"/>
                        <a:pt x="37" y="92"/>
                      </a:cubicBezTo>
                      <a:cubicBezTo>
                        <a:pt x="42" y="87"/>
                        <a:pt x="50" y="87"/>
                        <a:pt x="55" y="92"/>
                      </a:cubicBezTo>
                      <a:cubicBezTo>
                        <a:pt x="77" y="115"/>
                        <a:pt x="77" y="115"/>
                        <a:pt x="77" y="115"/>
                      </a:cubicBezTo>
                      <a:cubicBezTo>
                        <a:pt x="138" y="55"/>
                        <a:pt x="138" y="55"/>
                        <a:pt x="138" y="55"/>
                      </a:cubicBezTo>
                      <a:cubicBezTo>
                        <a:pt x="143" y="50"/>
                        <a:pt x="151" y="50"/>
                        <a:pt x="156" y="55"/>
                      </a:cubicBezTo>
                      <a:cubicBezTo>
                        <a:pt x="161" y="60"/>
                        <a:pt x="161" y="68"/>
                        <a:pt x="156" y="7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92F256F7-5BEA-46B9-9462-EECE20BB170E}"/>
                    </a:ext>
                  </a:extLst>
                </p:cNvPr>
                <p:cNvSpPr txBox="1"/>
                <p:nvPr/>
              </p:nvSpPr>
              <p:spPr>
                <a:xfrm>
                  <a:off x="1627315" y="1205875"/>
                  <a:ext cx="7564571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altLang="ko-KR" sz="1400" b="1" noProof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rgbClr val="FFFF00"/>
                      </a:solidFill>
                      <a:latin typeface="+mj-ea"/>
                      <a:ea typeface="+mj-ea"/>
                    </a:rPr>
                    <a:t>2021</a:t>
                  </a:r>
                  <a:r>
                    <a:rPr lang="ko-KR" altLang="en-US" sz="1400" b="1" noProof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rgbClr val="FFFF00"/>
                      </a:solidFill>
                      <a:latin typeface="+mj-ea"/>
                      <a:ea typeface="+mj-ea"/>
                    </a:rPr>
                    <a:t>년 </a:t>
                  </a:r>
                  <a:r>
                    <a:rPr lang="en-US" altLang="ko-KR" sz="1400" b="1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rgbClr val="FFFF00"/>
                      </a:solidFill>
                      <a:latin typeface="+mj-ea"/>
                      <a:ea typeface="+mj-ea"/>
                    </a:rPr>
                    <a:t>1</a:t>
                  </a:r>
                  <a:r>
                    <a:rPr lang="ko-KR" altLang="en-US" sz="1400" b="1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rgbClr val="FFFF00"/>
                      </a:solidFill>
                      <a:latin typeface="+mj-ea"/>
                      <a:ea typeface="+mj-ea"/>
                    </a:rPr>
                    <a:t>월 선임해임 시행 이후 </a:t>
                  </a:r>
                  <a:r>
                    <a:rPr lang="ko-KR" altLang="en-US" sz="1400" b="1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prstClr val="white"/>
                      </a:solidFill>
                      <a:latin typeface="+mj-ea"/>
                      <a:ea typeface="+mj-ea"/>
                    </a:rPr>
                    <a:t>기존 살생물물질 신고</a:t>
                  </a:r>
                  <a:r>
                    <a:rPr lang="en-US" altLang="ko-KR" sz="1400" b="1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prstClr val="white"/>
                      </a:solidFill>
                      <a:latin typeface="+mj-ea"/>
                      <a:ea typeface="+mj-ea"/>
                    </a:rPr>
                    <a:t>, </a:t>
                  </a:r>
                  <a:r>
                    <a:rPr lang="ko-KR" altLang="en-US" sz="1400" b="1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prstClr val="white"/>
                      </a:solidFill>
                      <a:latin typeface="+mj-ea"/>
                      <a:ea typeface="+mj-ea"/>
                    </a:rPr>
                    <a:t>물질승인신청계획서</a:t>
                  </a:r>
                  <a:r>
                    <a:rPr lang="en-US" altLang="ko-KR" sz="1400" b="1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prstClr val="white"/>
                      </a:solidFill>
                      <a:latin typeface="+mj-ea"/>
                      <a:ea typeface="+mj-ea"/>
                    </a:rPr>
                    <a:t>, </a:t>
                  </a:r>
                  <a:r>
                    <a:rPr lang="ko-KR" altLang="en-US" sz="1400" b="1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prstClr val="white"/>
                      </a:solidFill>
                      <a:latin typeface="+mj-ea"/>
                      <a:ea typeface="+mj-ea"/>
                    </a:rPr>
                    <a:t>공동협의체 구성 절차 및 방법</a:t>
                  </a:r>
                  <a:endParaRPr kumimoji="0" lang="ko-KR" altLang="en-US" sz="1400" b="1" i="0" u="none" strike="noStrike" kern="1200" cap="none" spc="0" normalizeH="0" baseline="0" noProof="0" dirty="0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ea"/>
                    <a:ea typeface="+mj-ea"/>
                    <a:cs typeface="+mn-cs"/>
                  </a:endParaRPr>
                </a:p>
              </p:txBody>
            </p:sp>
          </p:grpSp>
        </p:grp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28061A1D-5541-4FF3-BEB4-8C892FA0F642}"/>
                </a:ext>
              </a:extLst>
            </p:cNvPr>
            <p:cNvGrpSpPr/>
            <p:nvPr/>
          </p:nvGrpSpPr>
          <p:grpSpPr>
            <a:xfrm>
              <a:off x="8934005" y="699034"/>
              <a:ext cx="881958" cy="245691"/>
              <a:chOff x="8458455" y="782973"/>
              <a:chExt cx="881958" cy="245691"/>
            </a:xfrm>
          </p:grpSpPr>
          <p:grpSp>
            <p:nvGrpSpPr>
              <p:cNvPr id="34" name="그룹 33">
                <a:extLst>
                  <a:ext uri="{FF2B5EF4-FFF2-40B4-BE49-F238E27FC236}">
                    <a16:creationId xmlns:a16="http://schemas.microsoft.com/office/drawing/2014/main" id="{F30FD26E-0958-4BE7-937E-0350C66D6C7A}"/>
                  </a:ext>
                </a:extLst>
              </p:cNvPr>
              <p:cNvGrpSpPr/>
              <p:nvPr/>
            </p:nvGrpSpPr>
            <p:grpSpPr>
              <a:xfrm>
                <a:off x="8697949" y="782973"/>
                <a:ext cx="163476" cy="245691"/>
                <a:chOff x="8658927" y="782973"/>
                <a:chExt cx="163476" cy="245691"/>
              </a:xfrm>
            </p:grpSpPr>
            <p:sp>
              <p:nvSpPr>
                <p:cNvPr id="44" name="사각형: 둥근 위쪽 모서리 43">
                  <a:extLst>
                    <a:ext uri="{FF2B5EF4-FFF2-40B4-BE49-F238E27FC236}">
                      <a16:creationId xmlns:a16="http://schemas.microsoft.com/office/drawing/2014/main" id="{0ACFC5AA-E705-4466-ACC8-776E2596F441}"/>
                    </a:ext>
                  </a:extLst>
                </p:cNvPr>
                <p:cNvSpPr/>
                <p:nvPr/>
              </p:nvSpPr>
              <p:spPr>
                <a:xfrm>
                  <a:off x="8658927" y="956664"/>
                  <a:ext cx="163476" cy="72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rgbClr val="66B35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58" name="직사각형 57">
                  <a:extLst>
                    <a:ext uri="{FF2B5EF4-FFF2-40B4-BE49-F238E27FC236}">
                      <a16:creationId xmlns:a16="http://schemas.microsoft.com/office/drawing/2014/main" id="{A354ED15-3D73-4E95-A2EB-18D813D3ECED}"/>
                    </a:ext>
                  </a:extLst>
                </p:cNvPr>
                <p:cNvSpPr/>
                <p:nvPr/>
              </p:nvSpPr>
              <p:spPr>
                <a:xfrm>
                  <a:off x="8658927" y="782973"/>
                  <a:ext cx="163476" cy="14933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00" b="0" i="0" u="none" strike="noStrike" kern="0" cap="none" spc="-30" normalizeH="0" baseline="0" noProof="0" dirty="0">
                      <a:ln w="3175">
                        <a:solidFill>
                          <a:prstClr val="white">
                            <a:lumMod val="75000"/>
                            <a:alpha val="0"/>
                          </a:prstClr>
                        </a:solidFill>
                      </a:ln>
                      <a:solidFill>
                        <a:srgbClr val="4B8E42"/>
                      </a:solidFill>
                      <a:effectLst/>
                      <a:uLnTx/>
                      <a:uFillTx/>
                      <a:latin typeface="KoPub바탕체 Medium" panose="00000600000000000000" pitchFamily="2" charset="-127"/>
                      <a:ea typeface="KoPub바탕체 Medium" panose="00000600000000000000" pitchFamily="2" charset="-127"/>
                      <a:cs typeface="+mn-cs"/>
                    </a:rPr>
                    <a:t>Ⅱ</a:t>
                  </a:r>
                  <a:endParaRPr kumimoji="0" lang="ko-KR" altLang="en-US" sz="10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srgbClr val="4B8E42"/>
                    </a:solidFill>
                    <a:effectLst/>
                    <a:uLnTx/>
                    <a:uFillTx/>
                    <a:latin typeface="KoPub바탕체 Medium" panose="00000600000000000000" pitchFamily="2" charset="-127"/>
                    <a:ea typeface="KoPub바탕체 Medium" panose="00000600000000000000" pitchFamily="2" charset="-127"/>
                    <a:cs typeface="+mn-cs"/>
                  </a:endParaRPr>
                </a:p>
              </p:txBody>
            </p:sp>
          </p:grpSp>
          <p:grpSp>
            <p:nvGrpSpPr>
              <p:cNvPr id="35" name="그룹 34">
                <a:extLst>
                  <a:ext uri="{FF2B5EF4-FFF2-40B4-BE49-F238E27FC236}">
                    <a16:creationId xmlns:a16="http://schemas.microsoft.com/office/drawing/2014/main" id="{26ACEB8C-6E03-4863-A7A4-3BC3CEB11C32}"/>
                  </a:ext>
                </a:extLst>
              </p:cNvPr>
              <p:cNvGrpSpPr/>
              <p:nvPr/>
            </p:nvGrpSpPr>
            <p:grpSpPr>
              <a:xfrm>
                <a:off x="8458455" y="782973"/>
                <a:ext cx="163476" cy="245691"/>
                <a:chOff x="8458455" y="782973"/>
                <a:chExt cx="163476" cy="245691"/>
              </a:xfrm>
            </p:grpSpPr>
            <p:sp>
              <p:nvSpPr>
                <p:cNvPr id="42" name="사각형: 둥근 위쪽 모서리 41">
                  <a:extLst>
                    <a:ext uri="{FF2B5EF4-FFF2-40B4-BE49-F238E27FC236}">
                      <a16:creationId xmlns:a16="http://schemas.microsoft.com/office/drawing/2014/main" id="{FE1C1CA9-E907-4258-B1CD-F41BB1456DB3}"/>
                    </a:ext>
                  </a:extLst>
                </p:cNvPr>
                <p:cNvSpPr/>
                <p:nvPr/>
              </p:nvSpPr>
              <p:spPr>
                <a:xfrm>
                  <a:off x="8458455" y="956664"/>
                  <a:ext cx="163476" cy="72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43" name="직사각형 42">
                  <a:extLst>
                    <a:ext uri="{FF2B5EF4-FFF2-40B4-BE49-F238E27FC236}">
                      <a16:creationId xmlns:a16="http://schemas.microsoft.com/office/drawing/2014/main" id="{B366C2DA-8481-4B43-A2F3-3BDCD266FFB1}"/>
                    </a:ext>
                  </a:extLst>
                </p:cNvPr>
                <p:cNvSpPr/>
                <p:nvPr/>
              </p:nvSpPr>
              <p:spPr>
                <a:xfrm>
                  <a:off x="8458455" y="782973"/>
                  <a:ext cx="163476" cy="14933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0" cap="none" spc="-30" normalizeH="0" baseline="0" noProof="0" dirty="0">
                      <a:ln w="3175">
                        <a:solidFill>
                          <a:prstClr val="white">
                            <a:lumMod val="75000"/>
                            <a:alpha val="0"/>
                          </a:prstClr>
                        </a:solidFill>
                      </a:ln>
                      <a:solidFill>
                        <a:prstClr val="white">
                          <a:lumMod val="75000"/>
                        </a:prstClr>
                      </a:solidFill>
                      <a:effectLst/>
                      <a:uLnTx/>
                      <a:uFillTx/>
                      <a:latin typeface="KoPub바탕체 Light" panose="00000300000000000000" pitchFamily="2" charset="-127"/>
                      <a:ea typeface="KoPub바탕체 Light" panose="00000300000000000000" pitchFamily="2" charset="-127"/>
                      <a:cs typeface="+mn-cs"/>
                    </a:rPr>
                    <a:t>Ⅰ</a:t>
                  </a:r>
                  <a:endParaRPr kumimoji="0" lang="ko-KR" altLang="en-US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endParaRPr>
                </a:p>
              </p:txBody>
            </p:sp>
          </p:grpSp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122E0346-086D-4809-A62F-39C65F358112}"/>
                  </a:ext>
                </a:extLst>
              </p:cNvPr>
              <p:cNvGrpSpPr/>
              <p:nvPr/>
            </p:nvGrpSpPr>
            <p:grpSpPr>
              <a:xfrm>
                <a:off x="9176937" y="782973"/>
                <a:ext cx="163476" cy="245691"/>
                <a:chOff x="9059871" y="782973"/>
                <a:chExt cx="163476" cy="245691"/>
              </a:xfrm>
            </p:grpSpPr>
            <p:sp>
              <p:nvSpPr>
                <p:cNvPr id="40" name="사각형: 둥근 위쪽 모서리 39">
                  <a:extLst>
                    <a:ext uri="{FF2B5EF4-FFF2-40B4-BE49-F238E27FC236}">
                      <a16:creationId xmlns:a16="http://schemas.microsoft.com/office/drawing/2014/main" id="{DC7FE71B-6330-4A14-8680-F52DC38022CF}"/>
                    </a:ext>
                  </a:extLst>
                </p:cNvPr>
                <p:cNvSpPr/>
                <p:nvPr/>
              </p:nvSpPr>
              <p:spPr>
                <a:xfrm>
                  <a:off x="9059871" y="956664"/>
                  <a:ext cx="163476" cy="72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41" name="직사각형 40">
                  <a:extLst>
                    <a:ext uri="{FF2B5EF4-FFF2-40B4-BE49-F238E27FC236}">
                      <a16:creationId xmlns:a16="http://schemas.microsoft.com/office/drawing/2014/main" id="{7E0E38FB-D78C-4D26-BFC3-9C58E922ED8D}"/>
                    </a:ext>
                  </a:extLst>
                </p:cNvPr>
                <p:cNvSpPr/>
                <p:nvPr/>
              </p:nvSpPr>
              <p:spPr>
                <a:xfrm>
                  <a:off x="9059871" y="782973"/>
                  <a:ext cx="163476" cy="14933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0" cap="none" spc="-30" normalizeH="0" baseline="0" noProof="0" dirty="0">
                      <a:ln w="3175">
                        <a:solidFill>
                          <a:prstClr val="white">
                            <a:lumMod val="75000"/>
                            <a:alpha val="0"/>
                          </a:prstClr>
                        </a:solidFill>
                      </a:ln>
                      <a:solidFill>
                        <a:prstClr val="white">
                          <a:lumMod val="75000"/>
                        </a:prstClr>
                      </a:solidFill>
                      <a:effectLst/>
                      <a:uLnTx/>
                      <a:uFillTx/>
                      <a:latin typeface="KoPub바탕체 Light" panose="00000300000000000000" pitchFamily="2" charset="-127"/>
                      <a:ea typeface="KoPub바탕체 Light" panose="00000300000000000000" pitchFamily="2" charset="-127"/>
                      <a:cs typeface="+mn-cs"/>
                    </a:rPr>
                    <a:t>Ⅳ</a:t>
                  </a:r>
                  <a:endParaRPr kumimoji="0" lang="ko-KR" altLang="en-US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endParaRPr>
                </a:p>
              </p:txBody>
            </p:sp>
          </p:grp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4AD7B291-FC38-4497-9E25-49FA78B668C8}"/>
                  </a:ext>
                </a:extLst>
              </p:cNvPr>
              <p:cNvGrpSpPr/>
              <p:nvPr/>
            </p:nvGrpSpPr>
            <p:grpSpPr>
              <a:xfrm>
                <a:off x="8937443" y="782973"/>
                <a:ext cx="163476" cy="245691"/>
                <a:chOff x="8859399" y="782973"/>
                <a:chExt cx="163476" cy="245691"/>
              </a:xfrm>
            </p:grpSpPr>
            <p:sp>
              <p:nvSpPr>
                <p:cNvPr id="38" name="사각형: 둥근 위쪽 모서리 37">
                  <a:extLst>
                    <a:ext uri="{FF2B5EF4-FFF2-40B4-BE49-F238E27FC236}">
                      <a16:creationId xmlns:a16="http://schemas.microsoft.com/office/drawing/2014/main" id="{D4713393-CFC2-4122-877E-3034FE85FCDB}"/>
                    </a:ext>
                  </a:extLst>
                </p:cNvPr>
                <p:cNvSpPr/>
                <p:nvPr/>
              </p:nvSpPr>
              <p:spPr>
                <a:xfrm>
                  <a:off x="8859399" y="956664"/>
                  <a:ext cx="163476" cy="72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39" name="직사각형 38">
                  <a:extLst>
                    <a:ext uri="{FF2B5EF4-FFF2-40B4-BE49-F238E27FC236}">
                      <a16:creationId xmlns:a16="http://schemas.microsoft.com/office/drawing/2014/main" id="{1564775C-D34F-46E6-9891-2890F6AC79E1}"/>
                    </a:ext>
                  </a:extLst>
                </p:cNvPr>
                <p:cNvSpPr/>
                <p:nvPr/>
              </p:nvSpPr>
              <p:spPr>
                <a:xfrm>
                  <a:off x="8859399" y="782973"/>
                  <a:ext cx="163476" cy="14933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0" cap="none" spc="-30" normalizeH="0" baseline="0" noProof="0" dirty="0">
                      <a:ln w="3175">
                        <a:solidFill>
                          <a:prstClr val="white">
                            <a:lumMod val="75000"/>
                            <a:alpha val="0"/>
                          </a:prstClr>
                        </a:solidFill>
                      </a:ln>
                      <a:solidFill>
                        <a:prstClr val="white">
                          <a:lumMod val="75000"/>
                        </a:prstClr>
                      </a:solidFill>
                      <a:effectLst/>
                      <a:uLnTx/>
                      <a:uFillTx/>
                      <a:latin typeface="KoPub바탕체 Light" panose="00000300000000000000" pitchFamily="2" charset="-127"/>
                      <a:ea typeface="KoPub바탕체 Light" panose="00000300000000000000" pitchFamily="2" charset="-127"/>
                      <a:cs typeface="+mn-cs"/>
                    </a:rPr>
                    <a:t>Ⅲ</a:t>
                  </a:r>
                  <a:endParaRPr kumimoji="0" lang="ko-KR" altLang="en-US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endParaRPr>
                </a:p>
              </p:txBody>
            </p:sp>
          </p:grpSp>
        </p:grpSp>
      </p:grp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D5F7F7A7-B553-4855-BD64-517A14FE9DC8}"/>
              </a:ext>
            </a:extLst>
          </p:cNvPr>
          <p:cNvGrpSpPr/>
          <p:nvPr/>
        </p:nvGrpSpPr>
        <p:grpSpPr>
          <a:xfrm>
            <a:off x="927962" y="2933341"/>
            <a:ext cx="602004" cy="630218"/>
            <a:chOff x="1861412" y="4001370"/>
            <a:chExt cx="602004" cy="630218"/>
          </a:xfrm>
        </p:grpSpPr>
        <p:pic>
          <p:nvPicPr>
            <p:cNvPr id="97" name="그림 96">
              <a:extLst>
                <a:ext uri="{FF2B5EF4-FFF2-40B4-BE49-F238E27FC236}">
                  <a16:creationId xmlns:a16="http://schemas.microsoft.com/office/drawing/2014/main" id="{34032E27-94B1-4842-8657-3CD6746B0C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61412" y="4001370"/>
              <a:ext cx="602004" cy="519068"/>
            </a:xfrm>
            <a:prstGeom prst="rect">
              <a:avLst/>
            </a:prstGeom>
          </p:spPr>
        </p:pic>
        <p:sp>
          <p:nvSpPr>
            <p:cNvPr id="98" name="Text Box 148">
              <a:extLst>
                <a:ext uri="{FF2B5EF4-FFF2-40B4-BE49-F238E27FC236}">
                  <a16:creationId xmlns:a16="http://schemas.microsoft.com/office/drawing/2014/main" id="{C6C8641A-F520-4681-AEC9-978087933B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0664" y="4470005"/>
              <a:ext cx="331822" cy="161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algn="ctr" latinLnBrk="0">
                <a:defRPr kumimoji="1" sz="800" spc="-5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itchFamily="18" charset="-127"/>
                  <a:ea typeface="KoPub돋움체 Light" pitchFamily="18" charset="-127"/>
                </a:defRPr>
              </a:lvl1pPr>
              <a:lvl2pPr marL="742950" indent="-28575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50" b="0" i="0" u="none" strike="noStrike" kern="1200" cap="none" spc="-50" normalizeH="0" baseline="0" noProof="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톨루엔</a:t>
              </a:r>
              <a:endParaRPr kumimoji="1" lang="ko-KR" altLang="en-US" sz="1050" b="0" i="0" u="none" strike="noStrike" kern="1200" cap="none" spc="-50" normalizeH="0" baseline="0" noProof="0" dirty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sp>
        <p:nvSpPr>
          <p:cNvPr id="99" name="모서리가 둥근 직사각형 547">
            <a:extLst>
              <a:ext uri="{FF2B5EF4-FFF2-40B4-BE49-F238E27FC236}">
                <a16:creationId xmlns:a16="http://schemas.microsoft.com/office/drawing/2014/main" id="{504FC19C-3F8E-4B8D-9FE3-56DF03CD1F48}"/>
              </a:ext>
            </a:extLst>
          </p:cNvPr>
          <p:cNvSpPr/>
          <p:nvPr/>
        </p:nvSpPr>
        <p:spPr>
          <a:xfrm>
            <a:off x="2025614" y="2405434"/>
            <a:ext cx="664843" cy="231237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</a:pPr>
            <a:r>
              <a:rPr kumimoji="1" lang="en-US" altLang="ko-KR" sz="11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1. </a:t>
            </a:r>
            <a:r>
              <a:rPr kumimoji="1" lang="ko-KR" altLang="en-US" sz="1100" b="1" kern="0" spc="-8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살균제</a:t>
            </a:r>
          </a:p>
        </p:txBody>
      </p:sp>
      <p:sp>
        <p:nvSpPr>
          <p:cNvPr id="100" name="모서리가 둥근 직사각형 547">
            <a:extLst>
              <a:ext uri="{FF2B5EF4-FFF2-40B4-BE49-F238E27FC236}">
                <a16:creationId xmlns:a16="http://schemas.microsoft.com/office/drawing/2014/main" id="{F5294BED-0475-4B84-B4C3-753A84379529}"/>
              </a:ext>
            </a:extLst>
          </p:cNvPr>
          <p:cNvSpPr/>
          <p:nvPr/>
        </p:nvSpPr>
        <p:spPr>
          <a:xfrm>
            <a:off x="2025614" y="2753536"/>
            <a:ext cx="664843" cy="231237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latinLnBrk="0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  <a:defRPr/>
            </a:pPr>
            <a:r>
              <a:rPr kumimoji="1" lang="en-US" altLang="ko-KR" sz="1100" b="1" kern="0" spc="-8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2. </a:t>
            </a:r>
            <a:r>
              <a:rPr kumimoji="1" lang="ko-KR" altLang="en-US" sz="1100" b="1" kern="0" spc="-80" dirty="0" err="1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살조제</a:t>
            </a:r>
            <a:endParaRPr kumimoji="1" lang="ko-KR" altLang="en-US" sz="1100" b="1" kern="0" spc="-8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01" name="모서리가 둥근 직사각형 547">
            <a:extLst>
              <a:ext uri="{FF2B5EF4-FFF2-40B4-BE49-F238E27FC236}">
                <a16:creationId xmlns:a16="http://schemas.microsoft.com/office/drawing/2014/main" id="{FE3BA9C8-254C-4425-8184-D982198E9DD7}"/>
              </a:ext>
            </a:extLst>
          </p:cNvPr>
          <p:cNvSpPr/>
          <p:nvPr/>
        </p:nvSpPr>
        <p:spPr>
          <a:xfrm>
            <a:off x="2025614" y="3109679"/>
            <a:ext cx="664843" cy="231237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latinLnBrk="0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  <a:defRPr/>
            </a:pPr>
            <a:r>
              <a:rPr kumimoji="1" lang="en-US" altLang="ko-KR" sz="1100" b="1" kern="0" spc="-8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---</a:t>
            </a:r>
            <a:endParaRPr kumimoji="1" lang="ko-KR" altLang="en-US" sz="1100" b="1" kern="0" spc="-8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02" name="모서리가 둥근 직사각형 547">
            <a:extLst>
              <a:ext uri="{FF2B5EF4-FFF2-40B4-BE49-F238E27FC236}">
                <a16:creationId xmlns:a16="http://schemas.microsoft.com/office/drawing/2014/main" id="{8E4F5C05-AFF6-4030-AF9E-BDCC43BC4138}"/>
              </a:ext>
            </a:extLst>
          </p:cNvPr>
          <p:cNvSpPr/>
          <p:nvPr/>
        </p:nvSpPr>
        <p:spPr>
          <a:xfrm>
            <a:off x="2025613" y="3446772"/>
            <a:ext cx="664843" cy="231237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latinLnBrk="0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  <a:defRPr/>
            </a:pPr>
            <a:r>
              <a:rPr kumimoji="1" lang="en-US" altLang="ko-KR" sz="1100" b="1" kern="0" spc="-8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15</a:t>
            </a:r>
            <a:r>
              <a:rPr kumimoji="1" lang="ko-KR" altLang="en-US" sz="1100" b="1" kern="0" spc="-8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개 유형</a:t>
            </a:r>
          </a:p>
        </p:txBody>
      </p:sp>
      <p:cxnSp>
        <p:nvCxnSpPr>
          <p:cNvPr id="103" name="연결선: 꺾임 102">
            <a:extLst>
              <a:ext uri="{FF2B5EF4-FFF2-40B4-BE49-F238E27FC236}">
                <a16:creationId xmlns:a16="http://schemas.microsoft.com/office/drawing/2014/main" id="{F18F53D3-2F86-4805-BF1C-6D042C8627EB}"/>
              </a:ext>
            </a:extLst>
          </p:cNvPr>
          <p:cNvCxnSpPr>
            <a:cxnSpLocks/>
            <a:stCxn id="97" idx="3"/>
            <a:endCxn id="99" idx="1"/>
          </p:cNvCxnSpPr>
          <p:nvPr/>
        </p:nvCxnSpPr>
        <p:spPr>
          <a:xfrm flipV="1">
            <a:off x="1529966" y="2521053"/>
            <a:ext cx="495648" cy="671822"/>
          </a:xfrm>
          <a:prstGeom prst="bentConnector3">
            <a:avLst>
              <a:gd name="adj1" fmla="val 50000"/>
            </a:avLst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연결선: 꺾임 103">
            <a:extLst>
              <a:ext uri="{FF2B5EF4-FFF2-40B4-BE49-F238E27FC236}">
                <a16:creationId xmlns:a16="http://schemas.microsoft.com/office/drawing/2014/main" id="{17CF9A03-0A76-403A-8A5F-6F37585BBBC0}"/>
              </a:ext>
            </a:extLst>
          </p:cNvPr>
          <p:cNvCxnSpPr>
            <a:stCxn id="97" idx="3"/>
            <a:endCxn id="100" idx="1"/>
          </p:cNvCxnSpPr>
          <p:nvPr/>
        </p:nvCxnSpPr>
        <p:spPr>
          <a:xfrm flipV="1">
            <a:off x="1529966" y="2869155"/>
            <a:ext cx="495648" cy="323720"/>
          </a:xfrm>
          <a:prstGeom prst="bentConnector3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연결선: 꺾임 104">
            <a:extLst>
              <a:ext uri="{FF2B5EF4-FFF2-40B4-BE49-F238E27FC236}">
                <a16:creationId xmlns:a16="http://schemas.microsoft.com/office/drawing/2014/main" id="{C5935D72-E232-4015-B073-8AA51947FC09}"/>
              </a:ext>
            </a:extLst>
          </p:cNvPr>
          <p:cNvCxnSpPr>
            <a:stCxn id="97" idx="3"/>
            <a:endCxn id="101" idx="1"/>
          </p:cNvCxnSpPr>
          <p:nvPr/>
        </p:nvCxnSpPr>
        <p:spPr>
          <a:xfrm>
            <a:off x="1529966" y="3192875"/>
            <a:ext cx="495648" cy="32423"/>
          </a:xfrm>
          <a:prstGeom prst="bentConnector3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연결선: 꺾임 105">
            <a:extLst>
              <a:ext uri="{FF2B5EF4-FFF2-40B4-BE49-F238E27FC236}">
                <a16:creationId xmlns:a16="http://schemas.microsoft.com/office/drawing/2014/main" id="{2FC782E8-0B2E-4E24-ADF2-5C975C99BE8D}"/>
              </a:ext>
            </a:extLst>
          </p:cNvPr>
          <p:cNvCxnSpPr>
            <a:stCxn id="97" idx="3"/>
            <a:endCxn id="102" idx="1"/>
          </p:cNvCxnSpPr>
          <p:nvPr/>
        </p:nvCxnSpPr>
        <p:spPr>
          <a:xfrm>
            <a:off x="1529966" y="3192875"/>
            <a:ext cx="495647" cy="369516"/>
          </a:xfrm>
          <a:prstGeom prst="bentConnector3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모서리가 둥근 직사각형 547">
            <a:extLst>
              <a:ext uri="{FF2B5EF4-FFF2-40B4-BE49-F238E27FC236}">
                <a16:creationId xmlns:a16="http://schemas.microsoft.com/office/drawing/2014/main" id="{6FA03C9C-4B47-448B-ADD1-D02B1B5B9EA9}"/>
              </a:ext>
            </a:extLst>
          </p:cNvPr>
          <p:cNvSpPr/>
          <p:nvPr/>
        </p:nvSpPr>
        <p:spPr>
          <a:xfrm>
            <a:off x="3159088" y="2405433"/>
            <a:ext cx="664843" cy="231237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</a:pPr>
            <a:r>
              <a:rPr kumimoji="1" lang="ko-KR" altLang="en-US" sz="1100" b="1" kern="0" spc="-80" dirty="0" err="1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국외제조자</a:t>
            </a:r>
            <a:r>
              <a:rPr kumimoji="1" lang="en-US" altLang="ko-KR" sz="1100" b="1" kern="0" spc="-8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</a:t>
            </a:r>
            <a:endParaRPr kumimoji="1" lang="ko-KR" altLang="en-US" sz="1100" b="1" kern="0" spc="-8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09" name="모서리가 둥근 직사각형 547">
            <a:extLst>
              <a:ext uri="{FF2B5EF4-FFF2-40B4-BE49-F238E27FC236}">
                <a16:creationId xmlns:a16="http://schemas.microsoft.com/office/drawing/2014/main" id="{E1CDB958-66B4-4DCF-AE69-F3862D145D92}"/>
              </a:ext>
            </a:extLst>
          </p:cNvPr>
          <p:cNvSpPr/>
          <p:nvPr/>
        </p:nvSpPr>
        <p:spPr>
          <a:xfrm>
            <a:off x="3159088" y="3388065"/>
            <a:ext cx="664843" cy="231237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</a:pPr>
            <a:r>
              <a:rPr kumimoji="1" lang="ko-KR" altLang="en-US" sz="11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국외제조자</a:t>
            </a:r>
            <a:r>
              <a:rPr kumimoji="1" lang="en-US" altLang="ko-KR" sz="11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2</a:t>
            </a:r>
            <a:endParaRPr kumimoji="1" lang="ko-KR" altLang="en-US" sz="1100" b="1" kern="0" spc="-8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10" name="모서리가 둥근 직사각형 547">
            <a:extLst>
              <a:ext uri="{FF2B5EF4-FFF2-40B4-BE49-F238E27FC236}">
                <a16:creationId xmlns:a16="http://schemas.microsoft.com/office/drawing/2014/main" id="{17C49A20-93A3-492B-A38E-2FE14FCB586B}"/>
              </a:ext>
            </a:extLst>
          </p:cNvPr>
          <p:cNvSpPr/>
          <p:nvPr/>
        </p:nvSpPr>
        <p:spPr>
          <a:xfrm>
            <a:off x="3155904" y="3873738"/>
            <a:ext cx="664843" cy="231237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</a:pPr>
            <a:r>
              <a:rPr kumimoji="1" lang="ko-KR" altLang="en-US" sz="1100" b="1" kern="0" spc="-80" dirty="0" err="1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국외제조자</a:t>
            </a:r>
            <a:r>
              <a:rPr kumimoji="1" lang="en-US" altLang="ko-KR" sz="1100" b="1" kern="0" spc="-8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3</a:t>
            </a:r>
            <a:endParaRPr kumimoji="1" lang="ko-KR" altLang="en-US" sz="1100" b="1" kern="0" spc="-8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cxnSp>
        <p:nvCxnSpPr>
          <p:cNvPr id="112" name="직선 화살표 연결선 111">
            <a:extLst>
              <a:ext uri="{FF2B5EF4-FFF2-40B4-BE49-F238E27FC236}">
                <a16:creationId xmlns:a16="http://schemas.microsoft.com/office/drawing/2014/main" id="{A3341DBC-755D-4CDB-B651-227AE23ED6CF}"/>
              </a:ext>
            </a:extLst>
          </p:cNvPr>
          <p:cNvCxnSpPr>
            <a:stCxn id="99" idx="3"/>
            <a:endCxn id="108" idx="1"/>
          </p:cNvCxnSpPr>
          <p:nvPr/>
        </p:nvCxnSpPr>
        <p:spPr>
          <a:xfrm flipV="1">
            <a:off x="2690457" y="2521052"/>
            <a:ext cx="468631" cy="1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연결선: 꺾임 112">
            <a:extLst>
              <a:ext uri="{FF2B5EF4-FFF2-40B4-BE49-F238E27FC236}">
                <a16:creationId xmlns:a16="http://schemas.microsoft.com/office/drawing/2014/main" id="{3B8DC31F-B4CA-41E7-A2DE-FAA3EBFCC801}"/>
              </a:ext>
            </a:extLst>
          </p:cNvPr>
          <p:cNvCxnSpPr>
            <a:stCxn id="99" idx="3"/>
            <a:endCxn id="109" idx="1"/>
          </p:cNvCxnSpPr>
          <p:nvPr/>
        </p:nvCxnSpPr>
        <p:spPr>
          <a:xfrm>
            <a:off x="2690457" y="2521053"/>
            <a:ext cx="468631" cy="982631"/>
          </a:xfrm>
          <a:prstGeom prst="bentConnector3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연결선: 꺾임 113">
            <a:extLst>
              <a:ext uri="{FF2B5EF4-FFF2-40B4-BE49-F238E27FC236}">
                <a16:creationId xmlns:a16="http://schemas.microsoft.com/office/drawing/2014/main" id="{279A4C43-347F-4037-8D64-B7D334CEE125}"/>
              </a:ext>
            </a:extLst>
          </p:cNvPr>
          <p:cNvCxnSpPr>
            <a:stCxn id="99" idx="3"/>
            <a:endCxn id="110" idx="1"/>
          </p:cNvCxnSpPr>
          <p:nvPr/>
        </p:nvCxnSpPr>
        <p:spPr>
          <a:xfrm>
            <a:off x="2690457" y="2521053"/>
            <a:ext cx="465447" cy="1468304"/>
          </a:xfrm>
          <a:prstGeom prst="bentConnector3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6" name="그룹 155">
            <a:extLst>
              <a:ext uri="{FF2B5EF4-FFF2-40B4-BE49-F238E27FC236}">
                <a16:creationId xmlns:a16="http://schemas.microsoft.com/office/drawing/2014/main" id="{D20147EA-CC9B-4A95-8587-695B3D4384E5}"/>
              </a:ext>
            </a:extLst>
          </p:cNvPr>
          <p:cNvGrpSpPr/>
          <p:nvPr/>
        </p:nvGrpSpPr>
        <p:grpSpPr>
          <a:xfrm>
            <a:off x="4237767" y="1932573"/>
            <a:ext cx="628378" cy="396732"/>
            <a:chOff x="758751" y="2776440"/>
            <a:chExt cx="1481683" cy="850430"/>
          </a:xfrm>
        </p:grpSpPr>
        <p:pic>
          <p:nvPicPr>
            <p:cNvPr id="157" name="그림 156">
              <a:extLst>
                <a:ext uri="{FF2B5EF4-FFF2-40B4-BE49-F238E27FC236}">
                  <a16:creationId xmlns:a16="http://schemas.microsoft.com/office/drawing/2014/main" id="{6C79C1A1-1182-480F-A916-8DCF547B68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35416" y="2776440"/>
              <a:ext cx="551393" cy="530185"/>
            </a:xfrm>
            <a:prstGeom prst="rect">
              <a:avLst/>
            </a:prstGeom>
          </p:spPr>
        </p:pic>
        <p:sp>
          <p:nvSpPr>
            <p:cNvPr id="158" name="Text Box 148">
              <a:extLst>
                <a:ext uri="{FF2B5EF4-FFF2-40B4-BE49-F238E27FC236}">
                  <a16:creationId xmlns:a16="http://schemas.microsoft.com/office/drawing/2014/main" id="{DB0A71AF-DDBC-42E4-BE9D-70EA0CB97D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8751" y="3329985"/>
              <a:ext cx="1481683" cy="2968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ko-KR"/>
              </a:defPPr>
              <a:lvl1pPr algn="ctr" latinLnBrk="0">
                <a:defRPr kumimoji="1" sz="800" spc="-5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itchFamily="18" charset="-127"/>
                  <a:ea typeface="KoPub돋움체 Light" pitchFamily="18" charset="-127"/>
                </a:defRPr>
              </a:lvl1pPr>
              <a:lvl2pPr marL="742950" indent="-28575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1" i="0" u="none" strike="noStrike" kern="1200" cap="none" spc="-50" normalizeH="0" baseline="0" noProof="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schemeClr val="accent2"/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A </a:t>
              </a:r>
              <a:r>
                <a:rPr kumimoji="1" lang="ko-KR" altLang="en-US" sz="900" b="1" i="0" u="none" strike="noStrike" kern="1200" cap="none" spc="-50" normalizeH="0" baseline="0" noProof="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schemeClr val="accent2"/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업체</a:t>
              </a:r>
              <a:r>
                <a:rPr kumimoji="1" lang="en-US" altLang="ko-KR" sz="900" b="1" i="0" u="none" strike="noStrike" kern="1200" cap="none" spc="-50" normalizeH="0" baseline="0" noProof="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schemeClr val="accent2"/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(</a:t>
              </a:r>
              <a:r>
                <a:rPr kumimoji="1" lang="ko-KR" altLang="en-US" sz="900" b="1" i="0" u="none" strike="noStrike" kern="1200" cap="none" spc="-50" normalizeH="0" baseline="0" noProof="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schemeClr val="accent2"/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선임자</a:t>
              </a:r>
              <a:r>
                <a:rPr kumimoji="1" lang="en-US" altLang="ko-KR" sz="900" b="1" i="0" u="none" strike="noStrike" kern="1200" cap="none" spc="-50" normalizeH="0" baseline="0" noProof="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schemeClr val="accent2"/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)</a:t>
              </a:r>
              <a:endParaRPr kumimoji="1" lang="ko-KR" altLang="en-US" sz="900" b="1" i="0" u="none" strike="noStrike" kern="1200" cap="none" spc="-50" normalizeH="0" baseline="0" noProof="0" dirty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accent2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grpSp>
        <p:nvGrpSpPr>
          <p:cNvPr id="165" name="그룹 164">
            <a:extLst>
              <a:ext uri="{FF2B5EF4-FFF2-40B4-BE49-F238E27FC236}">
                <a16:creationId xmlns:a16="http://schemas.microsoft.com/office/drawing/2014/main" id="{7D00DC52-266A-4671-A04E-509A37B46CDA}"/>
              </a:ext>
            </a:extLst>
          </p:cNvPr>
          <p:cNvGrpSpPr/>
          <p:nvPr/>
        </p:nvGrpSpPr>
        <p:grpSpPr>
          <a:xfrm>
            <a:off x="4413372" y="2395055"/>
            <a:ext cx="286938" cy="396732"/>
            <a:chOff x="1161298" y="2776440"/>
            <a:chExt cx="676586" cy="850430"/>
          </a:xfrm>
        </p:grpSpPr>
        <p:pic>
          <p:nvPicPr>
            <p:cNvPr id="166" name="그림 165">
              <a:extLst>
                <a:ext uri="{FF2B5EF4-FFF2-40B4-BE49-F238E27FC236}">
                  <a16:creationId xmlns:a16="http://schemas.microsoft.com/office/drawing/2014/main" id="{5299E62D-57D4-4CED-BD16-9D7454C1F6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35416" y="2776440"/>
              <a:ext cx="551393" cy="530185"/>
            </a:xfrm>
            <a:prstGeom prst="rect">
              <a:avLst/>
            </a:prstGeom>
          </p:spPr>
        </p:pic>
        <p:sp>
          <p:nvSpPr>
            <p:cNvPr id="167" name="Text Box 148">
              <a:extLst>
                <a:ext uri="{FF2B5EF4-FFF2-40B4-BE49-F238E27FC236}">
                  <a16:creationId xmlns:a16="http://schemas.microsoft.com/office/drawing/2014/main" id="{06264950-0C09-4BD6-A8A2-C1B35CAD2E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1298" y="3329985"/>
              <a:ext cx="676586" cy="2968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ko-KR"/>
              </a:defPPr>
              <a:lvl1pPr algn="ctr" latinLnBrk="0">
                <a:defRPr kumimoji="1" sz="800" spc="-5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itchFamily="18" charset="-127"/>
                  <a:ea typeface="KoPub돋움체 Light" pitchFamily="18" charset="-127"/>
                </a:defRPr>
              </a:lvl1pPr>
              <a:lvl2pPr marL="742950" indent="-28575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B</a:t>
              </a:r>
              <a:r>
                <a:rPr kumimoji="1" lang="en-US" altLang="ko-KR" sz="900" b="0" i="0" u="none" strike="noStrike" kern="1200" cap="none" spc="-50" normalizeH="0" baseline="0" noProof="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</a:t>
              </a:r>
              <a:r>
                <a:rPr kumimoji="1" lang="ko-KR" altLang="en-US" sz="900" b="0" i="0" u="none" strike="noStrike" kern="1200" cap="none" spc="-50" normalizeH="0" baseline="0" noProof="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업체</a:t>
              </a:r>
              <a:endParaRPr kumimoji="1" lang="ko-KR" altLang="en-US" sz="900" b="0" i="0" u="none" strike="noStrike" kern="1200" cap="none" spc="-50" normalizeH="0" baseline="0" noProof="0" dirty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grpSp>
        <p:nvGrpSpPr>
          <p:cNvPr id="168" name="그룹 167">
            <a:extLst>
              <a:ext uri="{FF2B5EF4-FFF2-40B4-BE49-F238E27FC236}">
                <a16:creationId xmlns:a16="http://schemas.microsoft.com/office/drawing/2014/main" id="{18089AE0-A135-4FE5-BFF1-570AA947FBF6}"/>
              </a:ext>
            </a:extLst>
          </p:cNvPr>
          <p:cNvGrpSpPr/>
          <p:nvPr/>
        </p:nvGrpSpPr>
        <p:grpSpPr>
          <a:xfrm>
            <a:off x="4413372" y="2857537"/>
            <a:ext cx="286938" cy="396732"/>
            <a:chOff x="1161298" y="2776440"/>
            <a:chExt cx="676586" cy="850430"/>
          </a:xfrm>
        </p:grpSpPr>
        <p:pic>
          <p:nvPicPr>
            <p:cNvPr id="169" name="그림 168">
              <a:extLst>
                <a:ext uri="{FF2B5EF4-FFF2-40B4-BE49-F238E27FC236}">
                  <a16:creationId xmlns:a16="http://schemas.microsoft.com/office/drawing/2014/main" id="{CA1FFA38-7991-4DEC-B844-473F44143B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35416" y="2776440"/>
              <a:ext cx="551393" cy="530185"/>
            </a:xfrm>
            <a:prstGeom prst="rect">
              <a:avLst/>
            </a:prstGeom>
          </p:spPr>
        </p:pic>
        <p:sp>
          <p:nvSpPr>
            <p:cNvPr id="170" name="Text Box 148">
              <a:extLst>
                <a:ext uri="{FF2B5EF4-FFF2-40B4-BE49-F238E27FC236}">
                  <a16:creationId xmlns:a16="http://schemas.microsoft.com/office/drawing/2014/main" id="{66AF962B-1F34-4719-A161-D58638EBE7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1298" y="3329985"/>
              <a:ext cx="676586" cy="2968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ko-KR"/>
              </a:defPPr>
              <a:lvl1pPr algn="ctr" latinLnBrk="0">
                <a:defRPr kumimoji="1" sz="800" spc="-5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itchFamily="18" charset="-127"/>
                  <a:ea typeface="KoPub돋움체 Light" pitchFamily="18" charset="-127"/>
                </a:defRPr>
              </a:lvl1pPr>
              <a:lvl2pPr marL="742950" indent="-28575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C</a:t>
              </a:r>
              <a:r>
                <a:rPr kumimoji="1" lang="en-US" altLang="ko-KR" sz="900" b="0" i="0" u="none" strike="noStrike" kern="1200" cap="none" spc="-50" normalizeH="0" baseline="0" noProof="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</a:t>
              </a:r>
              <a:r>
                <a:rPr kumimoji="1" lang="ko-KR" altLang="en-US" sz="900" b="0" i="0" u="none" strike="noStrike" kern="1200" cap="none" spc="-50" normalizeH="0" baseline="0" noProof="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업체</a:t>
              </a:r>
              <a:endParaRPr kumimoji="1" lang="ko-KR" altLang="en-US" sz="900" b="0" i="0" u="none" strike="noStrike" kern="1200" cap="none" spc="-50" normalizeH="0" baseline="0" noProof="0" dirty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cxnSp>
        <p:nvCxnSpPr>
          <p:cNvPr id="3" name="연결선: 꺾임 2">
            <a:extLst>
              <a:ext uri="{FF2B5EF4-FFF2-40B4-BE49-F238E27FC236}">
                <a16:creationId xmlns:a16="http://schemas.microsoft.com/office/drawing/2014/main" id="{BC5B9831-7F4F-4907-A7E8-C10F2DBFE1A9}"/>
              </a:ext>
            </a:extLst>
          </p:cNvPr>
          <p:cNvCxnSpPr>
            <a:stCxn id="108" idx="3"/>
            <a:endCxn id="157" idx="1"/>
          </p:cNvCxnSpPr>
          <p:nvPr/>
        </p:nvCxnSpPr>
        <p:spPr>
          <a:xfrm flipV="1">
            <a:off x="3823931" y="2056241"/>
            <a:ext cx="615988" cy="464811"/>
          </a:xfrm>
          <a:prstGeom prst="bentConnector3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연결선: 꺾임 4">
            <a:extLst>
              <a:ext uri="{FF2B5EF4-FFF2-40B4-BE49-F238E27FC236}">
                <a16:creationId xmlns:a16="http://schemas.microsoft.com/office/drawing/2014/main" id="{063DCA4A-698C-4173-9DB1-0C3F82E1A646}"/>
              </a:ext>
            </a:extLst>
          </p:cNvPr>
          <p:cNvCxnSpPr>
            <a:stCxn id="108" idx="3"/>
            <a:endCxn id="166" idx="1"/>
          </p:cNvCxnSpPr>
          <p:nvPr/>
        </p:nvCxnSpPr>
        <p:spPr>
          <a:xfrm flipV="1">
            <a:off x="3823931" y="2518723"/>
            <a:ext cx="620874" cy="2329"/>
          </a:xfrm>
          <a:prstGeom prst="bentConnector3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84511CD8-2C4C-4332-B127-074CBFCD84F9}"/>
              </a:ext>
            </a:extLst>
          </p:cNvPr>
          <p:cNvCxnSpPr>
            <a:stCxn id="108" idx="3"/>
            <a:endCxn id="169" idx="1"/>
          </p:cNvCxnSpPr>
          <p:nvPr/>
        </p:nvCxnSpPr>
        <p:spPr>
          <a:xfrm>
            <a:off x="3823931" y="2521052"/>
            <a:ext cx="620874" cy="460153"/>
          </a:xfrm>
          <a:prstGeom prst="bentConnector3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80D15127-D7F6-43F4-B541-2C44F8690092}"/>
              </a:ext>
            </a:extLst>
          </p:cNvPr>
          <p:cNvGrpSpPr/>
          <p:nvPr/>
        </p:nvGrpSpPr>
        <p:grpSpPr>
          <a:xfrm>
            <a:off x="4439919" y="3379757"/>
            <a:ext cx="233844" cy="362289"/>
            <a:chOff x="1235416" y="2776440"/>
            <a:chExt cx="551393" cy="776598"/>
          </a:xfrm>
        </p:grpSpPr>
        <p:pic>
          <p:nvPicPr>
            <p:cNvPr id="172" name="그림 171">
              <a:extLst>
                <a:ext uri="{FF2B5EF4-FFF2-40B4-BE49-F238E27FC236}">
                  <a16:creationId xmlns:a16="http://schemas.microsoft.com/office/drawing/2014/main" id="{E50A16BD-2044-42D4-A43E-538BE3425C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35416" y="2776440"/>
              <a:ext cx="551393" cy="530185"/>
            </a:xfrm>
            <a:prstGeom prst="rect">
              <a:avLst/>
            </a:prstGeom>
          </p:spPr>
        </p:pic>
        <p:sp>
          <p:nvSpPr>
            <p:cNvPr id="173" name="Text Box 148">
              <a:extLst>
                <a:ext uri="{FF2B5EF4-FFF2-40B4-BE49-F238E27FC236}">
                  <a16:creationId xmlns:a16="http://schemas.microsoft.com/office/drawing/2014/main" id="{EDD58F19-2DB6-4C3E-A763-DD5B6514E0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8533" y="3329984"/>
              <a:ext cx="462117" cy="223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ko-KR"/>
              </a:defPPr>
              <a:lvl1pPr algn="ctr" latinLnBrk="0">
                <a:defRPr kumimoji="1" sz="800" spc="-5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itchFamily="18" charset="-127"/>
                  <a:ea typeface="KoPub돋움체 Light" pitchFamily="18" charset="-127"/>
                </a:defRPr>
              </a:lvl1pPr>
              <a:lvl2pPr marL="742950" indent="-28575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-50" normalizeH="0" baseline="0" noProof="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A </a:t>
              </a:r>
              <a:r>
                <a:rPr kumimoji="1" lang="ko-KR" altLang="en-US" sz="900" b="0" i="0" u="none" strike="noStrike" kern="1200" cap="none" spc="-50" normalizeH="0" baseline="0" noProof="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업체</a:t>
              </a:r>
              <a:endParaRPr kumimoji="1" lang="ko-KR" altLang="en-US" sz="900" b="0" i="0" u="none" strike="noStrike" kern="1200" cap="none" spc="-50" normalizeH="0" baseline="0" noProof="0" dirty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6043B461-E9D0-4F24-8633-75AD20C7D20B}"/>
              </a:ext>
            </a:extLst>
          </p:cNvPr>
          <p:cNvGrpSpPr/>
          <p:nvPr/>
        </p:nvGrpSpPr>
        <p:grpSpPr>
          <a:xfrm>
            <a:off x="4410967" y="3866276"/>
            <a:ext cx="291748" cy="396732"/>
            <a:chOff x="1155628" y="2776440"/>
            <a:chExt cx="687928" cy="850430"/>
          </a:xfrm>
        </p:grpSpPr>
        <p:pic>
          <p:nvPicPr>
            <p:cNvPr id="175" name="그림 174">
              <a:extLst>
                <a:ext uri="{FF2B5EF4-FFF2-40B4-BE49-F238E27FC236}">
                  <a16:creationId xmlns:a16="http://schemas.microsoft.com/office/drawing/2014/main" id="{58556232-0784-45D9-A1D1-2371405F0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35416" y="2776440"/>
              <a:ext cx="551393" cy="530185"/>
            </a:xfrm>
            <a:prstGeom prst="rect">
              <a:avLst/>
            </a:prstGeom>
          </p:spPr>
        </p:pic>
        <p:sp>
          <p:nvSpPr>
            <p:cNvPr id="176" name="Text Box 148">
              <a:extLst>
                <a:ext uri="{FF2B5EF4-FFF2-40B4-BE49-F238E27FC236}">
                  <a16:creationId xmlns:a16="http://schemas.microsoft.com/office/drawing/2014/main" id="{F02348BE-8F98-42C3-B9CC-C625FFCA7A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5628" y="3329985"/>
              <a:ext cx="687928" cy="2968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ko-KR"/>
              </a:defPPr>
              <a:lvl1pPr algn="ctr" latinLnBrk="0">
                <a:defRPr kumimoji="1" sz="800" spc="-5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itchFamily="18" charset="-127"/>
                  <a:ea typeface="KoPub돋움체 Light" pitchFamily="18" charset="-127"/>
                </a:defRPr>
              </a:lvl1pPr>
              <a:lvl2pPr marL="742950" indent="-28575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-50" normalizeH="0" baseline="0" noProof="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D </a:t>
              </a:r>
              <a:r>
                <a:rPr kumimoji="1" lang="ko-KR" altLang="en-US" sz="900" b="0" i="0" u="none" strike="noStrike" kern="1200" cap="none" spc="-50" normalizeH="0" baseline="0" noProof="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업체</a:t>
              </a:r>
              <a:endParaRPr kumimoji="1" lang="ko-KR" altLang="en-US" sz="900" b="0" i="0" u="none" strike="noStrike" kern="1200" cap="none" spc="-50" normalizeH="0" baseline="0" noProof="0" dirty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sp>
        <p:nvSpPr>
          <p:cNvPr id="177" name="모서리가 둥근 직사각형 547">
            <a:extLst>
              <a:ext uri="{FF2B5EF4-FFF2-40B4-BE49-F238E27FC236}">
                <a16:creationId xmlns:a16="http://schemas.microsoft.com/office/drawing/2014/main" id="{0B0630AA-2965-4964-B0E5-55917BD4AA4B}"/>
              </a:ext>
            </a:extLst>
          </p:cNvPr>
          <p:cNvSpPr/>
          <p:nvPr/>
        </p:nvSpPr>
        <p:spPr>
          <a:xfrm>
            <a:off x="5118411" y="1911693"/>
            <a:ext cx="939489" cy="279797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</a:pPr>
            <a:r>
              <a:rPr kumimoji="1" lang="ko-KR" altLang="en-US" sz="11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선임신고 및 승인</a:t>
            </a:r>
            <a:endParaRPr kumimoji="1" lang="ko-KR" altLang="en-US" sz="1100" b="1" kern="0" spc="-8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3BD5681B-E192-4F84-8EFA-A34DD52BA5A8}"/>
              </a:ext>
            </a:extLst>
          </p:cNvPr>
          <p:cNvCxnSpPr>
            <a:cxnSpLocks/>
            <a:stCxn id="157" idx="3"/>
            <a:endCxn id="177" idx="1"/>
          </p:cNvCxnSpPr>
          <p:nvPr/>
        </p:nvCxnSpPr>
        <p:spPr>
          <a:xfrm flipV="1">
            <a:off x="4673763" y="2051592"/>
            <a:ext cx="444648" cy="4649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모서리가 둥근 직사각형 547">
            <a:extLst>
              <a:ext uri="{FF2B5EF4-FFF2-40B4-BE49-F238E27FC236}">
                <a16:creationId xmlns:a16="http://schemas.microsoft.com/office/drawing/2014/main" id="{1F66A410-3570-45F4-8739-9B0796E17788}"/>
              </a:ext>
            </a:extLst>
          </p:cNvPr>
          <p:cNvSpPr/>
          <p:nvPr/>
        </p:nvSpPr>
        <p:spPr>
          <a:xfrm>
            <a:off x="6405416" y="1911693"/>
            <a:ext cx="1233814" cy="279113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</a:pPr>
            <a:r>
              <a:rPr kumimoji="1" lang="ko-KR" altLang="en-US" sz="11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기존살생물물질 신고</a:t>
            </a:r>
            <a:r>
              <a:rPr kumimoji="1" lang="en-US" altLang="ko-KR" sz="11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(A)</a:t>
            </a:r>
            <a:endParaRPr kumimoji="1" lang="ko-KR" altLang="en-US" sz="1100" b="1" kern="0" spc="-8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284FCAA3-3284-4609-AFF8-F317D32191E7}"/>
              </a:ext>
            </a:extLst>
          </p:cNvPr>
          <p:cNvCxnSpPr>
            <a:cxnSpLocks/>
            <a:stCxn id="177" idx="3"/>
            <a:endCxn id="186" idx="1"/>
          </p:cNvCxnSpPr>
          <p:nvPr/>
        </p:nvCxnSpPr>
        <p:spPr>
          <a:xfrm flipV="1">
            <a:off x="6057900" y="2051250"/>
            <a:ext cx="347516" cy="342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모서리가 둥근 직사각형 547">
            <a:extLst>
              <a:ext uri="{FF2B5EF4-FFF2-40B4-BE49-F238E27FC236}">
                <a16:creationId xmlns:a16="http://schemas.microsoft.com/office/drawing/2014/main" id="{027790AC-0FB1-4B74-9F42-D36F954DAEAE}"/>
              </a:ext>
            </a:extLst>
          </p:cNvPr>
          <p:cNvSpPr/>
          <p:nvPr/>
        </p:nvSpPr>
        <p:spPr>
          <a:xfrm>
            <a:off x="6405416" y="2270740"/>
            <a:ext cx="1233814" cy="279113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</a:pPr>
            <a:r>
              <a:rPr kumimoji="1" lang="ko-KR" altLang="en-US" sz="11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기존살생물물질 신고</a:t>
            </a:r>
            <a:r>
              <a:rPr kumimoji="1" lang="en-US" altLang="ko-KR" sz="11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(B)</a:t>
            </a:r>
            <a:endParaRPr kumimoji="1" lang="ko-KR" altLang="en-US" sz="1100" b="1" kern="0" spc="-8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E52393D4-BD2A-4B2C-8FB2-AEA13749F71F}"/>
              </a:ext>
            </a:extLst>
          </p:cNvPr>
          <p:cNvCxnSpPr>
            <a:stCxn id="177" idx="3"/>
            <a:endCxn id="191" idx="1"/>
          </p:cNvCxnSpPr>
          <p:nvPr/>
        </p:nvCxnSpPr>
        <p:spPr>
          <a:xfrm>
            <a:off x="6057900" y="2051592"/>
            <a:ext cx="347516" cy="358705"/>
          </a:xfrm>
          <a:prstGeom prst="bentConnector3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모서리가 둥근 직사각형 547">
            <a:extLst>
              <a:ext uri="{FF2B5EF4-FFF2-40B4-BE49-F238E27FC236}">
                <a16:creationId xmlns:a16="http://schemas.microsoft.com/office/drawing/2014/main" id="{6BA4A2EB-FB32-4DDD-9C87-0F54E7C54967}"/>
              </a:ext>
            </a:extLst>
          </p:cNvPr>
          <p:cNvSpPr/>
          <p:nvPr/>
        </p:nvSpPr>
        <p:spPr>
          <a:xfrm>
            <a:off x="4938566" y="3364195"/>
            <a:ext cx="1233814" cy="279113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</a:pPr>
            <a:r>
              <a:rPr kumimoji="1" lang="ko-KR" altLang="en-US" sz="11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기존살생물물질 신고</a:t>
            </a:r>
            <a:r>
              <a:rPr kumimoji="1" lang="en-US" altLang="ko-KR" sz="11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(A)</a:t>
            </a:r>
            <a:endParaRPr kumimoji="1" lang="ko-KR" altLang="en-US" sz="1100" b="1" kern="0" spc="-8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95" name="모서리가 둥근 직사각형 547">
            <a:extLst>
              <a:ext uri="{FF2B5EF4-FFF2-40B4-BE49-F238E27FC236}">
                <a16:creationId xmlns:a16="http://schemas.microsoft.com/office/drawing/2014/main" id="{77C6945C-2721-455F-ABE7-E1BAC83303C5}"/>
              </a:ext>
            </a:extLst>
          </p:cNvPr>
          <p:cNvSpPr/>
          <p:nvPr/>
        </p:nvSpPr>
        <p:spPr>
          <a:xfrm>
            <a:off x="4938566" y="3849800"/>
            <a:ext cx="1233814" cy="279113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</a:pPr>
            <a:r>
              <a:rPr kumimoji="1" lang="ko-KR" altLang="en-US" sz="11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기존살생물물질 신고</a:t>
            </a:r>
            <a:r>
              <a:rPr kumimoji="1" lang="en-US" altLang="ko-KR" sz="11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(D)</a:t>
            </a:r>
            <a:endParaRPr kumimoji="1" lang="ko-KR" altLang="en-US" sz="1100" b="1" kern="0" spc="-8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1C87F0CB-7F8A-4F5E-AF1B-2183D7764137}"/>
              </a:ext>
            </a:extLst>
          </p:cNvPr>
          <p:cNvCxnSpPr>
            <a:stCxn id="172" idx="3"/>
            <a:endCxn id="194" idx="1"/>
          </p:cNvCxnSpPr>
          <p:nvPr/>
        </p:nvCxnSpPr>
        <p:spPr>
          <a:xfrm>
            <a:off x="4673763" y="3503425"/>
            <a:ext cx="264803" cy="327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7AB29633-35C0-4385-877A-926FB06B6DBF}"/>
              </a:ext>
            </a:extLst>
          </p:cNvPr>
          <p:cNvCxnSpPr>
            <a:stCxn id="175" idx="3"/>
            <a:endCxn id="195" idx="1"/>
          </p:cNvCxnSpPr>
          <p:nvPr/>
        </p:nvCxnSpPr>
        <p:spPr>
          <a:xfrm flipV="1">
            <a:off x="4678649" y="3989357"/>
            <a:ext cx="259917" cy="587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모서리가 둥근 직사각형 547">
            <a:extLst>
              <a:ext uri="{FF2B5EF4-FFF2-40B4-BE49-F238E27FC236}">
                <a16:creationId xmlns:a16="http://schemas.microsoft.com/office/drawing/2014/main" id="{187FF977-7963-4F6D-80D4-60C776525E73}"/>
              </a:ext>
            </a:extLst>
          </p:cNvPr>
          <p:cNvSpPr/>
          <p:nvPr/>
        </p:nvSpPr>
        <p:spPr>
          <a:xfrm>
            <a:off x="6405416" y="2658780"/>
            <a:ext cx="1233814" cy="279113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</a:pPr>
            <a:r>
              <a:rPr kumimoji="1" lang="ko-KR" altLang="en-US" sz="11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기존살생물물질 신고</a:t>
            </a:r>
            <a:r>
              <a:rPr kumimoji="1" lang="en-US" altLang="ko-KR" sz="11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(C)</a:t>
            </a:r>
            <a:endParaRPr kumimoji="1" lang="ko-KR" altLang="en-US" sz="1100" b="1" kern="0" spc="-8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cxnSp>
        <p:nvCxnSpPr>
          <p:cNvPr id="47" name="연결선: 꺾임 46">
            <a:extLst>
              <a:ext uri="{FF2B5EF4-FFF2-40B4-BE49-F238E27FC236}">
                <a16:creationId xmlns:a16="http://schemas.microsoft.com/office/drawing/2014/main" id="{8774D8D7-9C0F-4526-83E6-693DB2ACE376}"/>
              </a:ext>
            </a:extLst>
          </p:cNvPr>
          <p:cNvCxnSpPr>
            <a:stCxn id="177" idx="3"/>
            <a:endCxn id="200" idx="1"/>
          </p:cNvCxnSpPr>
          <p:nvPr/>
        </p:nvCxnSpPr>
        <p:spPr>
          <a:xfrm>
            <a:off x="6057900" y="2051592"/>
            <a:ext cx="347516" cy="746745"/>
          </a:xfrm>
          <a:prstGeom prst="bentConnector3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 Box 148">
            <a:extLst>
              <a:ext uri="{FF2B5EF4-FFF2-40B4-BE49-F238E27FC236}">
                <a16:creationId xmlns:a16="http://schemas.microsoft.com/office/drawing/2014/main" id="{1D3345F2-86CF-4E9E-9B4F-4B515B8F78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8987" y="3422632"/>
            <a:ext cx="1219455" cy="16158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 b="1">
                <a:solidFill>
                  <a:schemeClr val="accent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접수번호 </a:t>
            </a:r>
            <a:r>
              <a:rPr lang="en-US" altLang="ko-KR" sz="1050" b="1">
                <a:solidFill>
                  <a:schemeClr val="accent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EAS-N-004</a:t>
            </a:r>
            <a:endParaRPr lang="en-US" altLang="ko-KR" sz="1050" b="1" dirty="0">
              <a:solidFill>
                <a:schemeClr val="accent2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04" name="Text Box 148">
            <a:extLst>
              <a:ext uri="{FF2B5EF4-FFF2-40B4-BE49-F238E27FC236}">
                <a16:creationId xmlns:a16="http://schemas.microsoft.com/office/drawing/2014/main" id="{A1151052-6E2B-413F-8432-1EB59043A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1210" y="3905869"/>
            <a:ext cx="1219455" cy="16158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접수번호 </a:t>
            </a:r>
            <a:r>
              <a:rPr lang="en-US" altLang="ko-KR" sz="105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EAS-N-005</a:t>
            </a:r>
            <a:endParaRPr lang="en-US" altLang="ko-KR" sz="105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05" name="Text Box 148">
            <a:extLst>
              <a:ext uri="{FF2B5EF4-FFF2-40B4-BE49-F238E27FC236}">
                <a16:creationId xmlns:a16="http://schemas.microsoft.com/office/drawing/2014/main" id="{766BA1E7-9B59-4D5B-8AAC-FD396FFE22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6408" y="1970458"/>
            <a:ext cx="1219455" cy="16158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 b="1">
                <a:solidFill>
                  <a:schemeClr val="accent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접수번호 </a:t>
            </a:r>
            <a:r>
              <a:rPr lang="en-US" altLang="ko-KR" sz="1050" b="1">
                <a:solidFill>
                  <a:schemeClr val="accent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EAS-N-001</a:t>
            </a:r>
            <a:endParaRPr lang="en-US" altLang="ko-KR" sz="1050" b="1" dirty="0">
              <a:solidFill>
                <a:schemeClr val="accent2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06" name="Text Box 148">
            <a:extLst>
              <a:ext uri="{FF2B5EF4-FFF2-40B4-BE49-F238E27FC236}">
                <a16:creationId xmlns:a16="http://schemas.microsoft.com/office/drawing/2014/main" id="{679515E8-D945-406C-BF5C-196AE8EC6B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6408" y="2329505"/>
            <a:ext cx="1219455" cy="16158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 b="1">
                <a:solidFill>
                  <a:schemeClr val="accent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접수번호 </a:t>
            </a:r>
            <a:r>
              <a:rPr lang="en-US" altLang="ko-KR" sz="1050" b="1">
                <a:solidFill>
                  <a:schemeClr val="accent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EAS-N-002</a:t>
            </a:r>
            <a:endParaRPr lang="en-US" altLang="ko-KR" sz="1050" b="1" dirty="0">
              <a:solidFill>
                <a:schemeClr val="accent2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07" name="Text Box 148">
            <a:extLst>
              <a:ext uri="{FF2B5EF4-FFF2-40B4-BE49-F238E27FC236}">
                <a16:creationId xmlns:a16="http://schemas.microsoft.com/office/drawing/2014/main" id="{FCB6EC49-6B2B-42CC-A21F-43E03D4FC3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6408" y="2717545"/>
            <a:ext cx="1219455" cy="16158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 b="1">
                <a:solidFill>
                  <a:schemeClr val="accent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접수번호 </a:t>
            </a:r>
            <a:r>
              <a:rPr lang="en-US" altLang="ko-KR" sz="1050" b="1">
                <a:solidFill>
                  <a:schemeClr val="accent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EAS-N-003</a:t>
            </a:r>
            <a:endParaRPr lang="en-US" altLang="ko-KR" sz="1050" b="1" dirty="0">
              <a:solidFill>
                <a:schemeClr val="accent2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9E33E689-2E54-47F3-BC70-2DBF754AE8A5}"/>
              </a:ext>
            </a:extLst>
          </p:cNvPr>
          <p:cNvCxnSpPr>
            <a:stCxn id="186" idx="3"/>
            <a:endCxn id="205" idx="1"/>
          </p:cNvCxnSpPr>
          <p:nvPr/>
        </p:nvCxnSpPr>
        <p:spPr>
          <a:xfrm>
            <a:off x="7639230" y="2051250"/>
            <a:ext cx="157178" cy="0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2F6A5B9F-9D77-4DA4-A08C-0E5A78526735}"/>
              </a:ext>
            </a:extLst>
          </p:cNvPr>
          <p:cNvCxnSpPr>
            <a:stCxn id="191" idx="3"/>
            <a:endCxn id="206" idx="1"/>
          </p:cNvCxnSpPr>
          <p:nvPr/>
        </p:nvCxnSpPr>
        <p:spPr>
          <a:xfrm>
            <a:off x="7639230" y="2410297"/>
            <a:ext cx="157178" cy="0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233D9D6E-5D8A-4BA8-B1B0-4D3CCD1801C7}"/>
              </a:ext>
            </a:extLst>
          </p:cNvPr>
          <p:cNvCxnSpPr>
            <a:stCxn id="200" idx="3"/>
            <a:endCxn id="207" idx="1"/>
          </p:cNvCxnSpPr>
          <p:nvPr/>
        </p:nvCxnSpPr>
        <p:spPr>
          <a:xfrm>
            <a:off x="7639230" y="2798337"/>
            <a:ext cx="157178" cy="0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CC1C06BA-FCDF-4B8E-8E01-12A749E81EEF}"/>
              </a:ext>
            </a:extLst>
          </p:cNvPr>
          <p:cNvCxnSpPr>
            <a:cxnSpLocks/>
            <a:stCxn id="194" idx="3"/>
            <a:endCxn id="203" idx="1"/>
          </p:cNvCxnSpPr>
          <p:nvPr/>
        </p:nvCxnSpPr>
        <p:spPr>
          <a:xfrm flipV="1">
            <a:off x="6172380" y="3503424"/>
            <a:ext cx="316607" cy="328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8219B2BF-1F51-4B4A-B2B9-6D3B80F6B72B}"/>
              </a:ext>
            </a:extLst>
          </p:cNvPr>
          <p:cNvCxnSpPr>
            <a:stCxn id="195" idx="3"/>
            <a:endCxn id="204" idx="1"/>
          </p:cNvCxnSpPr>
          <p:nvPr/>
        </p:nvCxnSpPr>
        <p:spPr>
          <a:xfrm flipV="1">
            <a:off x="6172380" y="3986661"/>
            <a:ext cx="298830" cy="2696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" name="타원 219">
            <a:extLst>
              <a:ext uri="{FF2B5EF4-FFF2-40B4-BE49-F238E27FC236}">
                <a16:creationId xmlns:a16="http://schemas.microsoft.com/office/drawing/2014/main" id="{792B645B-386C-420A-A0AC-E188528DD572}"/>
              </a:ext>
            </a:extLst>
          </p:cNvPr>
          <p:cNvSpPr/>
          <p:nvPr/>
        </p:nvSpPr>
        <p:spPr>
          <a:xfrm>
            <a:off x="9336975" y="3246508"/>
            <a:ext cx="283388" cy="29126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dirty="0">
              <a:solidFill>
                <a:schemeClr val="bg1"/>
              </a:solidFill>
            </a:endParaRPr>
          </a:p>
        </p:txBody>
      </p:sp>
      <p:cxnSp>
        <p:nvCxnSpPr>
          <p:cNvPr id="67" name="연결선: 구부러짐 66">
            <a:extLst>
              <a:ext uri="{FF2B5EF4-FFF2-40B4-BE49-F238E27FC236}">
                <a16:creationId xmlns:a16="http://schemas.microsoft.com/office/drawing/2014/main" id="{A8E5DDC4-C7CC-4C14-815E-DD5DDBDBC348}"/>
              </a:ext>
            </a:extLst>
          </p:cNvPr>
          <p:cNvCxnSpPr>
            <a:cxnSpLocks/>
            <a:stCxn id="205" idx="3"/>
            <a:endCxn id="220" idx="1"/>
          </p:cNvCxnSpPr>
          <p:nvPr/>
        </p:nvCxnSpPr>
        <p:spPr>
          <a:xfrm>
            <a:off x="9015863" y="2051250"/>
            <a:ext cx="362613" cy="1237912"/>
          </a:xfrm>
          <a:prstGeom prst="curvedConnector2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연결선: 구부러짐 68">
            <a:extLst>
              <a:ext uri="{FF2B5EF4-FFF2-40B4-BE49-F238E27FC236}">
                <a16:creationId xmlns:a16="http://schemas.microsoft.com/office/drawing/2014/main" id="{F34EB731-CFFE-4B1D-B4E7-BD22AE3F5485}"/>
              </a:ext>
            </a:extLst>
          </p:cNvPr>
          <p:cNvCxnSpPr>
            <a:cxnSpLocks/>
            <a:stCxn id="206" idx="3"/>
            <a:endCxn id="220" idx="1"/>
          </p:cNvCxnSpPr>
          <p:nvPr/>
        </p:nvCxnSpPr>
        <p:spPr>
          <a:xfrm>
            <a:off x="9015863" y="2410297"/>
            <a:ext cx="362613" cy="878865"/>
          </a:xfrm>
          <a:prstGeom prst="curvedConnector2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연결선: 구부러짐 70">
            <a:extLst>
              <a:ext uri="{FF2B5EF4-FFF2-40B4-BE49-F238E27FC236}">
                <a16:creationId xmlns:a16="http://schemas.microsoft.com/office/drawing/2014/main" id="{E7AAB33E-C877-4C0C-9C18-1111F13D776D}"/>
              </a:ext>
            </a:extLst>
          </p:cNvPr>
          <p:cNvCxnSpPr>
            <a:stCxn id="207" idx="3"/>
            <a:endCxn id="220" idx="2"/>
          </p:cNvCxnSpPr>
          <p:nvPr/>
        </p:nvCxnSpPr>
        <p:spPr>
          <a:xfrm>
            <a:off x="9015863" y="2798337"/>
            <a:ext cx="321112" cy="593801"/>
          </a:xfrm>
          <a:prstGeom prst="curvedConnector3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연결선: 구부러짐 72">
            <a:extLst>
              <a:ext uri="{FF2B5EF4-FFF2-40B4-BE49-F238E27FC236}">
                <a16:creationId xmlns:a16="http://schemas.microsoft.com/office/drawing/2014/main" id="{CE5C0D59-2A39-49EC-875C-A0350F2E8D95}"/>
              </a:ext>
            </a:extLst>
          </p:cNvPr>
          <p:cNvCxnSpPr>
            <a:cxnSpLocks/>
            <a:stCxn id="203" idx="3"/>
            <a:endCxn id="220" idx="2"/>
          </p:cNvCxnSpPr>
          <p:nvPr/>
        </p:nvCxnSpPr>
        <p:spPr>
          <a:xfrm flipV="1">
            <a:off x="7708442" y="3392138"/>
            <a:ext cx="1628533" cy="111286"/>
          </a:xfrm>
          <a:prstGeom prst="curvedConnector3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연결선: 구부러짐 74">
            <a:extLst>
              <a:ext uri="{FF2B5EF4-FFF2-40B4-BE49-F238E27FC236}">
                <a16:creationId xmlns:a16="http://schemas.microsoft.com/office/drawing/2014/main" id="{2640D963-00A5-40AE-B175-4D9751EAF3E3}"/>
              </a:ext>
            </a:extLst>
          </p:cNvPr>
          <p:cNvCxnSpPr>
            <a:cxnSpLocks/>
            <a:stCxn id="204" idx="3"/>
            <a:endCxn id="220" idx="2"/>
          </p:cNvCxnSpPr>
          <p:nvPr/>
        </p:nvCxnSpPr>
        <p:spPr>
          <a:xfrm flipV="1">
            <a:off x="7690665" y="3392138"/>
            <a:ext cx="1646310" cy="594523"/>
          </a:xfrm>
          <a:prstGeom prst="curved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모서리가 둥근 직사각형 547">
            <a:extLst>
              <a:ext uri="{FF2B5EF4-FFF2-40B4-BE49-F238E27FC236}">
                <a16:creationId xmlns:a16="http://schemas.microsoft.com/office/drawing/2014/main" id="{E7B07686-3D5E-4184-BCC7-2DCA75CD4175}"/>
              </a:ext>
            </a:extLst>
          </p:cNvPr>
          <p:cNvSpPr/>
          <p:nvPr/>
        </p:nvSpPr>
        <p:spPr>
          <a:xfrm>
            <a:off x="1417990" y="5572342"/>
            <a:ext cx="804460" cy="458253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</a:pPr>
            <a:r>
              <a:rPr kumimoji="1" lang="ko-KR" altLang="en-US" sz="11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승인유예고시</a:t>
            </a:r>
            <a:endParaRPr kumimoji="1" lang="en-US" altLang="ko-KR" sz="1100" b="1" kern="0" spc="-8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</a:pPr>
            <a:r>
              <a:rPr kumimoji="1" lang="en-US" altLang="ko-KR" sz="11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</a:t>
            </a:r>
            <a:r>
              <a:rPr kumimoji="1" lang="ko-KR" altLang="en-US" sz="11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환경부</a:t>
            </a:r>
            <a:r>
              <a:rPr kumimoji="1" lang="en-US" altLang="ko-KR" sz="11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</a:t>
            </a:r>
            <a:endParaRPr kumimoji="1" lang="ko-KR" altLang="en-US" sz="1100" b="1" kern="0" spc="-8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cxnSp>
        <p:nvCxnSpPr>
          <p:cNvPr id="232" name="직선 화살표 연결선 231">
            <a:extLst>
              <a:ext uri="{FF2B5EF4-FFF2-40B4-BE49-F238E27FC236}">
                <a16:creationId xmlns:a16="http://schemas.microsoft.com/office/drawing/2014/main" id="{8A3AFE57-810F-4823-B4C3-63993F1E4693}"/>
              </a:ext>
            </a:extLst>
          </p:cNvPr>
          <p:cNvCxnSpPr>
            <a:cxnSpLocks/>
            <a:stCxn id="231" idx="3"/>
            <a:endCxn id="235" idx="1"/>
          </p:cNvCxnSpPr>
          <p:nvPr/>
        </p:nvCxnSpPr>
        <p:spPr>
          <a:xfrm>
            <a:off x="2222450" y="5801469"/>
            <a:ext cx="2175513" cy="33283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Text Box 148">
            <a:extLst>
              <a:ext uri="{FF2B5EF4-FFF2-40B4-BE49-F238E27FC236}">
                <a16:creationId xmlns:a16="http://schemas.microsoft.com/office/drawing/2014/main" id="{4B1460AD-E281-4265-92BF-15B126BBFC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6336" y="5885289"/>
            <a:ext cx="1014794" cy="12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0" i="0" u="none" strike="noStrike" kern="1200" cap="none" spc="-50" normalizeH="0" baseline="0" noProof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국립환경과학원</a:t>
            </a:r>
            <a:r>
              <a:rPr kumimoji="1" lang="en-US" altLang="ko-KR" sz="1050" b="0" i="0" u="none" strike="noStrike" kern="1200" cap="none" spc="-50" normalizeH="0" baseline="0" noProof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-&gt;</a:t>
            </a:r>
            <a:r>
              <a:rPr kumimoji="1" lang="ko-KR" altLang="en-US" sz="1050" b="0" i="0" u="none" strike="noStrike" kern="1200" cap="none" spc="-50" normalizeH="0" baseline="0" noProof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수행사</a:t>
            </a:r>
            <a:endParaRPr kumimoji="1" lang="ko-KR" altLang="en-US" sz="1050" b="0" i="0" u="none" strike="noStrike" kern="1200" cap="none" spc="-50" normalizeH="0" baseline="0" noProof="0" dirty="0">
              <a:ln>
                <a:solidFill>
                  <a:srgbClr val="7593B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grpSp>
        <p:nvGrpSpPr>
          <p:cNvPr id="234" name="그룹 233">
            <a:extLst>
              <a:ext uri="{FF2B5EF4-FFF2-40B4-BE49-F238E27FC236}">
                <a16:creationId xmlns:a16="http://schemas.microsoft.com/office/drawing/2014/main" id="{535BB8BD-8F9A-44C6-8938-80C645E7619C}"/>
              </a:ext>
            </a:extLst>
          </p:cNvPr>
          <p:cNvGrpSpPr/>
          <p:nvPr/>
        </p:nvGrpSpPr>
        <p:grpSpPr>
          <a:xfrm>
            <a:off x="4328809" y="5635584"/>
            <a:ext cx="574961" cy="537285"/>
            <a:chOff x="1151740" y="2776440"/>
            <a:chExt cx="695703" cy="715127"/>
          </a:xfrm>
        </p:grpSpPr>
        <p:pic>
          <p:nvPicPr>
            <p:cNvPr id="235" name="그림 234">
              <a:extLst>
                <a:ext uri="{FF2B5EF4-FFF2-40B4-BE49-F238E27FC236}">
                  <a16:creationId xmlns:a16="http://schemas.microsoft.com/office/drawing/2014/main" id="{A818D043-13E9-48F9-9C8F-D6B489F239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35416" y="2776440"/>
              <a:ext cx="551393" cy="530185"/>
            </a:xfrm>
            <a:prstGeom prst="rect">
              <a:avLst/>
            </a:prstGeom>
          </p:spPr>
        </p:pic>
        <p:sp>
          <p:nvSpPr>
            <p:cNvPr id="236" name="Text Box 148">
              <a:extLst>
                <a:ext uri="{FF2B5EF4-FFF2-40B4-BE49-F238E27FC236}">
                  <a16:creationId xmlns:a16="http://schemas.microsoft.com/office/drawing/2014/main" id="{1E6B5A54-D492-4656-9A4D-E69654B1DC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1740" y="3329984"/>
              <a:ext cx="695703" cy="161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ko-KR"/>
              </a:defPPr>
              <a:lvl1pPr algn="ctr" latinLnBrk="0">
                <a:defRPr kumimoji="1" sz="800" spc="-5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itchFamily="18" charset="-127"/>
                  <a:ea typeface="KoPub돋움체 Light" pitchFamily="18" charset="-127"/>
                </a:defRPr>
              </a:lvl1pPr>
              <a:lvl2pPr marL="742950" indent="-28575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50" b="0" i="0" u="none" strike="noStrike" kern="1200" cap="none" spc="-50" normalizeH="0" baseline="0" noProof="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시스템 수행사</a:t>
              </a:r>
              <a:endParaRPr kumimoji="1" lang="ko-KR" altLang="en-US" sz="1050" b="0" i="0" u="none" strike="noStrike" kern="1200" cap="none" spc="-50" normalizeH="0" baseline="0" noProof="0" dirty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sp>
        <p:nvSpPr>
          <p:cNvPr id="237" name="Excel">
            <a:extLst>
              <a:ext uri="{FF2B5EF4-FFF2-40B4-BE49-F238E27FC236}">
                <a16:creationId xmlns:a16="http://schemas.microsoft.com/office/drawing/2014/main" id="{5D5C9286-8EC2-4061-A665-70D7EC7D3DC8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2566557" y="5572902"/>
            <a:ext cx="145963" cy="145963"/>
          </a:xfrm>
          <a:custGeom>
            <a:avLst/>
            <a:gdLst>
              <a:gd name="T0" fmla="*/ 0 w 1411"/>
              <a:gd name="T1" fmla="*/ 158 h 1411"/>
              <a:gd name="T2" fmla="*/ 814 w 1411"/>
              <a:gd name="T3" fmla="*/ 1411 h 1411"/>
              <a:gd name="T4" fmla="*/ 868 w 1411"/>
              <a:gd name="T5" fmla="*/ 163 h 1411"/>
              <a:gd name="T6" fmla="*/ 1033 w 1411"/>
              <a:gd name="T7" fmla="*/ 326 h 1411"/>
              <a:gd name="T8" fmla="*/ 868 w 1411"/>
              <a:gd name="T9" fmla="*/ 436 h 1411"/>
              <a:gd name="T10" fmla="*/ 1031 w 1411"/>
              <a:gd name="T11" fmla="*/ 543 h 1411"/>
              <a:gd name="T12" fmla="*/ 868 w 1411"/>
              <a:gd name="T13" fmla="*/ 651 h 1411"/>
              <a:gd name="T14" fmla="*/ 1031 w 1411"/>
              <a:gd name="T15" fmla="*/ 760 h 1411"/>
              <a:gd name="T16" fmla="*/ 868 w 1411"/>
              <a:gd name="T17" fmla="*/ 868 h 1411"/>
              <a:gd name="T18" fmla="*/ 1031 w 1411"/>
              <a:gd name="T19" fmla="*/ 977 h 1411"/>
              <a:gd name="T20" fmla="*/ 868 w 1411"/>
              <a:gd name="T21" fmla="*/ 1086 h 1411"/>
              <a:gd name="T22" fmla="*/ 1365 w 1411"/>
              <a:gd name="T23" fmla="*/ 1248 h 1411"/>
              <a:gd name="T24" fmla="*/ 1411 w 1411"/>
              <a:gd name="T25" fmla="*/ 210 h 1411"/>
              <a:gd name="T26" fmla="*/ 868 w 1411"/>
              <a:gd name="T27" fmla="*/ 163 h 1411"/>
              <a:gd name="T28" fmla="*/ 1302 w 1411"/>
              <a:gd name="T29" fmla="*/ 326 h 1411"/>
              <a:gd name="T30" fmla="*/ 1085 w 1411"/>
              <a:gd name="T31" fmla="*/ 434 h 1411"/>
              <a:gd name="T32" fmla="*/ 168 w 1411"/>
              <a:gd name="T33" fmla="*/ 433 h 1411"/>
              <a:gd name="T34" fmla="*/ 397 w 1411"/>
              <a:gd name="T35" fmla="*/ 597 h 1411"/>
              <a:gd name="T36" fmla="*/ 432 w 1411"/>
              <a:gd name="T37" fmla="*/ 595 h 1411"/>
              <a:gd name="T38" fmla="*/ 656 w 1411"/>
              <a:gd name="T39" fmla="*/ 433 h 1411"/>
              <a:gd name="T40" fmla="*/ 661 w 1411"/>
              <a:gd name="T41" fmla="*/ 982 h 1411"/>
              <a:gd name="T42" fmla="*/ 420 w 1411"/>
              <a:gd name="T43" fmla="*/ 802 h 1411"/>
              <a:gd name="T44" fmla="*/ 407 w 1411"/>
              <a:gd name="T45" fmla="*/ 765 h 1411"/>
              <a:gd name="T46" fmla="*/ 300 w 1411"/>
              <a:gd name="T47" fmla="*/ 982 h 1411"/>
              <a:gd name="T48" fmla="*/ 327 w 1411"/>
              <a:gd name="T49" fmla="*/ 707 h 1411"/>
              <a:gd name="T50" fmla="*/ 1085 w 1411"/>
              <a:gd name="T51" fmla="*/ 543 h 1411"/>
              <a:gd name="T52" fmla="*/ 1302 w 1411"/>
              <a:gd name="T53" fmla="*/ 651 h 1411"/>
              <a:gd name="T54" fmla="*/ 1085 w 1411"/>
              <a:gd name="T55" fmla="*/ 543 h 1411"/>
              <a:gd name="T56" fmla="*/ 1302 w 1411"/>
              <a:gd name="T57" fmla="*/ 760 h 1411"/>
              <a:gd name="T58" fmla="*/ 1085 w 1411"/>
              <a:gd name="T59" fmla="*/ 868 h 1411"/>
              <a:gd name="T60" fmla="*/ 1085 w 1411"/>
              <a:gd name="T61" fmla="*/ 977 h 1411"/>
              <a:gd name="T62" fmla="*/ 1302 w 1411"/>
              <a:gd name="T63" fmla="*/ 1086 h 1411"/>
              <a:gd name="T64" fmla="*/ 1085 w 1411"/>
              <a:gd name="T65" fmla="*/ 977 h 1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411" h="1411">
                <a:moveTo>
                  <a:pt x="814" y="0"/>
                </a:moveTo>
                <a:lnTo>
                  <a:pt x="0" y="158"/>
                </a:lnTo>
                <a:lnTo>
                  <a:pt x="0" y="1255"/>
                </a:lnTo>
                <a:lnTo>
                  <a:pt x="814" y="1411"/>
                </a:lnTo>
                <a:lnTo>
                  <a:pt x="814" y="0"/>
                </a:lnTo>
                <a:close/>
                <a:moveTo>
                  <a:pt x="868" y="163"/>
                </a:moveTo>
                <a:lnTo>
                  <a:pt x="868" y="326"/>
                </a:lnTo>
                <a:lnTo>
                  <a:pt x="1033" y="326"/>
                </a:lnTo>
                <a:lnTo>
                  <a:pt x="1033" y="436"/>
                </a:lnTo>
                <a:lnTo>
                  <a:pt x="868" y="436"/>
                </a:lnTo>
                <a:lnTo>
                  <a:pt x="868" y="543"/>
                </a:lnTo>
                <a:lnTo>
                  <a:pt x="1031" y="543"/>
                </a:lnTo>
                <a:lnTo>
                  <a:pt x="1031" y="651"/>
                </a:lnTo>
                <a:lnTo>
                  <a:pt x="868" y="651"/>
                </a:lnTo>
                <a:lnTo>
                  <a:pt x="868" y="760"/>
                </a:lnTo>
                <a:lnTo>
                  <a:pt x="1031" y="760"/>
                </a:lnTo>
                <a:lnTo>
                  <a:pt x="1031" y="868"/>
                </a:lnTo>
                <a:lnTo>
                  <a:pt x="868" y="868"/>
                </a:lnTo>
                <a:lnTo>
                  <a:pt x="868" y="977"/>
                </a:lnTo>
                <a:lnTo>
                  <a:pt x="1031" y="977"/>
                </a:lnTo>
                <a:lnTo>
                  <a:pt x="1031" y="1086"/>
                </a:lnTo>
                <a:lnTo>
                  <a:pt x="868" y="1086"/>
                </a:lnTo>
                <a:lnTo>
                  <a:pt x="868" y="1248"/>
                </a:lnTo>
                <a:lnTo>
                  <a:pt x="1365" y="1248"/>
                </a:lnTo>
                <a:cubicBezTo>
                  <a:pt x="1390" y="1248"/>
                  <a:pt x="1411" y="1227"/>
                  <a:pt x="1411" y="1201"/>
                </a:cubicBezTo>
                <a:lnTo>
                  <a:pt x="1411" y="210"/>
                </a:lnTo>
                <a:cubicBezTo>
                  <a:pt x="1411" y="184"/>
                  <a:pt x="1390" y="163"/>
                  <a:pt x="1365" y="163"/>
                </a:cubicBezTo>
                <a:lnTo>
                  <a:pt x="868" y="163"/>
                </a:lnTo>
                <a:close/>
                <a:moveTo>
                  <a:pt x="1085" y="326"/>
                </a:moveTo>
                <a:lnTo>
                  <a:pt x="1302" y="326"/>
                </a:lnTo>
                <a:lnTo>
                  <a:pt x="1302" y="434"/>
                </a:lnTo>
                <a:lnTo>
                  <a:pt x="1085" y="434"/>
                </a:lnTo>
                <a:lnTo>
                  <a:pt x="1085" y="326"/>
                </a:lnTo>
                <a:close/>
                <a:moveTo>
                  <a:pt x="168" y="433"/>
                </a:moveTo>
                <a:lnTo>
                  <a:pt x="317" y="433"/>
                </a:lnTo>
                <a:lnTo>
                  <a:pt x="397" y="597"/>
                </a:lnTo>
                <a:cubicBezTo>
                  <a:pt x="403" y="610"/>
                  <a:pt x="409" y="625"/>
                  <a:pt x="413" y="643"/>
                </a:cubicBezTo>
                <a:cubicBezTo>
                  <a:pt x="417" y="632"/>
                  <a:pt x="424" y="617"/>
                  <a:pt x="432" y="595"/>
                </a:cubicBezTo>
                <a:lnTo>
                  <a:pt x="519" y="433"/>
                </a:lnTo>
                <a:lnTo>
                  <a:pt x="656" y="433"/>
                </a:lnTo>
                <a:lnTo>
                  <a:pt x="492" y="704"/>
                </a:lnTo>
                <a:lnTo>
                  <a:pt x="661" y="982"/>
                </a:lnTo>
                <a:lnTo>
                  <a:pt x="515" y="982"/>
                </a:lnTo>
                <a:lnTo>
                  <a:pt x="420" y="802"/>
                </a:lnTo>
                <a:cubicBezTo>
                  <a:pt x="417" y="796"/>
                  <a:pt x="412" y="783"/>
                  <a:pt x="408" y="765"/>
                </a:cubicBezTo>
                <a:lnTo>
                  <a:pt x="407" y="765"/>
                </a:lnTo>
                <a:cubicBezTo>
                  <a:pt x="405" y="773"/>
                  <a:pt x="402" y="787"/>
                  <a:pt x="395" y="804"/>
                </a:cubicBezTo>
                <a:lnTo>
                  <a:pt x="300" y="982"/>
                </a:lnTo>
                <a:lnTo>
                  <a:pt x="152" y="982"/>
                </a:lnTo>
                <a:lnTo>
                  <a:pt x="327" y="707"/>
                </a:lnTo>
                <a:lnTo>
                  <a:pt x="168" y="433"/>
                </a:lnTo>
                <a:close/>
                <a:moveTo>
                  <a:pt x="1085" y="543"/>
                </a:moveTo>
                <a:lnTo>
                  <a:pt x="1302" y="543"/>
                </a:lnTo>
                <a:lnTo>
                  <a:pt x="1302" y="651"/>
                </a:lnTo>
                <a:lnTo>
                  <a:pt x="1085" y="651"/>
                </a:lnTo>
                <a:lnTo>
                  <a:pt x="1085" y="543"/>
                </a:lnTo>
                <a:close/>
                <a:moveTo>
                  <a:pt x="1085" y="760"/>
                </a:moveTo>
                <a:lnTo>
                  <a:pt x="1302" y="760"/>
                </a:lnTo>
                <a:lnTo>
                  <a:pt x="1302" y="868"/>
                </a:lnTo>
                <a:lnTo>
                  <a:pt x="1085" y="868"/>
                </a:lnTo>
                <a:lnTo>
                  <a:pt x="1085" y="760"/>
                </a:lnTo>
                <a:close/>
                <a:moveTo>
                  <a:pt x="1085" y="977"/>
                </a:moveTo>
                <a:lnTo>
                  <a:pt x="1302" y="977"/>
                </a:lnTo>
                <a:lnTo>
                  <a:pt x="1302" y="1086"/>
                </a:lnTo>
                <a:lnTo>
                  <a:pt x="1085" y="1086"/>
                </a:lnTo>
                <a:lnTo>
                  <a:pt x="1085" y="977"/>
                </a:lnTo>
                <a:close/>
              </a:path>
            </a:pathLst>
          </a:custGeom>
          <a:solidFill>
            <a:srgbClr val="5F5F5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7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8" name="Text Box 148">
            <a:extLst>
              <a:ext uri="{FF2B5EF4-FFF2-40B4-BE49-F238E27FC236}">
                <a16:creationId xmlns:a16="http://schemas.microsoft.com/office/drawing/2014/main" id="{5A6E4727-CCFA-4432-B2D4-515765AD25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1567" y="5584566"/>
            <a:ext cx="1008170" cy="104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-50" normalizeH="0" baseline="0" noProof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승인유예고시항목 전달</a:t>
            </a:r>
            <a:r>
              <a:rPr kumimoji="1" lang="en-US" altLang="ko-KR" sz="900" b="0" i="0" u="none" strike="noStrike" kern="1200" cap="none" spc="-50" normalizeH="0" baseline="0" noProof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kumimoji="1" lang="ko-KR" altLang="en-US" sz="900" b="0" i="0" u="none" strike="noStrike" kern="1200" cap="none" spc="-50" normalizeH="0" baseline="0" noProof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엑셀</a:t>
            </a:r>
            <a:r>
              <a:rPr kumimoji="1" lang="en-US" altLang="ko-KR" sz="900" b="0" i="0" u="none" strike="noStrike" kern="1200" cap="none" spc="-50" normalizeH="0" baseline="0" noProof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  <a:endParaRPr kumimoji="1" lang="ko-KR" altLang="en-US" sz="900" b="0" i="0" u="none" strike="noStrike" kern="1200" cap="none" spc="-50" normalizeH="0" baseline="0" noProof="0" dirty="0">
              <a:ln>
                <a:solidFill>
                  <a:srgbClr val="7593B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39" name="AutoShape 274">
            <a:extLst>
              <a:ext uri="{FF2B5EF4-FFF2-40B4-BE49-F238E27FC236}">
                <a16:creationId xmlns:a16="http://schemas.microsoft.com/office/drawing/2014/main" id="{B3B64981-7EC3-4C01-8813-8336B2CA1103}"/>
              </a:ext>
            </a:extLst>
          </p:cNvPr>
          <p:cNvSpPr>
            <a:spLocks noChangeArrowheads="1"/>
          </p:cNvSpPr>
          <p:nvPr/>
        </p:nvSpPr>
        <p:spPr bwMode="gray">
          <a:xfrm>
            <a:off x="5990493" y="4983719"/>
            <a:ext cx="780765" cy="415716"/>
          </a:xfrm>
          <a:prstGeom prst="can">
            <a:avLst>
              <a:gd name="adj" fmla="val 15514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>
            <a:lvl1pPr defTabSz="708025"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defTabSz="708025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defTabSz="708025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defTabSz="708025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defTabSz="708025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7080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7080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7080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7080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  <a:buNone/>
            </a:pPr>
            <a:r>
              <a:rPr kumimoji="1" lang="ko-KR" altLang="en-US" sz="10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물질승인신청</a:t>
            </a:r>
            <a:endParaRPr kumimoji="1" lang="en-US" altLang="ko-KR" sz="1000" b="1" kern="0" spc="-8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  <a:buNone/>
            </a:pPr>
            <a:r>
              <a:rPr kumimoji="1" lang="ko-KR" altLang="en-US" sz="10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계획서 </a:t>
            </a:r>
            <a:r>
              <a:rPr kumimoji="1" lang="en-US" altLang="ko-KR" sz="10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DB</a:t>
            </a:r>
          </a:p>
        </p:txBody>
      </p:sp>
      <p:sp>
        <p:nvSpPr>
          <p:cNvPr id="240" name="AutoShape 274">
            <a:extLst>
              <a:ext uri="{FF2B5EF4-FFF2-40B4-BE49-F238E27FC236}">
                <a16:creationId xmlns:a16="http://schemas.microsoft.com/office/drawing/2014/main" id="{2C2AEA55-C57C-4D29-8A76-D7A19A6D1184}"/>
              </a:ext>
            </a:extLst>
          </p:cNvPr>
          <p:cNvSpPr>
            <a:spLocks noChangeArrowheads="1"/>
          </p:cNvSpPr>
          <p:nvPr/>
        </p:nvSpPr>
        <p:spPr bwMode="gray">
          <a:xfrm>
            <a:off x="5990493" y="6290115"/>
            <a:ext cx="780765" cy="415716"/>
          </a:xfrm>
          <a:prstGeom prst="can">
            <a:avLst>
              <a:gd name="adj" fmla="val 15514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>
            <a:lvl1pPr defTabSz="708025"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defTabSz="708025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defTabSz="708025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defTabSz="708025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defTabSz="708025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7080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7080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7080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7080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  <a:buNone/>
            </a:pPr>
            <a:r>
              <a:rPr kumimoji="1" lang="ko-KR" altLang="en-US" sz="10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공동협의체</a:t>
            </a:r>
            <a:endParaRPr kumimoji="1" lang="en-US" altLang="ko-KR" sz="1000" b="1" kern="0" spc="-8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  <a:buNone/>
            </a:pPr>
            <a:r>
              <a:rPr kumimoji="1" lang="en-US" altLang="ko-KR" sz="10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DB</a:t>
            </a:r>
          </a:p>
        </p:txBody>
      </p:sp>
      <p:cxnSp>
        <p:nvCxnSpPr>
          <p:cNvPr id="241" name="연결선: 꺾임 240">
            <a:extLst>
              <a:ext uri="{FF2B5EF4-FFF2-40B4-BE49-F238E27FC236}">
                <a16:creationId xmlns:a16="http://schemas.microsoft.com/office/drawing/2014/main" id="{F3003B91-7D82-473F-89D6-F1CC57827554}"/>
              </a:ext>
            </a:extLst>
          </p:cNvPr>
          <p:cNvCxnSpPr>
            <a:stCxn id="235" idx="3"/>
            <a:endCxn id="239" idx="2"/>
          </p:cNvCxnSpPr>
          <p:nvPr/>
        </p:nvCxnSpPr>
        <p:spPr>
          <a:xfrm flipV="1">
            <a:off x="4853660" y="5191577"/>
            <a:ext cx="1136833" cy="643175"/>
          </a:xfrm>
          <a:prstGeom prst="bentConnector3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연결선: 꺾임 241">
            <a:extLst>
              <a:ext uri="{FF2B5EF4-FFF2-40B4-BE49-F238E27FC236}">
                <a16:creationId xmlns:a16="http://schemas.microsoft.com/office/drawing/2014/main" id="{E83C56F8-1E9C-41FB-8EEC-B2D930562821}"/>
              </a:ext>
            </a:extLst>
          </p:cNvPr>
          <p:cNvCxnSpPr>
            <a:stCxn id="235" idx="3"/>
            <a:endCxn id="240" idx="2"/>
          </p:cNvCxnSpPr>
          <p:nvPr/>
        </p:nvCxnSpPr>
        <p:spPr>
          <a:xfrm>
            <a:off x="4853660" y="5834752"/>
            <a:ext cx="1136833" cy="663221"/>
          </a:xfrm>
          <a:prstGeom prst="bentConnector3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모서리가 둥근 직사각형 547">
            <a:extLst>
              <a:ext uri="{FF2B5EF4-FFF2-40B4-BE49-F238E27FC236}">
                <a16:creationId xmlns:a16="http://schemas.microsoft.com/office/drawing/2014/main" id="{696BD49D-1562-4249-991E-7A674DF4B78A}"/>
              </a:ext>
            </a:extLst>
          </p:cNvPr>
          <p:cNvSpPr/>
          <p:nvPr/>
        </p:nvSpPr>
        <p:spPr>
          <a:xfrm>
            <a:off x="8358925" y="5075958"/>
            <a:ext cx="1108595" cy="231237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</a:pPr>
            <a:r>
              <a:rPr kumimoji="1" lang="ko-KR" altLang="en-US" sz="10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물질승인신청계획서 제출</a:t>
            </a:r>
            <a:endParaRPr kumimoji="1" lang="ko-KR" altLang="en-US" sz="1000" b="1" kern="0" spc="-8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cxnSp>
        <p:nvCxnSpPr>
          <p:cNvPr id="244" name="직선 화살표 연결선 243">
            <a:extLst>
              <a:ext uri="{FF2B5EF4-FFF2-40B4-BE49-F238E27FC236}">
                <a16:creationId xmlns:a16="http://schemas.microsoft.com/office/drawing/2014/main" id="{D00932E4-7542-41C1-BC45-241E3A4A7253}"/>
              </a:ext>
            </a:extLst>
          </p:cNvPr>
          <p:cNvCxnSpPr>
            <a:stCxn id="239" idx="4"/>
            <a:endCxn id="243" idx="1"/>
          </p:cNvCxnSpPr>
          <p:nvPr/>
        </p:nvCxnSpPr>
        <p:spPr>
          <a:xfrm>
            <a:off x="6771258" y="5191577"/>
            <a:ext cx="1587667" cy="0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" name="모서리가 둥근 직사각형 547">
            <a:extLst>
              <a:ext uri="{FF2B5EF4-FFF2-40B4-BE49-F238E27FC236}">
                <a16:creationId xmlns:a16="http://schemas.microsoft.com/office/drawing/2014/main" id="{1FC0315F-AF1C-44BA-9C2D-CB20828D9EE3}"/>
              </a:ext>
            </a:extLst>
          </p:cNvPr>
          <p:cNvSpPr/>
          <p:nvPr/>
        </p:nvSpPr>
        <p:spPr>
          <a:xfrm>
            <a:off x="8358925" y="6382161"/>
            <a:ext cx="1108595" cy="231237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</a:pPr>
            <a:r>
              <a:rPr kumimoji="1" lang="ko-KR" altLang="en-US" sz="10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공동협의체 가입</a:t>
            </a:r>
            <a:endParaRPr kumimoji="1" lang="ko-KR" altLang="en-US" sz="1000" b="1" kern="0" spc="-8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cxnSp>
        <p:nvCxnSpPr>
          <p:cNvPr id="246" name="직선 화살표 연결선 245">
            <a:extLst>
              <a:ext uri="{FF2B5EF4-FFF2-40B4-BE49-F238E27FC236}">
                <a16:creationId xmlns:a16="http://schemas.microsoft.com/office/drawing/2014/main" id="{30AD3DA0-DC0C-4F74-B375-E32B779D27B0}"/>
              </a:ext>
            </a:extLst>
          </p:cNvPr>
          <p:cNvCxnSpPr>
            <a:stCxn id="240" idx="4"/>
            <a:endCxn id="245" idx="1"/>
          </p:cNvCxnSpPr>
          <p:nvPr/>
        </p:nvCxnSpPr>
        <p:spPr>
          <a:xfrm flipV="1">
            <a:off x="6771258" y="6497780"/>
            <a:ext cx="1587667" cy="193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Text Box 148">
            <a:extLst>
              <a:ext uri="{FF2B5EF4-FFF2-40B4-BE49-F238E27FC236}">
                <a16:creationId xmlns:a16="http://schemas.microsoft.com/office/drawing/2014/main" id="{9E422E3C-2117-40F6-86CB-BC053B486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2086" y="4983805"/>
            <a:ext cx="891586" cy="104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1200" cap="none" spc="-50" normalizeH="0" baseline="0" noProof="0" dirty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A</a:t>
            </a:r>
            <a:r>
              <a:rPr lang="ko-KR" altLang="en-US" sz="9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업체 </a:t>
            </a:r>
            <a:r>
              <a:rPr lang="en-US" altLang="ko-KR" sz="9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-&gt; </a:t>
            </a:r>
            <a:r>
              <a:rPr lang="ko-KR" altLang="en-US" sz="9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국립환경과학원</a:t>
            </a:r>
            <a:endParaRPr kumimoji="1" lang="ko-KR" altLang="en-US" sz="900" b="0" i="0" u="none" strike="noStrike" kern="1200" cap="none" spc="-50" normalizeH="0" baseline="0" noProof="0" dirty="0">
              <a:ln>
                <a:solidFill>
                  <a:srgbClr val="7593B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48" name="Text Box 148">
            <a:extLst>
              <a:ext uri="{FF2B5EF4-FFF2-40B4-BE49-F238E27FC236}">
                <a16:creationId xmlns:a16="http://schemas.microsoft.com/office/drawing/2014/main" id="{E9F4D8DD-9CEA-4304-9982-53B1398983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6401" y="5525072"/>
            <a:ext cx="1341400" cy="12718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접수번호 </a:t>
            </a:r>
            <a:r>
              <a:rPr lang="en-US" altLang="ko-KR" sz="110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EAS-N-001</a:t>
            </a:r>
            <a:endParaRPr lang="en-US" altLang="ko-KR" sz="1100" dirty="0">
              <a:solidFill>
                <a:srgbClr val="C0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49" name="Text Box 148">
            <a:extLst>
              <a:ext uri="{FF2B5EF4-FFF2-40B4-BE49-F238E27FC236}">
                <a16:creationId xmlns:a16="http://schemas.microsoft.com/office/drawing/2014/main" id="{FA57588B-63BB-4DAE-9A71-E1F4D212EF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6401" y="5695104"/>
            <a:ext cx="1341400" cy="12718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접수번호 </a:t>
            </a:r>
            <a:r>
              <a:rPr lang="en-US" altLang="ko-KR" sz="110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EAS-N-002</a:t>
            </a:r>
            <a:endParaRPr lang="en-US" altLang="ko-KR" sz="1100" dirty="0">
              <a:solidFill>
                <a:srgbClr val="C0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50" name="Text Box 148">
            <a:extLst>
              <a:ext uri="{FF2B5EF4-FFF2-40B4-BE49-F238E27FC236}">
                <a16:creationId xmlns:a16="http://schemas.microsoft.com/office/drawing/2014/main" id="{D0EBDE9F-FEF7-460E-B711-B5B23274ED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6401" y="5865135"/>
            <a:ext cx="1341400" cy="12718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접수번호 </a:t>
            </a:r>
            <a:r>
              <a:rPr lang="en-US" altLang="ko-KR" sz="110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EAS-N-003</a:t>
            </a:r>
            <a:endParaRPr lang="en-US" altLang="ko-KR" sz="1100" dirty="0">
              <a:solidFill>
                <a:srgbClr val="C0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51" name="오른쪽 중괄호 250">
            <a:extLst>
              <a:ext uri="{FF2B5EF4-FFF2-40B4-BE49-F238E27FC236}">
                <a16:creationId xmlns:a16="http://schemas.microsoft.com/office/drawing/2014/main" id="{425FF488-4B1B-44A7-8784-D3AFF975E10B}"/>
              </a:ext>
            </a:extLst>
          </p:cNvPr>
          <p:cNvSpPr/>
          <p:nvPr/>
        </p:nvSpPr>
        <p:spPr>
          <a:xfrm>
            <a:off x="8104784" y="5621458"/>
            <a:ext cx="153669" cy="451938"/>
          </a:xfrm>
          <a:prstGeom prst="rightBrace">
            <a:avLst/>
          </a:prstGeom>
          <a:ln w="9525">
            <a:solidFill>
              <a:srgbClr val="C0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rgbClr val="C00000"/>
              </a:solidFill>
            </a:endParaRPr>
          </a:p>
        </p:txBody>
      </p:sp>
      <p:sp>
        <p:nvSpPr>
          <p:cNvPr id="252" name="Text Box 148">
            <a:extLst>
              <a:ext uri="{FF2B5EF4-FFF2-40B4-BE49-F238E27FC236}">
                <a16:creationId xmlns:a16="http://schemas.microsoft.com/office/drawing/2014/main" id="{CCC1798D-3FE1-41E4-BDBF-0578528CBE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3540" y="5778447"/>
            <a:ext cx="999364" cy="12718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한 개로 통합</a:t>
            </a:r>
            <a:endParaRPr lang="en-US" altLang="ko-KR" sz="1100" dirty="0">
              <a:solidFill>
                <a:srgbClr val="C0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253" name="직선 화살표 연결선 252">
            <a:extLst>
              <a:ext uri="{FF2B5EF4-FFF2-40B4-BE49-F238E27FC236}">
                <a16:creationId xmlns:a16="http://schemas.microsoft.com/office/drawing/2014/main" id="{969B4693-4DD3-4961-BC1C-B8F4D26044EA}"/>
              </a:ext>
            </a:extLst>
          </p:cNvPr>
          <p:cNvCxnSpPr>
            <a:stCxn id="243" idx="2"/>
            <a:endCxn id="252" idx="0"/>
          </p:cNvCxnSpPr>
          <p:nvPr/>
        </p:nvCxnSpPr>
        <p:spPr>
          <a:xfrm flipH="1">
            <a:off x="8913222" y="5307195"/>
            <a:ext cx="1" cy="471252"/>
          </a:xfrm>
          <a:prstGeom prst="straightConnector1">
            <a:avLst/>
          </a:prstGeom>
          <a:ln w="95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직선 화살표 연결선 253">
            <a:extLst>
              <a:ext uri="{FF2B5EF4-FFF2-40B4-BE49-F238E27FC236}">
                <a16:creationId xmlns:a16="http://schemas.microsoft.com/office/drawing/2014/main" id="{B727FF95-9BAB-4F24-850E-9B869DFBD004}"/>
              </a:ext>
            </a:extLst>
          </p:cNvPr>
          <p:cNvCxnSpPr>
            <a:stCxn id="245" idx="0"/>
            <a:endCxn id="252" idx="2"/>
          </p:cNvCxnSpPr>
          <p:nvPr/>
        </p:nvCxnSpPr>
        <p:spPr>
          <a:xfrm flipH="1" flipV="1">
            <a:off x="8913222" y="5905627"/>
            <a:ext cx="1" cy="476534"/>
          </a:xfrm>
          <a:prstGeom prst="straightConnector1">
            <a:avLst/>
          </a:prstGeom>
          <a:ln w="95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Text Box 148">
            <a:extLst>
              <a:ext uri="{FF2B5EF4-FFF2-40B4-BE49-F238E27FC236}">
                <a16:creationId xmlns:a16="http://schemas.microsoft.com/office/drawing/2014/main" id="{926E2D8C-DD7C-446F-AAEE-DA766AA1F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1697" y="6580588"/>
            <a:ext cx="735262" cy="104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1200" cap="none" spc="-50" normalizeH="0" baseline="0" noProof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A</a:t>
            </a:r>
            <a:r>
              <a:rPr lang="ko-KR" altLang="en-US" sz="90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업체 </a:t>
            </a:r>
            <a:r>
              <a:rPr lang="en-US" altLang="ko-KR" sz="90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-&gt; </a:t>
            </a:r>
            <a:r>
              <a:rPr lang="ko-KR" altLang="en-US" sz="90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공동협의체</a:t>
            </a:r>
            <a:endParaRPr kumimoji="1" lang="ko-KR" altLang="en-US" sz="900" b="0" i="0" u="none" strike="noStrike" kern="1200" cap="none" spc="-50" normalizeH="0" baseline="0" noProof="0" dirty="0">
              <a:ln>
                <a:solidFill>
                  <a:srgbClr val="7593B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56" name="Text Box 148">
            <a:extLst>
              <a:ext uri="{FF2B5EF4-FFF2-40B4-BE49-F238E27FC236}">
                <a16:creationId xmlns:a16="http://schemas.microsoft.com/office/drawing/2014/main" id="{F5287C13-F074-41F0-9FB0-8FBE91B86F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8693" y="6015551"/>
            <a:ext cx="1341400" cy="1692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접수번호 </a:t>
            </a:r>
            <a:r>
              <a:rPr lang="en-US" altLang="ko-KR" sz="110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EAS-N-004</a:t>
            </a:r>
            <a:endParaRPr lang="en-US" altLang="ko-KR" sz="1100" dirty="0">
              <a:solidFill>
                <a:srgbClr val="C0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77" name="연결선: 꺾임 76">
            <a:extLst>
              <a:ext uri="{FF2B5EF4-FFF2-40B4-BE49-F238E27FC236}">
                <a16:creationId xmlns:a16="http://schemas.microsoft.com/office/drawing/2014/main" id="{79A25472-B258-4568-A6E1-C5562FD504E9}"/>
              </a:ext>
            </a:extLst>
          </p:cNvPr>
          <p:cNvCxnSpPr>
            <a:cxnSpLocks/>
            <a:stCxn id="220" idx="4"/>
            <a:endCxn id="231" idx="0"/>
          </p:cNvCxnSpPr>
          <p:nvPr/>
        </p:nvCxnSpPr>
        <p:spPr>
          <a:xfrm rot="5400000">
            <a:off x="4632158" y="725831"/>
            <a:ext cx="2034574" cy="7658449"/>
          </a:xfrm>
          <a:prstGeom prst="bentConnector3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 Box 148">
            <a:extLst>
              <a:ext uri="{FF2B5EF4-FFF2-40B4-BE49-F238E27FC236}">
                <a16:creationId xmlns:a16="http://schemas.microsoft.com/office/drawing/2014/main" id="{9E422E3C-2117-40F6-86CB-BC053B486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6343" y="2987555"/>
            <a:ext cx="2652970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b="1" dirty="0">
                <a:solidFill>
                  <a:schemeClr val="accent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선임자인 </a:t>
            </a:r>
            <a:r>
              <a:rPr lang="en-US" altLang="ko-KR" sz="900" b="1" dirty="0">
                <a:solidFill>
                  <a:schemeClr val="accent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A</a:t>
            </a:r>
            <a:r>
              <a:rPr lang="ko-KR" altLang="en-US" sz="900" b="1" dirty="0">
                <a:solidFill>
                  <a:schemeClr val="accent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업체가 </a:t>
            </a:r>
            <a:r>
              <a:rPr lang="ko-KR" altLang="en-US" sz="900" b="1" dirty="0" err="1">
                <a:solidFill>
                  <a:schemeClr val="accent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수입자</a:t>
            </a:r>
            <a:r>
              <a:rPr lang="ko-KR" altLang="en-US" sz="900" b="1" dirty="0">
                <a:solidFill>
                  <a:schemeClr val="accent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각각에 대하여 기존 </a:t>
            </a:r>
            <a:r>
              <a:rPr lang="ko-KR" altLang="en-US" sz="900" b="1" dirty="0" err="1">
                <a:solidFill>
                  <a:schemeClr val="accent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살생물물질</a:t>
            </a:r>
            <a:r>
              <a:rPr lang="ko-KR" altLang="en-US" sz="900" b="1" dirty="0">
                <a:solidFill>
                  <a:schemeClr val="accent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신고 </a:t>
            </a:r>
            <a:endParaRPr kumimoji="1" lang="ko-KR" altLang="en-US" sz="900" b="1" i="0" u="none" strike="noStrike" kern="1200" cap="none" spc="-50" normalizeH="0" baseline="0" noProof="0" dirty="0">
              <a:ln>
                <a:solidFill>
                  <a:srgbClr val="7593B5">
                    <a:alpha val="0"/>
                  </a:srgbClr>
                </a:solidFill>
              </a:ln>
              <a:solidFill>
                <a:schemeClr val="accent2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16" name="Rectangle 6">
            <a:extLst>
              <a:ext uri="{FF2B5EF4-FFF2-40B4-BE49-F238E27FC236}">
                <a16:creationId xmlns:a16="http://schemas.microsoft.com/office/drawing/2014/main" id="{726130FE-C76C-40EB-B82D-4E506F3A38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13" y="383430"/>
            <a:ext cx="531454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 anchor="b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ko-KR" sz="3600" b="0" i="0" u="none" strike="noStrike" kern="1200" cap="none" spc="-49" normalizeH="0" baseline="0" noProof="0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rgbClr val="A9CE56"/>
                </a:solidFill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  <a:cs typeface="+mn-cs"/>
              </a:rPr>
              <a:t>0</a:t>
            </a:r>
            <a:r>
              <a:rPr lang="en-US" altLang="ko-KR" sz="3600" spc="-49" dirty="0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rgbClr val="4B8E42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6</a:t>
            </a:r>
            <a:endParaRPr kumimoji="0" lang="ko-KR" altLang="en-US" sz="3600" b="0" i="0" u="none" strike="noStrike" kern="1200" cap="none" spc="-49" normalizeH="0" baseline="0" noProof="0" dirty="0">
              <a:ln>
                <a:solidFill>
                  <a:srgbClr val="D64E75">
                    <a:alpha val="0"/>
                  </a:srgbClr>
                </a:solidFill>
              </a:ln>
              <a:solidFill>
                <a:srgbClr val="4B8E42"/>
              </a:solidFill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  <a:cs typeface="+mn-cs"/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4A097BBD-1210-49F0-9BAA-0B6CBE1190BA}"/>
              </a:ext>
            </a:extLst>
          </p:cNvPr>
          <p:cNvCxnSpPr>
            <a:stCxn id="110" idx="3"/>
            <a:endCxn id="175" idx="1"/>
          </p:cNvCxnSpPr>
          <p:nvPr/>
        </p:nvCxnSpPr>
        <p:spPr>
          <a:xfrm>
            <a:off x="3820747" y="3989357"/>
            <a:ext cx="624058" cy="587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DBF189A1-2F02-4B6F-A4B4-F25F2D18E562}"/>
              </a:ext>
            </a:extLst>
          </p:cNvPr>
          <p:cNvCxnSpPr>
            <a:stCxn id="109" idx="3"/>
            <a:endCxn id="172" idx="1"/>
          </p:cNvCxnSpPr>
          <p:nvPr/>
        </p:nvCxnSpPr>
        <p:spPr>
          <a:xfrm flipV="1">
            <a:off x="3823931" y="3503425"/>
            <a:ext cx="615988" cy="259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99962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그룹 30">
            <a:extLst>
              <a:ext uri="{FF2B5EF4-FFF2-40B4-BE49-F238E27FC236}">
                <a16:creationId xmlns:a16="http://schemas.microsoft.com/office/drawing/2014/main" id="{250286FF-91D0-4C43-8A6A-C3CC67000F85}"/>
              </a:ext>
            </a:extLst>
          </p:cNvPr>
          <p:cNvGrpSpPr/>
          <p:nvPr/>
        </p:nvGrpSpPr>
        <p:grpSpPr>
          <a:xfrm>
            <a:off x="565201" y="598511"/>
            <a:ext cx="9250762" cy="763806"/>
            <a:chOff x="565201" y="598511"/>
            <a:chExt cx="9250762" cy="763806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D277BAF4-FB86-4416-9702-1AB832F9C81A}"/>
                </a:ext>
              </a:extLst>
            </p:cNvPr>
            <p:cNvGrpSpPr/>
            <p:nvPr/>
          </p:nvGrpSpPr>
          <p:grpSpPr>
            <a:xfrm>
              <a:off x="565201" y="598511"/>
              <a:ext cx="7733411" cy="763806"/>
              <a:chOff x="565201" y="598511"/>
              <a:chExt cx="7733411" cy="763806"/>
            </a:xfrm>
          </p:grpSpPr>
          <p:sp>
            <p:nvSpPr>
              <p:cNvPr id="60" name="Rectangle 6">
                <a:extLst>
                  <a:ext uri="{FF2B5EF4-FFF2-40B4-BE49-F238E27FC236}">
                    <a16:creationId xmlns:a16="http://schemas.microsoft.com/office/drawing/2014/main" id="{AC352C42-6015-41C4-A05F-F5B59860C4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6235" y="598511"/>
                <a:ext cx="4423515" cy="3077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 anchor="b">
                <a:spAutoFit/>
              </a:bodyPr>
              <a:lstStyle/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itchFamily="2" charset="2"/>
                  <a:buNone/>
                  <a:tabLst/>
                  <a:defRPr/>
                </a:pPr>
                <a:r>
                  <a:rPr lang="ko-KR" altLang="en-US" sz="2000" spc="-49" dirty="0">
                    <a:ln>
                      <a:solidFill>
                        <a:srgbClr val="D64E75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기존 </a:t>
                </a:r>
                <a:r>
                  <a:rPr lang="ko-KR" altLang="en-US" sz="2000" spc="-49" dirty="0" err="1">
                    <a:ln>
                      <a:solidFill>
                        <a:srgbClr val="D64E75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살생물물질</a:t>
                </a:r>
                <a:r>
                  <a:rPr lang="ko-KR" altLang="en-US" sz="2000" spc="-49" dirty="0">
                    <a:ln>
                      <a:solidFill>
                        <a:srgbClr val="D64E75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 승인신청</a:t>
                </a:r>
                <a:r>
                  <a:rPr lang="en-US" altLang="ko-KR" sz="2000" spc="-49" dirty="0">
                    <a:ln>
                      <a:solidFill>
                        <a:srgbClr val="D64E75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(4)</a:t>
                </a:r>
                <a:endParaRPr kumimoji="0" lang="ko-KR" altLang="en-US" sz="2000" b="0" i="0" u="none" strike="noStrike" kern="1200" cap="none" spc="-49" normalizeH="0" baseline="0" noProof="0" dirty="0">
                  <a:ln>
                    <a:solidFill>
                      <a:srgbClr val="D64E75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endParaRPr>
              </a:p>
            </p:txBody>
          </p:sp>
          <p:grpSp>
            <p:nvGrpSpPr>
              <p:cNvPr id="61" name="그룹 60">
                <a:extLst>
                  <a:ext uri="{FF2B5EF4-FFF2-40B4-BE49-F238E27FC236}">
                    <a16:creationId xmlns:a16="http://schemas.microsoft.com/office/drawing/2014/main" id="{74D6BEF5-3BF9-4AA3-B7E4-4272E12B19FE}"/>
                  </a:ext>
                </a:extLst>
              </p:cNvPr>
              <p:cNvGrpSpPr/>
              <p:nvPr/>
            </p:nvGrpSpPr>
            <p:grpSpPr>
              <a:xfrm>
                <a:off x="565201" y="1123003"/>
                <a:ext cx="7733411" cy="239314"/>
                <a:chOff x="1283748" y="1193940"/>
                <a:chExt cx="7733411" cy="239314"/>
              </a:xfrm>
            </p:grpSpPr>
            <p:sp>
              <p:nvSpPr>
                <p:cNvPr id="62" name="Freeform 31">
                  <a:extLst>
                    <a:ext uri="{FF2B5EF4-FFF2-40B4-BE49-F238E27FC236}">
                      <a16:creationId xmlns:a16="http://schemas.microsoft.com/office/drawing/2014/main" id="{73EE3838-E26E-4FD7-8A6B-B957D865140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283748" y="1193940"/>
                  <a:ext cx="240252" cy="239314"/>
                </a:xfrm>
                <a:custGeom>
                  <a:avLst/>
                  <a:gdLst>
                    <a:gd name="T0" fmla="*/ 96 w 192"/>
                    <a:gd name="T1" fmla="*/ 0 h 191"/>
                    <a:gd name="T2" fmla="*/ 0 w 192"/>
                    <a:gd name="T3" fmla="*/ 95 h 191"/>
                    <a:gd name="T4" fmla="*/ 96 w 192"/>
                    <a:gd name="T5" fmla="*/ 191 h 191"/>
                    <a:gd name="T6" fmla="*/ 192 w 192"/>
                    <a:gd name="T7" fmla="*/ 95 h 191"/>
                    <a:gd name="T8" fmla="*/ 96 w 192"/>
                    <a:gd name="T9" fmla="*/ 0 h 191"/>
                    <a:gd name="T10" fmla="*/ 156 w 192"/>
                    <a:gd name="T11" fmla="*/ 73 h 191"/>
                    <a:gd name="T12" fmla="*/ 86 w 192"/>
                    <a:gd name="T13" fmla="*/ 142 h 191"/>
                    <a:gd name="T14" fmla="*/ 77 w 192"/>
                    <a:gd name="T15" fmla="*/ 145 h 191"/>
                    <a:gd name="T16" fmla="*/ 68 w 192"/>
                    <a:gd name="T17" fmla="*/ 142 h 191"/>
                    <a:gd name="T18" fmla="*/ 37 w 192"/>
                    <a:gd name="T19" fmla="*/ 110 h 191"/>
                    <a:gd name="T20" fmla="*/ 37 w 192"/>
                    <a:gd name="T21" fmla="*/ 92 h 191"/>
                    <a:gd name="T22" fmla="*/ 55 w 192"/>
                    <a:gd name="T23" fmla="*/ 92 h 191"/>
                    <a:gd name="T24" fmla="*/ 77 w 192"/>
                    <a:gd name="T25" fmla="*/ 115 h 191"/>
                    <a:gd name="T26" fmla="*/ 138 w 192"/>
                    <a:gd name="T27" fmla="*/ 55 h 191"/>
                    <a:gd name="T28" fmla="*/ 156 w 192"/>
                    <a:gd name="T29" fmla="*/ 55 h 191"/>
                    <a:gd name="T30" fmla="*/ 156 w 192"/>
                    <a:gd name="T31" fmla="*/ 73 h 1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192" h="191">
                      <a:moveTo>
                        <a:pt x="96" y="0"/>
                      </a:moveTo>
                      <a:cubicBezTo>
                        <a:pt x="43" y="0"/>
                        <a:pt x="0" y="42"/>
                        <a:pt x="0" y="95"/>
                      </a:cubicBezTo>
                      <a:cubicBezTo>
                        <a:pt x="0" y="148"/>
                        <a:pt x="43" y="191"/>
                        <a:pt x="96" y="191"/>
                      </a:cubicBezTo>
                      <a:cubicBezTo>
                        <a:pt x="149" y="191"/>
                        <a:pt x="192" y="148"/>
                        <a:pt x="192" y="95"/>
                      </a:cubicBezTo>
                      <a:cubicBezTo>
                        <a:pt x="192" y="42"/>
                        <a:pt x="149" y="0"/>
                        <a:pt x="96" y="0"/>
                      </a:cubicBezTo>
                      <a:close/>
                      <a:moveTo>
                        <a:pt x="156" y="73"/>
                      </a:moveTo>
                      <a:cubicBezTo>
                        <a:pt x="86" y="142"/>
                        <a:pt x="86" y="142"/>
                        <a:pt x="86" y="142"/>
                      </a:cubicBezTo>
                      <a:cubicBezTo>
                        <a:pt x="84" y="144"/>
                        <a:pt x="81" y="145"/>
                        <a:pt x="77" y="145"/>
                      </a:cubicBezTo>
                      <a:cubicBezTo>
                        <a:pt x="74" y="145"/>
                        <a:pt x="71" y="144"/>
                        <a:pt x="68" y="142"/>
                      </a:cubicBezTo>
                      <a:cubicBezTo>
                        <a:pt x="37" y="110"/>
                        <a:pt x="37" y="110"/>
                        <a:pt x="37" y="110"/>
                      </a:cubicBezTo>
                      <a:cubicBezTo>
                        <a:pt x="32" y="105"/>
                        <a:pt x="32" y="97"/>
                        <a:pt x="37" y="92"/>
                      </a:cubicBezTo>
                      <a:cubicBezTo>
                        <a:pt x="42" y="87"/>
                        <a:pt x="50" y="87"/>
                        <a:pt x="55" y="92"/>
                      </a:cubicBezTo>
                      <a:cubicBezTo>
                        <a:pt x="77" y="115"/>
                        <a:pt x="77" y="115"/>
                        <a:pt x="77" y="115"/>
                      </a:cubicBezTo>
                      <a:cubicBezTo>
                        <a:pt x="138" y="55"/>
                        <a:pt x="138" y="55"/>
                        <a:pt x="138" y="55"/>
                      </a:cubicBezTo>
                      <a:cubicBezTo>
                        <a:pt x="143" y="50"/>
                        <a:pt x="151" y="50"/>
                        <a:pt x="156" y="55"/>
                      </a:cubicBezTo>
                      <a:cubicBezTo>
                        <a:pt x="161" y="60"/>
                        <a:pt x="161" y="68"/>
                        <a:pt x="156" y="7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92F256F7-5BEA-46B9-9462-EECE20BB170E}"/>
                    </a:ext>
                  </a:extLst>
                </p:cNvPr>
                <p:cNvSpPr txBox="1"/>
                <p:nvPr/>
              </p:nvSpPr>
              <p:spPr>
                <a:xfrm>
                  <a:off x="1627315" y="1205875"/>
                  <a:ext cx="7389844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400" b="1" i="0" u="none" strike="noStrike" kern="1200" cap="none" spc="0" normalizeH="0" baseline="0" noProof="0" dirty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+mj-ea"/>
                      <a:ea typeface="+mj-ea"/>
                      <a:cs typeface="+mn-cs"/>
                    </a:rPr>
                    <a:t>국립환경과학원과 </a:t>
                  </a:r>
                  <a:r>
                    <a:rPr kumimoji="0" lang="ko-KR" altLang="en-US" sz="1400" b="1" i="0" u="none" strike="noStrike" kern="1200" cap="none" spc="0" normalizeH="0" baseline="0" noProof="0" dirty="0" err="1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+mj-ea"/>
                      <a:ea typeface="+mj-ea"/>
                      <a:cs typeface="+mn-cs"/>
                    </a:rPr>
                    <a:t>공동협의체</a:t>
                  </a:r>
                  <a:r>
                    <a:rPr kumimoji="0" lang="ko-KR" altLang="en-US" sz="1400" b="1" i="0" u="none" strike="noStrike" kern="1200" cap="none" spc="0" normalizeH="0" baseline="0" noProof="0" dirty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+mj-ea"/>
                      <a:ea typeface="+mj-ea"/>
                      <a:cs typeface="+mn-cs"/>
                    </a:rPr>
                    <a:t> </a:t>
                  </a:r>
                  <a:r>
                    <a:rPr kumimoji="0" lang="ko-KR" altLang="en-US" sz="1400" b="1" i="0" u="none" strike="noStrike" kern="1200" cap="none" spc="0" normalizeH="0" baseline="0" noProof="0" dirty="0" err="1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+mj-ea"/>
                      <a:ea typeface="+mj-ea"/>
                      <a:cs typeface="+mn-cs"/>
                    </a:rPr>
                    <a:t>지원팀</a:t>
                  </a:r>
                  <a:r>
                    <a:rPr kumimoji="0" lang="en-US" altLang="ko-KR" sz="1400" b="1" i="0" u="none" strike="noStrike" kern="1200" cap="none" spc="0" normalizeH="0" baseline="0" noProof="0" dirty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+mj-ea"/>
                      <a:ea typeface="+mj-ea"/>
                      <a:cs typeface="+mn-cs"/>
                    </a:rPr>
                    <a:t>(</a:t>
                  </a:r>
                  <a:r>
                    <a:rPr kumimoji="0" lang="ko-KR" altLang="en-US" sz="1400" b="1" i="0" u="none" strike="noStrike" kern="1200" cap="none" spc="0" normalizeH="0" baseline="0" noProof="0" dirty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+mj-ea"/>
                      <a:ea typeface="+mj-ea"/>
                      <a:cs typeface="+mn-cs"/>
                    </a:rPr>
                    <a:t>산업계지원팀</a:t>
                  </a:r>
                  <a:r>
                    <a:rPr kumimoji="0" lang="en-US" altLang="ko-KR" sz="1400" b="1" i="0" u="none" strike="noStrike" kern="1200" cap="none" spc="0" normalizeH="0" baseline="0" noProof="0" dirty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+mj-ea"/>
                      <a:ea typeface="+mj-ea"/>
                      <a:cs typeface="+mn-cs"/>
                    </a:rPr>
                    <a:t>)</a:t>
                  </a:r>
                  <a:r>
                    <a:rPr kumimoji="0" lang="ko-KR" altLang="en-US" sz="1400" b="1" i="0" u="none" strike="noStrike" kern="1200" cap="none" spc="0" normalizeH="0" baseline="0" noProof="0" dirty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+mj-ea"/>
                      <a:ea typeface="+mj-ea"/>
                      <a:cs typeface="+mn-cs"/>
                    </a:rPr>
                    <a:t>에서 제시한 </a:t>
                  </a:r>
                  <a:r>
                    <a:rPr kumimoji="0" lang="ko-KR" altLang="en-US" sz="1400" b="1" i="0" u="none" strike="noStrike" kern="1200" cap="none" spc="0" normalizeH="0" baseline="0" noProof="0" dirty="0" err="1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+mj-ea"/>
                      <a:ea typeface="+mj-ea"/>
                      <a:cs typeface="+mn-cs"/>
                    </a:rPr>
                    <a:t>국외제조사</a:t>
                  </a:r>
                  <a:r>
                    <a:rPr kumimoji="0" lang="ko-KR" altLang="en-US" sz="1400" b="1" i="0" u="none" strike="noStrike" kern="1200" cap="none" spc="0" normalizeH="0" baseline="0" noProof="0" dirty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+mj-ea"/>
                      <a:ea typeface="+mj-ea"/>
                      <a:cs typeface="+mn-cs"/>
                    </a:rPr>
                    <a:t> 적용 방안 고찰</a:t>
                  </a:r>
                  <a:r>
                    <a:rPr kumimoji="0" lang="en-US" altLang="ko-KR" sz="1400" b="1" i="0" u="none" strike="noStrike" kern="1200" cap="none" spc="0" normalizeH="0" baseline="0" noProof="0" dirty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+mj-ea"/>
                      <a:ea typeface="+mj-ea"/>
                      <a:cs typeface="+mn-cs"/>
                    </a:rPr>
                    <a:t>(</a:t>
                  </a:r>
                  <a:r>
                    <a:rPr kumimoji="0" lang="ko-KR" altLang="en-US" sz="1400" b="1" i="0" u="none" strike="noStrike" kern="1200" cap="none" spc="0" normalizeH="0" baseline="0" noProof="0" dirty="0" err="1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+mj-ea"/>
                      <a:ea typeface="+mj-ea"/>
                      <a:cs typeface="+mn-cs"/>
                    </a:rPr>
                    <a:t>수행사</a:t>
                  </a:r>
                  <a:r>
                    <a:rPr kumimoji="0" lang="ko-KR" altLang="en-US" sz="1400" b="1" i="0" u="none" strike="noStrike" kern="1200" cap="none" spc="0" normalizeH="0" baseline="0" noProof="0" dirty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+mj-ea"/>
                      <a:ea typeface="+mj-ea"/>
                      <a:cs typeface="+mn-cs"/>
                    </a:rPr>
                    <a:t> 의견</a:t>
                  </a:r>
                  <a:r>
                    <a:rPr kumimoji="0" lang="en-US" altLang="ko-KR" sz="1400" b="1" i="0" u="none" strike="noStrike" kern="1200" cap="none" spc="0" normalizeH="0" baseline="0" noProof="0" dirty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+mj-ea"/>
                      <a:ea typeface="+mj-ea"/>
                      <a:cs typeface="+mn-cs"/>
                    </a:rPr>
                    <a:t>)</a:t>
                  </a:r>
                  <a:endParaRPr kumimoji="0" lang="ko-KR" altLang="en-US" sz="1400" b="1" i="0" u="none" strike="noStrike" kern="1200" cap="none" spc="0" normalizeH="0" baseline="0" noProof="0" dirty="0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ea"/>
                    <a:ea typeface="+mj-ea"/>
                    <a:cs typeface="+mn-cs"/>
                  </a:endParaRPr>
                </a:p>
              </p:txBody>
            </p:sp>
          </p:grpSp>
        </p:grp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28061A1D-5541-4FF3-BEB4-8C892FA0F642}"/>
                </a:ext>
              </a:extLst>
            </p:cNvPr>
            <p:cNvGrpSpPr/>
            <p:nvPr/>
          </p:nvGrpSpPr>
          <p:grpSpPr>
            <a:xfrm>
              <a:off x="8934005" y="699034"/>
              <a:ext cx="881958" cy="245691"/>
              <a:chOff x="8458455" y="782973"/>
              <a:chExt cx="881958" cy="245691"/>
            </a:xfrm>
          </p:grpSpPr>
          <p:grpSp>
            <p:nvGrpSpPr>
              <p:cNvPr id="34" name="그룹 33">
                <a:extLst>
                  <a:ext uri="{FF2B5EF4-FFF2-40B4-BE49-F238E27FC236}">
                    <a16:creationId xmlns:a16="http://schemas.microsoft.com/office/drawing/2014/main" id="{F30FD26E-0958-4BE7-937E-0350C66D6C7A}"/>
                  </a:ext>
                </a:extLst>
              </p:cNvPr>
              <p:cNvGrpSpPr/>
              <p:nvPr/>
            </p:nvGrpSpPr>
            <p:grpSpPr>
              <a:xfrm>
                <a:off x="8697949" y="782973"/>
                <a:ext cx="163476" cy="245691"/>
                <a:chOff x="8658927" y="782973"/>
                <a:chExt cx="163476" cy="245691"/>
              </a:xfrm>
            </p:grpSpPr>
            <p:sp>
              <p:nvSpPr>
                <p:cNvPr id="44" name="사각형: 둥근 위쪽 모서리 43">
                  <a:extLst>
                    <a:ext uri="{FF2B5EF4-FFF2-40B4-BE49-F238E27FC236}">
                      <a16:creationId xmlns:a16="http://schemas.microsoft.com/office/drawing/2014/main" id="{0ACFC5AA-E705-4466-ACC8-776E2596F441}"/>
                    </a:ext>
                  </a:extLst>
                </p:cNvPr>
                <p:cNvSpPr/>
                <p:nvPr/>
              </p:nvSpPr>
              <p:spPr>
                <a:xfrm>
                  <a:off x="8658927" y="956664"/>
                  <a:ext cx="163476" cy="72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rgbClr val="66B35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58" name="직사각형 57">
                  <a:extLst>
                    <a:ext uri="{FF2B5EF4-FFF2-40B4-BE49-F238E27FC236}">
                      <a16:creationId xmlns:a16="http://schemas.microsoft.com/office/drawing/2014/main" id="{A354ED15-3D73-4E95-A2EB-18D813D3ECED}"/>
                    </a:ext>
                  </a:extLst>
                </p:cNvPr>
                <p:cNvSpPr/>
                <p:nvPr/>
              </p:nvSpPr>
              <p:spPr>
                <a:xfrm>
                  <a:off x="8658927" y="782973"/>
                  <a:ext cx="163476" cy="14933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00" b="0" i="0" u="none" strike="noStrike" kern="0" cap="none" spc="-30" normalizeH="0" baseline="0" noProof="0" dirty="0">
                      <a:ln w="3175">
                        <a:solidFill>
                          <a:prstClr val="white">
                            <a:lumMod val="75000"/>
                            <a:alpha val="0"/>
                          </a:prstClr>
                        </a:solidFill>
                      </a:ln>
                      <a:solidFill>
                        <a:srgbClr val="4B8E42"/>
                      </a:solidFill>
                      <a:effectLst/>
                      <a:uLnTx/>
                      <a:uFillTx/>
                      <a:latin typeface="KoPub바탕체 Medium" panose="00000600000000000000" pitchFamily="2" charset="-127"/>
                      <a:ea typeface="KoPub바탕체 Medium" panose="00000600000000000000" pitchFamily="2" charset="-127"/>
                      <a:cs typeface="+mn-cs"/>
                    </a:rPr>
                    <a:t>Ⅱ</a:t>
                  </a:r>
                  <a:endParaRPr kumimoji="0" lang="ko-KR" altLang="en-US" sz="10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srgbClr val="4B8E42"/>
                    </a:solidFill>
                    <a:effectLst/>
                    <a:uLnTx/>
                    <a:uFillTx/>
                    <a:latin typeface="KoPub바탕체 Medium" panose="00000600000000000000" pitchFamily="2" charset="-127"/>
                    <a:ea typeface="KoPub바탕체 Medium" panose="00000600000000000000" pitchFamily="2" charset="-127"/>
                    <a:cs typeface="+mn-cs"/>
                  </a:endParaRPr>
                </a:p>
              </p:txBody>
            </p:sp>
          </p:grpSp>
          <p:grpSp>
            <p:nvGrpSpPr>
              <p:cNvPr id="35" name="그룹 34">
                <a:extLst>
                  <a:ext uri="{FF2B5EF4-FFF2-40B4-BE49-F238E27FC236}">
                    <a16:creationId xmlns:a16="http://schemas.microsoft.com/office/drawing/2014/main" id="{26ACEB8C-6E03-4863-A7A4-3BC3CEB11C32}"/>
                  </a:ext>
                </a:extLst>
              </p:cNvPr>
              <p:cNvGrpSpPr/>
              <p:nvPr/>
            </p:nvGrpSpPr>
            <p:grpSpPr>
              <a:xfrm>
                <a:off x="8458455" y="782973"/>
                <a:ext cx="163476" cy="245691"/>
                <a:chOff x="8458455" y="782973"/>
                <a:chExt cx="163476" cy="245691"/>
              </a:xfrm>
            </p:grpSpPr>
            <p:sp>
              <p:nvSpPr>
                <p:cNvPr id="42" name="사각형: 둥근 위쪽 모서리 41">
                  <a:extLst>
                    <a:ext uri="{FF2B5EF4-FFF2-40B4-BE49-F238E27FC236}">
                      <a16:creationId xmlns:a16="http://schemas.microsoft.com/office/drawing/2014/main" id="{FE1C1CA9-E907-4258-B1CD-F41BB1456DB3}"/>
                    </a:ext>
                  </a:extLst>
                </p:cNvPr>
                <p:cNvSpPr/>
                <p:nvPr/>
              </p:nvSpPr>
              <p:spPr>
                <a:xfrm>
                  <a:off x="8458455" y="956664"/>
                  <a:ext cx="163476" cy="72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43" name="직사각형 42">
                  <a:extLst>
                    <a:ext uri="{FF2B5EF4-FFF2-40B4-BE49-F238E27FC236}">
                      <a16:creationId xmlns:a16="http://schemas.microsoft.com/office/drawing/2014/main" id="{B366C2DA-8481-4B43-A2F3-3BDCD266FFB1}"/>
                    </a:ext>
                  </a:extLst>
                </p:cNvPr>
                <p:cNvSpPr/>
                <p:nvPr/>
              </p:nvSpPr>
              <p:spPr>
                <a:xfrm>
                  <a:off x="8458455" y="782973"/>
                  <a:ext cx="163476" cy="14933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0" cap="none" spc="-30" normalizeH="0" baseline="0" noProof="0" dirty="0">
                      <a:ln w="3175">
                        <a:solidFill>
                          <a:prstClr val="white">
                            <a:lumMod val="75000"/>
                            <a:alpha val="0"/>
                          </a:prstClr>
                        </a:solidFill>
                      </a:ln>
                      <a:solidFill>
                        <a:prstClr val="white">
                          <a:lumMod val="75000"/>
                        </a:prstClr>
                      </a:solidFill>
                      <a:effectLst/>
                      <a:uLnTx/>
                      <a:uFillTx/>
                      <a:latin typeface="KoPub바탕체 Light" panose="00000300000000000000" pitchFamily="2" charset="-127"/>
                      <a:ea typeface="KoPub바탕체 Light" panose="00000300000000000000" pitchFamily="2" charset="-127"/>
                      <a:cs typeface="+mn-cs"/>
                    </a:rPr>
                    <a:t>Ⅰ</a:t>
                  </a:r>
                  <a:endParaRPr kumimoji="0" lang="ko-KR" altLang="en-US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endParaRPr>
                </a:p>
              </p:txBody>
            </p:sp>
          </p:grpSp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122E0346-086D-4809-A62F-39C65F358112}"/>
                  </a:ext>
                </a:extLst>
              </p:cNvPr>
              <p:cNvGrpSpPr/>
              <p:nvPr/>
            </p:nvGrpSpPr>
            <p:grpSpPr>
              <a:xfrm>
                <a:off x="9176937" y="782973"/>
                <a:ext cx="163476" cy="245691"/>
                <a:chOff x="9059871" y="782973"/>
                <a:chExt cx="163476" cy="245691"/>
              </a:xfrm>
            </p:grpSpPr>
            <p:sp>
              <p:nvSpPr>
                <p:cNvPr id="40" name="사각형: 둥근 위쪽 모서리 39">
                  <a:extLst>
                    <a:ext uri="{FF2B5EF4-FFF2-40B4-BE49-F238E27FC236}">
                      <a16:creationId xmlns:a16="http://schemas.microsoft.com/office/drawing/2014/main" id="{DC7FE71B-6330-4A14-8680-F52DC38022CF}"/>
                    </a:ext>
                  </a:extLst>
                </p:cNvPr>
                <p:cNvSpPr/>
                <p:nvPr/>
              </p:nvSpPr>
              <p:spPr>
                <a:xfrm>
                  <a:off x="9059871" y="956664"/>
                  <a:ext cx="163476" cy="72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41" name="직사각형 40">
                  <a:extLst>
                    <a:ext uri="{FF2B5EF4-FFF2-40B4-BE49-F238E27FC236}">
                      <a16:creationId xmlns:a16="http://schemas.microsoft.com/office/drawing/2014/main" id="{7E0E38FB-D78C-4D26-BFC3-9C58E922ED8D}"/>
                    </a:ext>
                  </a:extLst>
                </p:cNvPr>
                <p:cNvSpPr/>
                <p:nvPr/>
              </p:nvSpPr>
              <p:spPr>
                <a:xfrm>
                  <a:off x="9059871" y="782973"/>
                  <a:ext cx="163476" cy="14933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0" cap="none" spc="-30" normalizeH="0" baseline="0" noProof="0" dirty="0">
                      <a:ln w="3175">
                        <a:solidFill>
                          <a:prstClr val="white">
                            <a:lumMod val="75000"/>
                            <a:alpha val="0"/>
                          </a:prstClr>
                        </a:solidFill>
                      </a:ln>
                      <a:solidFill>
                        <a:prstClr val="white">
                          <a:lumMod val="75000"/>
                        </a:prstClr>
                      </a:solidFill>
                      <a:effectLst/>
                      <a:uLnTx/>
                      <a:uFillTx/>
                      <a:latin typeface="KoPub바탕체 Light" panose="00000300000000000000" pitchFamily="2" charset="-127"/>
                      <a:ea typeface="KoPub바탕체 Light" panose="00000300000000000000" pitchFamily="2" charset="-127"/>
                      <a:cs typeface="+mn-cs"/>
                    </a:rPr>
                    <a:t>Ⅳ</a:t>
                  </a:r>
                  <a:endParaRPr kumimoji="0" lang="ko-KR" altLang="en-US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endParaRPr>
                </a:p>
              </p:txBody>
            </p:sp>
          </p:grp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4AD7B291-FC38-4497-9E25-49FA78B668C8}"/>
                  </a:ext>
                </a:extLst>
              </p:cNvPr>
              <p:cNvGrpSpPr/>
              <p:nvPr/>
            </p:nvGrpSpPr>
            <p:grpSpPr>
              <a:xfrm>
                <a:off x="8937443" y="782973"/>
                <a:ext cx="163476" cy="245691"/>
                <a:chOff x="8859399" y="782973"/>
                <a:chExt cx="163476" cy="245691"/>
              </a:xfrm>
            </p:grpSpPr>
            <p:sp>
              <p:nvSpPr>
                <p:cNvPr id="38" name="사각형: 둥근 위쪽 모서리 37">
                  <a:extLst>
                    <a:ext uri="{FF2B5EF4-FFF2-40B4-BE49-F238E27FC236}">
                      <a16:creationId xmlns:a16="http://schemas.microsoft.com/office/drawing/2014/main" id="{D4713393-CFC2-4122-877E-3034FE85FCDB}"/>
                    </a:ext>
                  </a:extLst>
                </p:cNvPr>
                <p:cNvSpPr/>
                <p:nvPr/>
              </p:nvSpPr>
              <p:spPr>
                <a:xfrm>
                  <a:off x="8859399" y="956664"/>
                  <a:ext cx="163476" cy="72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39" name="직사각형 38">
                  <a:extLst>
                    <a:ext uri="{FF2B5EF4-FFF2-40B4-BE49-F238E27FC236}">
                      <a16:creationId xmlns:a16="http://schemas.microsoft.com/office/drawing/2014/main" id="{1564775C-D34F-46E6-9891-2890F6AC79E1}"/>
                    </a:ext>
                  </a:extLst>
                </p:cNvPr>
                <p:cNvSpPr/>
                <p:nvPr/>
              </p:nvSpPr>
              <p:spPr>
                <a:xfrm>
                  <a:off x="8859399" y="782973"/>
                  <a:ext cx="163476" cy="14933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0" cap="none" spc="-30" normalizeH="0" baseline="0" noProof="0" dirty="0">
                      <a:ln w="3175">
                        <a:solidFill>
                          <a:prstClr val="white">
                            <a:lumMod val="75000"/>
                            <a:alpha val="0"/>
                          </a:prstClr>
                        </a:solidFill>
                      </a:ln>
                      <a:solidFill>
                        <a:prstClr val="white">
                          <a:lumMod val="75000"/>
                        </a:prstClr>
                      </a:solidFill>
                      <a:effectLst/>
                      <a:uLnTx/>
                      <a:uFillTx/>
                      <a:latin typeface="KoPub바탕체 Light" panose="00000300000000000000" pitchFamily="2" charset="-127"/>
                      <a:ea typeface="KoPub바탕체 Light" panose="00000300000000000000" pitchFamily="2" charset="-127"/>
                      <a:cs typeface="+mn-cs"/>
                    </a:rPr>
                    <a:t>Ⅲ</a:t>
                  </a:r>
                  <a:endParaRPr kumimoji="0" lang="ko-KR" altLang="en-US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endParaRPr>
                </a:p>
              </p:txBody>
            </p:sp>
          </p:grpSp>
        </p:grpSp>
      </p:grpSp>
      <p:sp>
        <p:nvSpPr>
          <p:cNvPr id="137" name="TextBox 136"/>
          <p:cNvSpPr txBox="1"/>
          <p:nvPr/>
        </p:nvSpPr>
        <p:spPr>
          <a:xfrm>
            <a:off x="862935" y="1850876"/>
            <a:ext cx="1391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69848" latinLnBrk="1"/>
            <a:r>
              <a:rPr lang="en-US" altLang="ko-KR" sz="1400" b="1" dirty="0">
                <a:solidFill>
                  <a:srgbClr val="0070C0"/>
                </a:solidFill>
                <a:latin typeface="+mj-ea"/>
                <a:ea typeface="+mj-ea"/>
              </a:rPr>
              <a:t>■ </a:t>
            </a:r>
            <a:r>
              <a:rPr lang="ko-KR" altLang="en-US" sz="1400" b="1" dirty="0">
                <a:solidFill>
                  <a:srgbClr val="0070C0"/>
                </a:solidFill>
                <a:latin typeface="+mj-ea"/>
                <a:ea typeface="+mj-ea"/>
              </a:rPr>
              <a:t>물질 식별정보</a:t>
            </a:r>
          </a:p>
        </p:txBody>
      </p:sp>
      <p:sp>
        <p:nvSpPr>
          <p:cNvPr id="138" name="직사각형 137"/>
          <p:cNvSpPr/>
          <p:nvPr/>
        </p:nvSpPr>
        <p:spPr bwMode="auto">
          <a:xfrm>
            <a:off x="862935" y="2621252"/>
            <a:ext cx="1677373" cy="288032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9525" cap="flat" cmpd="sng" algn="ctr">
            <a:solidFill>
              <a:sysClr val="window" lastClr="FFFFFF">
                <a:lumMod val="65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1069848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* </a:t>
            </a: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살생물물질명</a:t>
            </a:r>
          </a:p>
        </p:txBody>
      </p:sp>
      <p:sp>
        <p:nvSpPr>
          <p:cNvPr id="139" name="직사각형 138"/>
          <p:cNvSpPr/>
          <p:nvPr/>
        </p:nvSpPr>
        <p:spPr bwMode="auto">
          <a:xfrm>
            <a:off x="2612316" y="2621252"/>
            <a:ext cx="7126044" cy="288032"/>
          </a:xfrm>
          <a:prstGeom prst="rect">
            <a:avLst/>
          </a:prstGeom>
          <a:noFill/>
          <a:ln w="9525" cap="flat" cmpd="sng" algn="ctr">
            <a:solidFill>
              <a:sysClr val="window" lastClr="FFFFFF">
                <a:lumMod val="65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1069848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xxxx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40" name="직사각형 139"/>
          <p:cNvSpPr/>
          <p:nvPr/>
        </p:nvSpPr>
        <p:spPr bwMode="auto">
          <a:xfrm>
            <a:off x="862935" y="2948975"/>
            <a:ext cx="1677373" cy="288032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9525" cap="flat" cmpd="sng" algn="ctr">
            <a:solidFill>
              <a:sysClr val="window" lastClr="FFFFFF">
                <a:lumMod val="65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1069848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* </a:t>
            </a: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고유번호</a:t>
            </a: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(CAS NO. </a:t>
            </a: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등</a:t>
            </a: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)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41" name="직사각형 140"/>
          <p:cNvSpPr/>
          <p:nvPr/>
        </p:nvSpPr>
        <p:spPr bwMode="auto">
          <a:xfrm>
            <a:off x="2612316" y="2948975"/>
            <a:ext cx="1017852" cy="288032"/>
          </a:xfrm>
          <a:prstGeom prst="rect">
            <a:avLst/>
          </a:prstGeom>
          <a:noFill/>
          <a:ln w="9525" cap="flat" cmpd="sng" algn="ctr">
            <a:solidFill>
              <a:sysClr val="window" lastClr="FFFFFF">
                <a:lumMod val="65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1069848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xxxx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42" name="직사각형 141"/>
          <p:cNvSpPr/>
          <p:nvPr/>
        </p:nvSpPr>
        <p:spPr bwMode="auto">
          <a:xfrm>
            <a:off x="859665" y="3285668"/>
            <a:ext cx="1677373" cy="288032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9525" cap="flat" cmpd="sng" algn="ctr">
            <a:solidFill>
              <a:sysClr val="window" lastClr="FFFFFF">
                <a:lumMod val="65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1069848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분자식</a:t>
            </a:r>
          </a:p>
        </p:txBody>
      </p:sp>
      <p:sp>
        <p:nvSpPr>
          <p:cNvPr id="143" name="직사각형 142"/>
          <p:cNvSpPr/>
          <p:nvPr/>
        </p:nvSpPr>
        <p:spPr bwMode="auto">
          <a:xfrm>
            <a:off x="2609045" y="3285668"/>
            <a:ext cx="7129675" cy="288032"/>
          </a:xfrm>
          <a:prstGeom prst="rect">
            <a:avLst/>
          </a:prstGeom>
          <a:noFill/>
          <a:ln w="9525" cap="flat" cmpd="sng" algn="ctr">
            <a:solidFill>
              <a:sysClr val="window" lastClr="FFFFFF">
                <a:lumMod val="65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1069848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xxxx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45" name="직사각형 144"/>
          <p:cNvSpPr/>
          <p:nvPr/>
        </p:nvSpPr>
        <p:spPr bwMode="auto">
          <a:xfrm>
            <a:off x="3702176" y="2957945"/>
            <a:ext cx="1677373" cy="288032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9525" cap="flat" cmpd="sng" algn="ctr">
            <a:solidFill>
              <a:sysClr val="window" lastClr="FFFFFF">
                <a:lumMod val="65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1069848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* </a:t>
            </a:r>
            <a:r>
              <a:rPr kumimoji="0" lang="ko-KR" altLang="en-US" sz="100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제품유형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46" name="직사각형 145"/>
          <p:cNvSpPr/>
          <p:nvPr/>
        </p:nvSpPr>
        <p:spPr bwMode="auto">
          <a:xfrm>
            <a:off x="5451557" y="2948975"/>
            <a:ext cx="4285405" cy="288032"/>
          </a:xfrm>
          <a:prstGeom prst="rect">
            <a:avLst/>
          </a:prstGeom>
          <a:noFill/>
          <a:ln w="9525" cap="flat" cmpd="sng" algn="ctr">
            <a:solidFill>
              <a:sysClr val="window" lastClr="FFFFFF">
                <a:lumMod val="65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1069848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xxxx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48" name="직사각형 147"/>
          <p:cNvSpPr/>
          <p:nvPr/>
        </p:nvSpPr>
        <p:spPr bwMode="auto">
          <a:xfrm>
            <a:off x="859665" y="3624819"/>
            <a:ext cx="1677373" cy="288032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9525" cap="flat" cmpd="sng" algn="ctr">
            <a:solidFill>
              <a:sysClr val="window" lastClr="FFFFFF">
                <a:lumMod val="65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1069848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* </a:t>
            </a: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제조사 상호</a:t>
            </a: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(</a:t>
            </a: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명칭</a:t>
            </a: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)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49" name="직사각형 148"/>
          <p:cNvSpPr/>
          <p:nvPr/>
        </p:nvSpPr>
        <p:spPr bwMode="auto">
          <a:xfrm>
            <a:off x="2609045" y="3624819"/>
            <a:ext cx="7129675" cy="288032"/>
          </a:xfrm>
          <a:prstGeom prst="rect">
            <a:avLst/>
          </a:prstGeom>
          <a:noFill/>
          <a:ln w="9525" cap="flat" cmpd="sng" algn="ctr">
            <a:solidFill>
              <a:sysClr val="window" lastClr="FFFFFF">
                <a:lumMod val="65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1069848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xxxx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50" name="직사각형 149"/>
          <p:cNvSpPr/>
          <p:nvPr/>
        </p:nvSpPr>
        <p:spPr bwMode="auto">
          <a:xfrm>
            <a:off x="857907" y="3956579"/>
            <a:ext cx="1677373" cy="288032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9525" cap="flat" cmpd="sng" algn="ctr">
            <a:solidFill>
              <a:sysClr val="window" lastClr="FFFFFF">
                <a:lumMod val="65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1069848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* </a:t>
            </a:r>
            <a:r>
              <a:rPr kumimoji="0" lang="ko-KR" altLang="en-US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제조사 소재지</a:t>
            </a:r>
          </a:p>
        </p:txBody>
      </p:sp>
      <p:sp>
        <p:nvSpPr>
          <p:cNvPr id="151" name="직사각형 150"/>
          <p:cNvSpPr/>
          <p:nvPr/>
        </p:nvSpPr>
        <p:spPr bwMode="auto">
          <a:xfrm>
            <a:off x="2607287" y="3956579"/>
            <a:ext cx="7129675" cy="288032"/>
          </a:xfrm>
          <a:prstGeom prst="rect">
            <a:avLst/>
          </a:prstGeom>
          <a:noFill/>
          <a:ln w="9525" cap="flat" cmpd="sng" algn="ctr">
            <a:solidFill>
              <a:sysClr val="window" lastClr="FFFFFF">
                <a:lumMod val="65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1069848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xxxx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grpSp>
        <p:nvGrpSpPr>
          <p:cNvPr id="152" name="Drop-Down Box">
            <a:extLst>
              <a:ext uri="{FF2B5EF4-FFF2-40B4-BE49-F238E27FC236}">
                <a16:creationId xmlns:a16="http://schemas.microsoft.com/office/drawing/2014/main" id="{D06375F7-14E5-4A61-A460-01A65C56F548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607288" y="4288339"/>
            <a:ext cx="1875761" cy="287258"/>
            <a:chOff x="595684" y="1528492"/>
            <a:chExt cx="1368147" cy="287258"/>
          </a:xfrm>
          <a:solidFill>
            <a:srgbClr val="FFFFFF"/>
          </a:solidFill>
        </p:grpSpPr>
        <p:sp>
          <p:nvSpPr>
            <p:cNvPr id="153" name="Text Box">
              <a:extLst>
                <a:ext uri="{FF2B5EF4-FFF2-40B4-BE49-F238E27FC236}">
                  <a16:creationId xmlns:a16="http://schemas.microsoft.com/office/drawing/2014/main" id="{3DFC3DDA-3941-4419-BC2B-8C6539744D8F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595684" y="1536188"/>
              <a:ext cx="1247078" cy="271869"/>
            </a:xfrm>
            <a:prstGeom prst="rect">
              <a:avLst/>
            </a:prstGeom>
            <a:grpFill/>
            <a:ln w="6350" cap="flat" cmpd="sng" algn="ctr">
              <a:solidFill>
                <a:srgbClr val="808080"/>
              </a:solidFill>
              <a:prstDash val="solid"/>
            </a:ln>
            <a:effectLst/>
          </p:spPr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i="0" u="none" strike="noStrike" kern="1200" cap="none" spc="0" normalizeH="0" baseline="0" noProof="0" dirty="0">
                  <a:ln>
                    <a:noFill/>
                  </a:ln>
                  <a:solidFill>
                    <a:srgbClr val="5F5F5F"/>
                  </a:solidFill>
                  <a:effectLst/>
                  <a:uLnTx/>
                  <a:uFillTx/>
                  <a:latin typeface="+mn-ea"/>
                  <a:cs typeface="Segoe UI" panose="020B0502040204020203" pitchFamily="34" charset="0"/>
                </a:rPr>
                <a:t>가나</a:t>
              </a:r>
              <a:endPara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54" name="Arrow Box">
              <a:extLst>
                <a:ext uri="{FF2B5EF4-FFF2-40B4-BE49-F238E27FC236}">
                  <a16:creationId xmlns:a16="http://schemas.microsoft.com/office/drawing/2014/main" id="{3BE90503-11FE-4714-97CF-7490845C12CE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1842762" y="1528492"/>
              <a:ext cx="121069" cy="287258"/>
            </a:xfrm>
            <a:prstGeom prst="rect">
              <a:avLst/>
            </a:prstGeom>
            <a:grpFill/>
            <a:ln w="6350" cap="flat" cmpd="sng" algn="ctr">
              <a:solidFill>
                <a:srgbClr val="808080"/>
              </a:solidFill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55" name="Arrow Down">
              <a:extLst>
                <a:ext uri="{FF2B5EF4-FFF2-40B4-BE49-F238E27FC236}">
                  <a16:creationId xmlns:a16="http://schemas.microsoft.com/office/drawing/2014/main" id="{C1069380-488C-483B-8A26-EA983E17B137}"/>
                </a:ext>
              </a:extLst>
            </p:cNvPr>
            <p:cNvSpPr>
              <a:spLocks noChangeAspect="1"/>
            </p:cNvSpPr>
            <p:nvPr>
              <p:custDataLst>
                <p:tags r:id="rId4"/>
              </p:custDataLst>
            </p:nvPr>
          </p:nvSpPr>
          <p:spPr bwMode="auto">
            <a:xfrm flipH="1">
              <a:off x="1879953" y="1654034"/>
              <a:ext cx="4668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59" name="직사각형 158"/>
          <p:cNvSpPr/>
          <p:nvPr/>
        </p:nvSpPr>
        <p:spPr bwMode="auto">
          <a:xfrm>
            <a:off x="857907" y="4288339"/>
            <a:ext cx="1677373" cy="288032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9525" cap="flat" cmpd="sng" algn="ctr">
            <a:solidFill>
              <a:sysClr val="window" lastClr="FFFFFF">
                <a:lumMod val="65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1069848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* </a:t>
            </a:r>
            <a:r>
              <a:rPr kumimoji="0" lang="ko-KR" altLang="en-US" sz="100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제조국</a:t>
            </a:r>
            <a:endParaRPr kumimoji="0" lang="ko-KR" altLang="en-US" sz="10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62" name="한쪽 모서리는 잘리고 다른 쪽 모서리는 둥근 사각형 161"/>
          <p:cNvSpPr/>
          <p:nvPr/>
        </p:nvSpPr>
        <p:spPr>
          <a:xfrm>
            <a:off x="857907" y="2271085"/>
            <a:ext cx="1245954" cy="288032"/>
          </a:xfrm>
          <a:prstGeom prst="snipRoundRect">
            <a:avLst/>
          </a:prstGeom>
          <a:solidFill>
            <a:srgbClr val="FFFF0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>
                <a:solidFill>
                  <a:schemeClr val="tx1"/>
                </a:solidFill>
                <a:latin typeface="+mn-ea"/>
              </a:rPr>
              <a:t>국외제조자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1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3" name="한쪽 모서리는 잘리고 다른 쪽 모서리는 둥근 사각형 162"/>
          <p:cNvSpPr/>
          <p:nvPr/>
        </p:nvSpPr>
        <p:spPr>
          <a:xfrm>
            <a:off x="2103861" y="2271085"/>
            <a:ext cx="1245954" cy="288032"/>
          </a:xfrm>
          <a:prstGeom prst="snipRound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>
                <a:solidFill>
                  <a:schemeClr val="tx1"/>
                </a:solidFill>
                <a:latin typeface="+mn-ea"/>
              </a:rPr>
              <a:t>국외제조자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2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64" name="직선 연결선 163"/>
          <p:cNvCxnSpPr/>
          <p:nvPr/>
        </p:nvCxnSpPr>
        <p:spPr>
          <a:xfrm>
            <a:off x="3349815" y="2555442"/>
            <a:ext cx="6387147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한쪽 모서리는 잘리고 다른 쪽 모서리는 둥근 사각형 177"/>
          <p:cNvSpPr/>
          <p:nvPr/>
        </p:nvSpPr>
        <p:spPr>
          <a:xfrm>
            <a:off x="3349815" y="2267445"/>
            <a:ext cx="1245954" cy="288032"/>
          </a:xfrm>
          <a:prstGeom prst="snipRound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>
                <a:solidFill>
                  <a:schemeClr val="tx1"/>
                </a:solidFill>
                <a:latin typeface="+mn-ea"/>
              </a:rPr>
              <a:t>국외제조자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3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9" name="한쪽 모서리는 잘리고 다른 쪽 모서리는 둥근 사각형 178"/>
          <p:cNvSpPr/>
          <p:nvPr/>
        </p:nvSpPr>
        <p:spPr>
          <a:xfrm>
            <a:off x="4595769" y="2255437"/>
            <a:ext cx="1245954" cy="288032"/>
          </a:xfrm>
          <a:prstGeom prst="snipRound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---</a:t>
            </a:r>
            <a:endParaRPr lang="ko-KR" altLang="en-US" sz="1000" b="1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181" name="그룹 180">
            <a:extLst>
              <a:ext uri="{FF2B5EF4-FFF2-40B4-BE49-F238E27FC236}">
                <a16:creationId xmlns:a16="http://schemas.microsoft.com/office/drawing/2014/main" id="{4D9E53D4-C909-4129-9490-12AA6D45B6A6}"/>
              </a:ext>
            </a:extLst>
          </p:cNvPr>
          <p:cNvGrpSpPr/>
          <p:nvPr/>
        </p:nvGrpSpPr>
        <p:grpSpPr>
          <a:xfrm>
            <a:off x="848963" y="4946367"/>
            <a:ext cx="3851945" cy="310158"/>
            <a:chOff x="3170597" y="3494939"/>
            <a:chExt cx="4587484" cy="310158"/>
          </a:xfrm>
        </p:grpSpPr>
        <p:grpSp>
          <p:nvGrpSpPr>
            <p:cNvPr id="183" name="그룹 182">
              <a:extLst>
                <a:ext uri="{FF2B5EF4-FFF2-40B4-BE49-F238E27FC236}">
                  <a16:creationId xmlns:a16="http://schemas.microsoft.com/office/drawing/2014/main" id="{478D6112-7D4E-4449-9D7E-F646818B5017}"/>
                </a:ext>
              </a:extLst>
            </p:cNvPr>
            <p:cNvGrpSpPr/>
            <p:nvPr/>
          </p:nvGrpSpPr>
          <p:grpSpPr>
            <a:xfrm>
              <a:off x="3170597" y="3494939"/>
              <a:ext cx="4587484" cy="310158"/>
              <a:chOff x="3170597" y="3494939"/>
              <a:chExt cx="4587484" cy="310158"/>
            </a:xfrm>
          </p:grpSpPr>
          <p:sp>
            <p:nvSpPr>
              <p:cNvPr id="185" name="양쪽 모서리가 둥근 사각형 270">
                <a:extLst>
                  <a:ext uri="{FF2B5EF4-FFF2-40B4-BE49-F238E27FC236}">
                    <a16:creationId xmlns:a16="http://schemas.microsoft.com/office/drawing/2014/main" id="{3A1FE1A3-062E-4F5C-B3A3-047B75463F85}"/>
                  </a:ext>
                </a:extLst>
              </p:cNvPr>
              <p:cNvSpPr/>
              <p:nvPr/>
            </p:nvSpPr>
            <p:spPr>
              <a:xfrm>
                <a:off x="3170597" y="3494939"/>
                <a:ext cx="4587483" cy="307777"/>
              </a:xfrm>
              <a:prstGeom prst="round2SameRect">
                <a:avLst/>
              </a:prstGeom>
              <a:gradFill flip="none" rotWithShape="1">
                <a:gsLst>
                  <a:gs pos="0">
                    <a:schemeClr val="bg1">
                      <a:lumMod val="50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3600000" scaled="0"/>
                <a:tileRect/>
              </a:gradFill>
              <a:ln w="12700" cap="rnd" cmpd="sng">
                <a:noFill/>
                <a:prstDash val="solid"/>
                <a:headEnd type="none" w="lg" len="med"/>
                <a:tailEnd type="none" w="lg" len="med"/>
              </a:ln>
              <a:effectLst/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wrap="none" lIns="0" tIns="0" rIns="0" bIns="0" anchor="ctr" anchorCtr="0">
                <a:scene3d>
                  <a:camera prst="orthographicFront"/>
                  <a:lightRig rig="threePt" dir="t"/>
                </a:scene3d>
                <a:sp3d>
                  <a:bevelT w="0" h="1270"/>
                </a:sp3d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0" i="0" u="none" strike="noStrike" kern="1200" cap="none" spc="0" normalizeH="0" baseline="0" noProof="0" dirty="0">
                  <a:ln>
                    <a:noFill/>
                  </a:ln>
                  <a:gradFill flip="none" rotWithShape="1">
                    <a:gsLst>
                      <a:gs pos="0">
                        <a:prstClr val="white">
                          <a:lumMod val="0"/>
                          <a:lumOff val="100000"/>
                        </a:prstClr>
                      </a:gs>
                      <a:gs pos="100000">
                        <a:prstClr val="white">
                          <a:lumMod val="0"/>
                          <a:lumOff val="100000"/>
                        </a:prstClr>
                      </a:gs>
                    </a:gsLst>
                    <a:lin ang="6000000" scaled="0"/>
                    <a:tileRect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endParaRPr>
              </a:p>
            </p:txBody>
          </p:sp>
          <p:sp>
            <p:nvSpPr>
              <p:cNvPr id="187" name="LcS48" descr="어두운 상향 대각선">
                <a:extLst>
                  <a:ext uri="{FF2B5EF4-FFF2-40B4-BE49-F238E27FC236}">
                    <a16:creationId xmlns:a16="http://schemas.microsoft.com/office/drawing/2014/main" id="{110B0ED0-20FC-469F-94D8-E335C508AD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7047946" y="3572360"/>
                <a:ext cx="710135" cy="232737"/>
              </a:xfrm>
              <a:custGeom>
                <a:avLst/>
                <a:gdLst>
                  <a:gd name="connsiteX0" fmla="*/ 0 w 972108"/>
                  <a:gd name="connsiteY0" fmla="*/ 0 h 756084"/>
                  <a:gd name="connsiteX1" fmla="*/ 972108 w 972108"/>
                  <a:gd name="connsiteY1" fmla="*/ 0 h 756084"/>
                  <a:gd name="connsiteX2" fmla="*/ 972108 w 972108"/>
                  <a:gd name="connsiteY2" fmla="*/ 756084 h 756084"/>
                  <a:gd name="connsiteX3" fmla="*/ 0 w 972108"/>
                  <a:gd name="connsiteY3" fmla="*/ 756084 h 756084"/>
                  <a:gd name="connsiteX4" fmla="*/ 0 w 972108"/>
                  <a:gd name="connsiteY4" fmla="*/ 0 h 756084"/>
                  <a:gd name="connsiteX0" fmla="*/ 0 w 972108"/>
                  <a:gd name="connsiteY0" fmla="*/ 0 h 756084"/>
                  <a:gd name="connsiteX1" fmla="*/ 972108 w 972108"/>
                  <a:gd name="connsiteY1" fmla="*/ 756084 h 756084"/>
                  <a:gd name="connsiteX2" fmla="*/ 0 w 972108"/>
                  <a:gd name="connsiteY2" fmla="*/ 756084 h 756084"/>
                  <a:gd name="connsiteX3" fmla="*/ 0 w 972108"/>
                  <a:gd name="connsiteY3" fmla="*/ 0 h 756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2108" h="756084">
                    <a:moveTo>
                      <a:pt x="0" y="0"/>
                    </a:moveTo>
                    <a:lnTo>
                      <a:pt x="972108" y="756084"/>
                    </a:lnTo>
                    <a:lnTo>
                      <a:pt x="0" y="7560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wrap="none" lIns="0" tIns="0" rIns="0" bIns="0" anchor="ctr" anchorCtr="0">
                <a:scene3d>
                  <a:camera prst="orthographicFront"/>
                  <a:lightRig rig="threePt" dir="t"/>
                </a:scene3d>
                <a:sp3d>
                  <a:bevelT w="0" h="1270"/>
                </a:sp3d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gradFill flip="none" rotWithShape="1">
                    <a:gsLst>
                      <a:gs pos="0">
                        <a:prstClr val="white">
                          <a:lumMod val="0"/>
                          <a:lumOff val="100000"/>
                        </a:prstClr>
                      </a:gs>
                      <a:gs pos="100000">
                        <a:prstClr val="white">
                          <a:lumMod val="0"/>
                          <a:lumOff val="100000"/>
                        </a:prstClr>
                      </a:gs>
                    </a:gsLst>
                    <a:lin ang="6000000" scaled="0"/>
                    <a:tileRect/>
                  </a:gra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endParaRPr>
              </a:p>
            </p:txBody>
          </p:sp>
        </p:grp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33981759-7E94-44BB-9866-E2955BB22540}"/>
                </a:ext>
              </a:extLst>
            </p:cNvPr>
            <p:cNvSpPr txBox="1"/>
            <p:nvPr/>
          </p:nvSpPr>
          <p:spPr>
            <a:xfrm>
              <a:off x="3342022" y="3528098"/>
              <a:ext cx="4244633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600" b="1" spc="-50" dirty="0">
                  <a:ln>
                    <a:solidFill>
                      <a:prstClr val="white">
                        <a:lumMod val="50000"/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수입하는 업체가 아래와 같은 경우</a:t>
              </a:r>
              <a:endParaRPr kumimoji="0" lang="ko-KR" altLang="en-US" sz="1600" b="1" i="0" u="none" strike="noStrike" kern="1200" cap="none" spc="-50" normalizeH="0" baseline="0" noProof="0" dirty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4A5C9492-7030-4241-8584-2F70FB14D597}"/>
              </a:ext>
            </a:extLst>
          </p:cNvPr>
          <p:cNvSpPr/>
          <p:nvPr/>
        </p:nvSpPr>
        <p:spPr>
          <a:xfrm>
            <a:off x="848963" y="5243418"/>
            <a:ext cx="3851944" cy="145714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114300" indent="-114300">
              <a:spcBef>
                <a:spcPts val="200"/>
              </a:spcBef>
              <a:buClr>
                <a:prstClr val="white">
                  <a:lumMod val="65000"/>
                </a:prstClr>
              </a:buClr>
              <a:buSzPct val="110000"/>
              <a:buFont typeface="Arial" panose="020B0604020202020204" pitchFamily="34" charset="0"/>
              <a:buChar char="•"/>
              <a:tabLst>
                <a:tab pos="525463" algn="l"/>
              </a:tabLst>
            </a:pPr>
            <a:r>
              <a:rPr kumimoji="1" lang="ko-KR" altLang="en-US" sz="1200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rPr>
              <a:t>수입업체 </a:t>
            </a:r>
            <a:r>
              <a:rPr kumimoji="1" lang="en-US" altLang="ko-KR" sz="1200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rPr>
              <a:t>A</a:t>
            </a:r>
            <a:r>
              <a:rPr kumimoji="1" lang="ko-KR" altLang="en-US" sz="1200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rPr>
              <a:t>가 </a:t>
            </a:r>
            <a:r>
              <a:rPr kumimoji="1" lang="ko-KR" altLang="en-US" sz="1200" kern="0" spc="-30" dirty="0" err="1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rPr>
              <a:t>톨루엔</a:t>
            </a:r>
            <a:r>
              <a:rPr kumimoji="1" lang="en-US" altLang="ko-KR" sz="1200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rPr>
              <a:t>, </a:t>
            </a:r>
            <a:r>
              <a:rPr kumimoji="1" lang="ko-KR" altLang="en-US" sz="1200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rPr>
              <a:t>살균제에  대해서 </a:t>
            </a:r>
            <a:r>
              <a:rPr kumimoji="1" lang="ko-KR" altLang="en-US" sz="1200" kern="0" spc="-30" dirty="0" err="1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rPr>
              <a:t>국외제조자</a:t>
            </a:r>
            <a:r>
              <a:rPr kumimoji="1" lang="en-US" altLang="ko-KR" sz="1200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rPr>
              <a:t>1, </a:t>
            </a:r>
            <a:r>
              <a:rPr kumimoji="1" lang="ko-KR" altLang="en-US" sz="1200" kern="0" spc="-30" dirty="0" err="1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rPr>
              <a:t>국외제조자</a:t>
            </a:r>
            <a:r>
              <a:rPr kumimoji="1" lang="en-US" altLang="ko-KR" sz="1200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rPr>
              <a:t>2, </a:t>
            </a:r>
            <a:r>
              <a:rPr kumimoji="1" lang="ko-KR" altLang="en-US" sz="1200" kern="0" spc="-30" dirty="0" err="1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rPr>
              <a:t>국외제조자</a:t>
            </a:r>
            <a:r>
              <a:rPr kumimoji="1" lang="en-US" altLang="ko-KR" sz="1200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rPr>
              <a:t>3..</a:t>
            </a:r>
            <a:r>
              <a:rPr kumimoji="1" lang="ko-KR" altLang="en-US" sz="1200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rPr>
              <a:t>에서</a:t>
            </a:r>
            <a:r>
              <a:rPr kumimoji="1" lang="en-US" altLang="ko-KR" sz="1200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rPr>
              <a:t> </a:t>
            </a:r>
            <a:r>
              <a:rPr kumimoji="1" lang="ko-KR" altLang="en-US" sz="1200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rPr>
              <a:t>수입을 한다고 했을 때</a:t>
            </a:r>
            <a:endParaRPr kumimoji="1" lang="en-US" altLang="ko-KR" sz="1200" kern="0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chemeClr val="tx1"/>
              </a:solidFill>
              <a:latin typeface="KoPub돋움체 Medium" pitchFamily="18" charset="-127"/>
              <a:ea typeface="KoPub돋움체 Medium" pitchFamily="18" charset="-127"/>
            </a:endParaRPr>
          </a:p>
          <a:p>
            <a:pPr marL="114300" indent="-114300">
              <a:spcBef>
                <a:spcPts val="200"/>
              </a:spcBef>
              <a:buClr>
                <a:prstClr val="white">
                  <a:lumMod val="65000"/>
                </a:prstClr>
              </a:buClr>
              <a:buSzPct val="110000"/>
              <a:buFont typeface="Arial" panose="020B0604020202020204" pitchFamily="34" charset="0"/>
              <a:buChar char="•"/>
              <a:tabLst>
                <a:tab pos="525463" algn="l"/>
              </a:tabLst>
            </a:pPr>
            <a:r>
              <a:rPr kumimoji="1" lang="ko-KR" altLang="en-US" sz="1200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rPr>
              <a:t>물질 식별정보란에 탭으로 각각 </a:t>
            </a:r>
            <a:r>
              <a:rPr kumimoji="1" lang="ko-KR" altLang="en-US" sz="1200" kern="0" spc="-30" dirty="0" err="1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rPr>
              <a:t>국외제조자</a:t>
            </a:r>
            <a:r>
              <a:rPr kumimoji="1" lang="en-US" altLang="ko-KR" sz="1200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rPr>
              <a:t>1~3</a:t>
            </a:r>
            <a:r>
              <a:rPr kumimoji="1" lang="ko-KR" altLang="en-US" sz="1200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rPr>
              <a:t>까지 추가하고 국외제조자별로 작성해야 할 </a:t>
            </a:r>
            <a:r>
              <a:rPr kumimoji="1" lang="en-US" altLang="ko-KR" sz="1200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rPr>
              <a:t>“</a:t>
            </a:r>
            <a:r>
              <a:rPr kumimoji="1" lang="ko-KR" altLang="en-US" sz="1200" kern="0" spc="-30" dirty="0" err="1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rPr>
              <a:t>개별제출</a:t>
            </a:r>
            <a:r>
              <a:rPr kumimoji="1" lang="ko-KR" altLang="en-US" sz="1200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rPr>
              <a:t> 서류</a:t>
            </a:r>
            <a:r>
              <a:rPr kumimoji="1" lang="en-US" altLang="ko-KR" sz="1200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rPr>
              <a:t>” </a:t>
            </a:r>
            <a:r>
              <a:rPr kumimoji="1" lang="ko-KR" altLang="en-US" sz="1200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rPr>
              <a:t>각각 제출할 수 있도록 구성</a:t>
            </a:r>
            <a:endParaRPr kumimoji="1" lang="en-US" altLang="ko-KR" sz="1200" kern="0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chemeClr val="tx1"/>
              </a:solidFill>
              <a:latin typeface="KoPub돋움체 Medium" pitchFamily="18" charset="-127"/>
              <a:ea typeface="KoPub돋움체 Medium" pitchFamily="18" charset="-127"/>
            </a:endParaRPr>
          </a:p>
          <a:p>
            <a:pPr marL="114300" indent="-114300">
              <a:spcBef>
                <a:spcPts val="200"/>
              </a:spcBef>
              <a:buClr>
                <a:prstClr val="white">
                  <a:lumMod val="65000"/>
                </a:prstClr>
              </a:buClr>
              <a:buSzPct val="110000"/>
              <a:buFont typeface="Arial" panose="020B0604020202020204" pitchFamily="34" charset="0"/>
              <a:buChar char="•"/>
              <a:tabLst>
                <a:tab pos="525463" algn="l"/>
              </a:tabLst>
            </a:pPr>
            <a:r>
              <a:rPr kumimoji="1" lang="ko-KR" altLang="en-US" sz="1200" kern="0" spc="-30" dirty="0" err="1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rPr>
              <a:t>개별제출</a:t>
            </a:r>
            <a:r>
              <a:rPr kumimoji="1" lang="ko-KR" altLang="en-US" sz="1200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rPr>
              <a:t> 서류 </a:t>
            </a:r>
            <a:r>
              <a:rPr kumimoji="1" lang="en-US" altLang="ko-KR" sz="1200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rPr>
              <a:t>: 2.1.4 </a:t>
            </a:r>
            <a:r>
              <a:rPr kumimoji="1" lang="ko-KR" altLang="en-US" sz="1200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rPr>
              <a:t>성분분석</a:t>
            </a:r>
            <a:r>
              <a:rPr kumimoji="1" lang="en-US" altLang="ko-KR" sz="1200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rPr>
              <a:t>(5</a:t>
            </a:r>
            <a:r>
              <a:rPr kumimoji="1" lang="ko-KR" altLang="en-US" sz="1200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rPr>
              <a:t>장 포함</a:t>
            </a:r>
            <a:r>
              <a:rPr kumimoji="1" lang="en-US" altLang="ko-KR" sz="1200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rPr>
              <a:t>), 2.1.7 </a:t>
            </a:r>
            <a:r>
              <a:rPr kumimoji="1" lang="ko-KR" altLang="en-US" sz="1200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rPr>
              <a:t>원료 및 제조 공정 </a:t>
            </a:r>
          </a:p>
        </p:txBody>
      </p:sp>
      <p:grpSp>
        <p:nvGrpSpPr>
          <p:cNvPr id="217" name="그룹 216">
            <a:extLst>
              <a:ext uri="{FF2B5EF4-FFF2-40B4-BE49-F238E27FC236}">
                <a16:creationId xmlns:a16="http://schemas.microsoft.com/office/drawing/2014/main" id="{4D9E53D4-C909-4129-9490-12AA6D45B6A6}"/>
              </a:ext>
            </a:extLst>
          </p:cNvPr>
          <p:cNvGrpSpPr/>
          <p:nvPr/>
        </p:nvGrpSpPr>
        <p:grpSpPr>
          <a:xfrm>
            <a:off x="5964018" y="4981748"/>
            <a:ext cx="3851945" cy="310158"/>
            <a:chOff x="3170597" y="3494939"/>
            <a:chExt cx="4587484" cy="310158"/>
          </a:xfrm>
        </p:grpSpPr>
        <p:grpSp>
          <p:nvGrpSpPr>
            <p:cNvPr id="218" name="그룹 217">
              <a:extLst>
                <a:ext uri="{FF2B5EF4-FFF2-40B4-BE49-F238E27FC236}">
                  <a16:creationId xmlns:a16="http://schemas.microsoft.com/office/drawing/2014/main" id="{478D6112-7D4E-4449-9D7E-F646818B5017}"/>
                </a:ext>
              </a:extLst>
            </p:cNvPr>
            <p:cNvGrpSpPr/>
            <p:nvPr/>
          </p:nvGrpSpPr>
          <p:grpSpPr>
            <a:xfrm>
              <a:off x="3170597" y="3494939"/>
              <a:ext cx="4587484" cy="310158"/>
              <a:chOff x="3170597" y="3494939"/>
              <a:chExt cx="4587484" cy="310158"/>
            </a:xfrm>
          </p:grpSpPr>
          <p:sp>
            <p:nvSpPr>
              <p:cNvPr id="221" name="양쪽 모서리가 둥근 사각형 270">
                <a:extLst>
                  <a:ext uri="{FF2B5EF4-FFF2-40B4-BE49-F238E27FC236}">
                    <a16:creationId xmlns:a16="http://schemas.microsoft.com/office/drawing/2014/main" id="{3A1FE1A3-062E-4F5C-B3A3-047B75463F85}"/>
                  </a:ext>
                </a:extLst>
              </p:cNvPr>
              <p:cNvSpPr/>
              <p:nvPr/>
            </p:nvSpPr>
            <p:spPr>
              <a:xfrm>
                <a:off x="3170597" y="3494939"/>
                <a:ext cx="4587483" cy="307777"/>
              </a:xfrm>
              <a:prstGeom prst="round2SameRect">
                <a:avLst/>
              </a:prstGeom>
              <a:gradFill flip="none" rotWithShape="1">
                <a:gsLst>
                  <a:gs pos="0">
                    <a:schemeClr val="bg1">
                      <a:lumMod val="50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3600000" scaled="0"/>
                <a:tileRect/>
              </a:gradFill>
              <a:ln w="12700" cap="rnd" cmpd="sng">
                <a:noFill/>
                <a:prstDash val="solid"/>
                <a:headEnd type="none" w="lg" len="med"/>
                <a:tailEnd type="none" w="lg" len="med"/>
              </a:ln>
              <a:effectLst/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wrap="none" lIns="0" tIns="0" rIns="0" bIns="0" anchor="ctr" anchorCtr="0">
                <a:scene3d>
                  <a:camera prst="orthographicFront"/>
                  <a:lightRig rig="threePt" dir="t"/>
                </a:scene3d>
                <a:sp3d>
                  <a:bevelT w="0" h="1270"/>
                </a:sp3d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0" i="0" u="none" strike="noStrike" kern="1200" cap="none" spc="0" normalizeH="0" baseline="0" noProof="0" dirty="0">
                  <a:ln>
                    <a:noFill/>
                  </a:ln>
                  <a:gradFill flip="none" rotWithShape="1">
                    <a:gsLst>
                      <a:gs pos="0">
                        <a:prstClr val="white">
                          <a:lumMod val="0"/>
                          <a:lumOff val="100000"/>
                        </a:prstClr>
                      </a:gs>
                      <a:gs pos="100000">
                        <a:prstClr val="white">
                          <a:lumMod val="0"/>
                          <a:lumOff val="100000"/>
                        </a:prstClr>
                      </a:gs>
                    </a:gsLst>
                    <a:lin ang="6000000" scaled="0"/>
                    <a:tileRect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endParaRPr>
              </a:p>
            </p:txBody>
          </p:sp>
          <p:sp>
            <p:nvSpPr>
              <p:cNvPr id="222" name="LcS48" descr="어두운 상향 대각선">
                <a:extLst>
                  <a:ext uri="{FF2B5EF4-FFF2-40B4-BE49-F238E27FC236}">
                    <a16:creationId xmlns:a16="http://schemas.microsoft.com/office/drawing/2014/main" id="{110B0ED0-20FC-469F-94D8-E335C508AD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7047946" y="3572360"/>
                <a:ext cx="710135" cy="232737"/>
              </a:xfrm>
              <a:custGeom>
                <a:avLst/>
                <a:gdLst>
                  <a:gd name="connsiteX0" fmla="*/ 0 w 972108"/>
                  <a:gd name="connsiteY0" fmla="*/ 0 h 756084"/>
                  <a:gd name="connsiteX1" fmla="*/ 972108 w 972108"/>
                  <a:gd name="connsiteY1" fmla="*/ 0 h 756084"/>
                  <a:gd name="connsiteX2" fmla="*/ 972108 w 972108"/>
                  <a:gd name="connsiteY2" fmla="*/ 756084 h 756084"/>
                  <a:gd name="connsiteX3" fmla="*/ 0 w 972108"/>
                  <a:gd name="connsiteY3" fmla="*/ 756084 h 756084"/>
                  <a:gd name="connsiteX4" fmla="*/ 0 w 972108"/>
                  <a:gd name="connsiteY4" fmla="*/ 0 h 756084"/>
                  <a:gd name="connsiteX0" fmla="*/ 0 w 972108"/>
                  <a:gd name="connsiteY0" fmla="*/ 0 h 756084"/>
                  <a:gd name="connsiteX1" fmla="*/ 972108 w 972108"/>
                  <a:gd name="connsiteY1" fmla="*/ 756084 h 756084"/>
                  <a:gd name="connsiteX2" fmla="*/ 0 w 972108"/>
                  <a:gd name="connsiteY2" fmla="*/ 756084 h 756084"/>
                  <a:gd name="connsiteX3" fmla="*/ 0 w 972108"/>
                  <a:gd name="connsiteY3" fmla="*/ 0 h 756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2108" h="756084">
                    <a:moveTo>
                      <a:pt x="0" y="0"/>
                    </a:moveTo>
                    <a:lnTo>
                      <a:pt x="972108" y="756084"/>
                    </a:lnTo>
                    <a:lnTo>
                      <a:pt x="0" y="7560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wrap="none" lIns="0" tIns="0" rIns="0" bIns="0" anchor="ctr" anchorCtr="0">
                <a:scene3d>
                  <a:camera prst="orthographicFront"/>
                  <a:lightRig rig="threePt" dir="t"/>
                </a:scene3d>
                <a:sp3d>
                  <a:bevelT w="0" h="1270"/>
                </a:sp3d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gradFill flip="none" rotWithShape="1">
                    <a:gsLst>
                      <a:gs pos="0">
                        <a:prstClr val="white">
                          <a:lumMod val="0"/>
                          <a:lumOff val="100000"/>
                        </a:prstClr>
                      </a:gs>
                      <a:gs pos="100000">
                        <a:prstClr val="white">
                          <a:lumMod val="0"/>
                          <a:lumOff val="100000"/>
                        </a:prstClr>
                      </a:gs>
                    </a:gsLst>
                    <a:lin ang="6000000" scaled="0"/>
                    <a:tileRect/>
                  </a:gra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endParaRPr>
              </a:p>
            </p:txBody>
          </p:sp>
        </p:grp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33981759-7E94-44BB-9866-E2955BB22540}"/>
                </a:ext>
              </a:extLst>
            </p:cNvPr>
            <p:cNvSpPr txBox="1"/>
            <p:nvPr/>
          </p:nvSpPr>
          <p:spPr>
            <a:xfrm>
              <a:off x="3342022" y="3528098"/>
              <a:ext cx="4244633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600" b="1" spc="-50" noProof="0" dirty="0" err="1">
                  <a:ln>
                    <a:solidFill>
                      <a:prstClr val="white">
                        <a:lumMod val="50000"/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수행사</a:t>
              </a:r>
              <a:r>
                <a:rPr lang="ko-KR" altLang="en-US" sz="1600" b="1" spc="-50" noProof="0" dirty="0">
                  <a:ln>
                    <a:solidFill>
                      <a:prstClr val="white">
                        <a:lumMod val="50000"/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의견</a:t>
              </a:r>
              <a:r>
                <a:rPr lang="en-US" altLang="ko-KR" sz="1600" b="1" spc="-50" noProof="0" dirty="0">
                  <a:ln>
                    <a:solidFill>
                      <a:prstClr val="white">
                        <a:lumMod val="50000"/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(</a:t>
              </a:r>
              <a:r>
                <a:rPr lang="ko-KR" altLang="en-US" sz="1600" b="1" spc="-50" noProof="0" dirty="0">
                  <a:ln>
                    <a:solidFill>
                      <a:prstClr val="white">
                        <a:lumMod val="50000"/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문제점 제시</a:t>
              </a:r>
              <a:r>
                <a:rPr lang="en-US" altLang="ko-KR" sz="1600" b="1" spc="-50" noProof="0" dirty="0">
                  <a:ln>
                    <a:solidFill>
                      <a:prstClr val="white">
                        <a:lumMod val="50000"/>
                        <a:alpha val="0"/>
                      </a:prstClr>
                    </a:solidFill>
                  </a:ln>
                  <a:solidFill>
                    <a:schemeClr val="bg1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)</a:t>
              </a:r>
              <a:endParaRPr kumimoji="0" lang="ko-KR" altLang="en-US" sz="1600" b="1" i="0" u="none" strike="noStrike" kern="1200" cap="none" spc="-50" normalizeH="0" baseline="0" noProof="0" dirty="0">
                <a:ln>
                  <a:solidFill>
                    <a:prstClr val="white">
                      <a:lumMod val="50000"/>
                      <a:alpha val="0"/>
                    </a:prst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223" name="직사각형 222">
            <a:extLst>
              <a:ext uri="{FF2B5EF4-FFF2-40B4-BE49-F238E27FC236}">
                <a16:creationId xmlns:a16="http://schemas.microsoft.com/office/drawing/2014/main" id="{4A5C9492-7030-4241-8584-2F70FB14D597}"/>
              </a:ext>
            </a:extLst>
          </p:cNvPr>
          <p:cNvSpPr/>
          <p:nvPr/>
        </p:nvSpPr>
        <p:spPr>
          <a:xfrm>
            <a:off x="5964018" y="5278799"/>
            <a:ext cx="3851944" cy="145714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114300" indent="-114300">
              <a:spcBef>
                <a:spcPts val="200"/>
              </a:spcBef>
              <a:buClr>
                <a:prstClr val="white">
                  <a:lumMod val="65000"/>
                </a:prstClr>
              </a:buClr>
              <a:buSzPct val="110000"/>
              <a:buFont typeface="Arial" panose="020B0604020202020204" pitchFamily="34" charset="0"/>
              <a:buChar char="•"/>
              <a:tabLst>
                <a:tab pos="525463" algn="l"/>
              </a:tabLst>
            </a:pPr>
            <a:r>
              <a:rPr kumimoji="1" lang="ko-KR" altLang="en-US" sz="1200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rPr>
              <a:t>수입업체 </a:t>
            </a:r>
            <a:r>
              <a:rPr kumimoji="1" lang="en-US" altLang="ko-KR" sz="1200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rPr>
              <a:t>A</a:t>
            </a:r>
            <a:r>
              <a:rPr kumimoji="1" lang="ko-KR" altLang="en-US" sz="1200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rPr>
              <a:t>가 </a:t>
            </a:r>
            <a:r>
              <a:rPr kumimoji="1" lang="ko-KR" altLang="en-US" sz="1200" kern="0" spc="-30" dirty="0" err="1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rPr>
              <a:t>국외제조자</a:t>
            </a:r>
            <a:r>
              <a:rPr kumimoji="1" lang="en-US" altLang="ko-KR" sz="1200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rPr>
              <a:t>1</a:t>
            </a:r>
            <a:r>
              <a:rPr kumimoji="1" lang="ko-KR" altLang="en-US" sz="1200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rPr>
              <a:t>에 대하여 </a:t>
            </a:r>
            <a:r>
              <a:rPr kumimoji="1" lang="en-US" altLang="ko-KR" sz="1200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rPr>
              <a:t>“</a:t>
            </a:r>
            <a:r>
              <a:rPr kumimoji="1" lang="ko-KR" altLang="en-US" sz="1200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rPr>
              <a:t>선임</a:t>
            </a:r>
            <a:r>
              <a:rPr kumimoji="1" lang="en-US" altLang="ko-KR" sz="1200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rPr>
              <a:t>“</a:t>
            </a:r>
            <a:r>
              <a:rPr kumimoji="1" lang="ko-KR" altLang="en-US" sz="1200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rPr>
              <a:t>이고 선임자 아래 수입자가 </a:t>
            </a:r>
            <a:r>
              <a:rPr kumimoji="1" lang="en-US" altLang="ko-KR" sz="1200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rPr>
              <a:t>100</a:t>
            </a:r>
            <a:r>
              <a:rPr kumimoji="1" lang="ko-KR" altLang="en-US" sz="1200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rPr>
              <a:t>개 업체가 있을 경우</a:t>
            </a:r>
            <a:r>
              <a:rPr kumimoji="1" lang="en-US" altLang="ko-KR" sz="1200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rPr>
              <a:t>(</a:t>
            </a:r>
            <a:r>
              <a:rPr kumimoji="1" lang="ko-KR" altLang="en-US" sz="1200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rPr>
              <a:t>또는 </a:t>
            </a:r>
            <a:r>
              <a:rPr kumimoji="1" lang="ko-KR" altLang="en-US" sz="1200" kern="0" spc="-30" dirty="0" err="1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rPr>
              <a:t>국외제조자</a:t>
            </a:r>
            <a:r>
              <a:rPr kumimoji="1" lang="en-US" altLang="ko-KR" sz="1200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rPr>
              <a:t>2</a:t>
            </a:r>
            <a:r>
              <a:rPr kumimoji="1" lang="ko-KR" altLang="en-US" sz="1200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rPr>
              <a:t>도 선임일 경우</a:t>
            </a:r>
            <a:r>
              <a:rPr kumimoji="1" lang="en-US" altLang="ko-KR" sz="1200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rPr>
              <a:t>, </a:t>
            </a:r>
            <a:r>
              <a:rPr kumimoji="1" lang="ko-KR" altLang="en-US" sz="1200" kern="0" spc="-30" dirty="0" err="1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rPr>
              <a:t>국외제조자</a:t>
            </a:r>
            <a:r>
              <a:rPr kumimoji="1" lang="en-US" altLang="ko-KR" sz="1200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rPr>
              <a:t>3</a:t>
            </a:r>
            <a:r>
              <a:rPr kumimoji="1" lang="ko-KR" altLang="en-US" sz="1200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rPr>
              <a:t> 그냥 수입일 경우</a:t>
            </a:r>
            <a:r>
              <a:rPr kumimoji="1" lang="en-US" altLang="ko-KR" sz="1200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rPr>
              <a:t>)</a:t>
            </a:r>
          </a:p>
          <a:p>
            <a:pPr marL="114300" indent="-114300">
              <a:spcBef>
                <a:spcPts val="200"/>
              </a:spcBef>
              <a:buClr>
                <a:prstClr val="white">
                  <a:lumMod val="65000"/>
                </a:prstClr>
              </a:buClr>
              <a:buSzPct val="110000"/>
              <a:buFont typeface="Arial" panose="020B0604020202020204" pitchFamily="34" charset="0"/>
              <a:buChar char="•"/>
              <a:tabLst>
                <a:tab pos="525463" algn="l"/>
              </a:tabLst>
            </a:pPr>
            <a:r>
              <a:rPr kumimoji="1" lang="ko-KR" altLang="en-US" sz="120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accent2"/>
                </a:solidFill>
                <a:latin typeface="KoPub돋움체 Medium" pitchFamily="18" charset="-127"/>
                <a:ea typeface="KoPub돋움체 Medium" pitchFamily="18" charset="-127"/>
              </a:rPr>
              <a:t>국립환경과학원에서 신청한 </a:t>
            </a:r>
            <a:r>
              <a:rPr kumimoji="1" lang="ko-KR" altLang="en-US" sz="1200" b="1" kern="0" spc="-30" dirty="0" err="1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accent2"/>
                </a:solidFill>
                <a:latin typeface="KoPub돋움체 Medium" pitchFamily="18" charset="-127"/>
                <a:ea typeface="KoPub돋움체 Medium" pitchFamily="18" charset="-127"/>
              </a:rPr>
              <a:t>국외제조자</a:t>
            </a:r>
            <a:r>
              <a:rPr kumimoji="1" lang="en-US" altLang="ko-KR" sz="120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accent2"/>
                </a:solidFill>
                <a:latin typeface="KoPub돋움체 Medium" pitchFamily="18" charset="-127"/>
                <a:ea typeface="KoPub돋움체 Medium" pitchFamily="18" charset="-127"/>
              </a:rPr>
              <a:t>1</a:t>
            </a:r>
            <a:r>
              <a:rPr kumimoji="1" lang="ko-KR" altLang="en-US" sz="120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accent2"/>
                </a:solidFill>
                <a:latin typeface="KoPub돋움체 Medium" pitchFamily="18" charset="-127"/>
                <a:ea typeface="KoPub돋움체 Medium" pitchFamily="18" charset="-127"/>
              </a:rPr>
              <a:t>의 </a:t>
            </a:r>
            <a:r>
              <a:rPr kumimoji="1" lang="ko-KR" altLang="en-US" sz="1200" b="1" kern="0" spc="-30" dirty="0" err="1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accent2"/>
                </a:solidFill>
                <a:latin typeface="KoPub돋움체 Medium" pitchFamily="18" charset="-127"/>
                <a:ea typeface="KoPub돋움체 Medium" pitchFamily="18" charset="-127"/>
              </a:rPr>
              <a:t>개별제출</a:t>
            </a:r>
            <a:r>
              <a:rPr kumimoji="1" lang="ko-KR" altLang="en-US" sz="120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accent2"/>
                </a:solidFill>
                <a:latin typeface="KoPub돋움체 Medium" pitchFamily="18" charset="-127"/>
                <a:ea typeface="KoPub돋움체 Medium" pitchFamily="18" charset="-127"/>
              </a:rPr>
              <a:t> 서류에 대하여 수정보완</a:t>
            </a:r>
            <a:r>
              <a:rPr kumimoji="1" lang="en-US" altLang="ko-KR" sz="120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accent2"/>
                </a:solidFill>
                <a:latin typeface="KoPub돋움체 Medium" pitchFamily="18" charset="-127"/>
                <a:ea typeface="KoPub돋움체 Medium" pitchFamily="18" charset="-127"/>
              </a:rPr>
              <a:t> </a:t>
            </a:r>
            <a:r>
              <a:rPr kumimoji="1" lang="ko-KR" altLang="en-US" sz="120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accent2"/>
                </a:solidFill>
                <a:latin typeface="KoPub돋움체 Medium" pitchFamily="18" charset="-127"/>
                <a:ea typeface="KoPub돋움체 Medium" pitchFamily="18" charset="-127"/>
              </a:rPr>
              <a:t>또는 반려 처리 할  경우</a:t>
            </a:r>
            <a:endParaRPr kumimoji="1" lang="en-US" altLang="ko-KR" sz="1200" b="1" kern="0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chemeClr val="accent2"/>
              </a:solidFill>
              <a:latin typeface="KoPub돋움체 Medium" pitchFamily="18" charset="-127"/>
              <a:ea typeface="KoPub돋움체 Medium" pitchFamily="18" charset="-127"/>
            </a:endParaRPr>
          </a:p>
          <a:p>
            <a:pPr marL="114300" indent="-114300">
              <a:spcBef>
                <a:spcPts val="200"/>
              </a:spcBef>
              <a:buClr>
                <a:prstClr val="white">
                  <a:lumMod val="65000"/>
                </a:prstClr>
              </a:buClr>
              <a:buSzPct val="110000"/>
              <a:buFont typeface="Arial" panose="020B0604020202020204" pitchFamily="34" charset="0"/>
              <a:buChar char="•"/>
              <a:tabLst>
                <a:tab pos="525463" algn="l"/>
              </a:tabLst>
            </a:pPr>
            <a:r>
              <a:rPr kumimoji="1" lang="ko-KR" altLang="en-US" sz="1200" b="1" kern="0" spc="-30" dirty="0" err="1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accent2"/>
                </a:solidFill>
                <a:latin typeface="KoPub돋움체 Medium" pitchFamily="18" charset="-127"/>
                <a:ea typeface="KoPub돋움체 Medium" pitchFamily="18" charset="-127"/>
              </a:rPr>
              <a:t>국외제조자</a:t>
            </a:r>
            <a:r>
              <a:rPr kumimoji="1" lang="en-US" altLang="ko-KR" sz="120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accent2"/>
                </a:solidFill>
                <a:latin typeface="KoPub돋움체 Medium" pitchFamily="18" charset="-127"/>
                <a:ea typeface="KoPub돋움체 Medium" pitchFamily="18" charset="-127"/>
              </a:rPr>
              <a:t>1</a:t>
            </a:r>
            <a:r>
              <a:rPr kumimoji="1" lang="ko-KR" altLang="en-US" sz="120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accent2"/>
                </a:solidFill>
                <a:latin typeface="KoPub돋움체 Medium" pitchFamily="18" charset="-127"/>
                <a:ea typeface="KoPub돋움체 Medium" pitchFamily="18" charset="-127"/>
              </a:rPr>
              <a:t>이 선임을 해임하고 신규 선임을 선임할 경우</a:t>
            </a:r>
            <a:endParaRPr kumimoji="1" lang="en-US" altLang="ko-KR" sz="1200" b="1" kern="0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chemeClr val="accent2"/>
              </a:solidFill>
              <a:latin typeface="KoPub돋움체 Medium" pitchFamily="18" charset="-127"/>
              <a:ea typeface="KoPub돋움체 Medium" pitchFamily="18" charset="-127"/>
            </a:endParaRPr>
          </a:p>
          <a:p>
            <a:pPr marL="114300" indent="-114300">
              <a:spcBef>
                <a:spcPts val="200"/>
              </a:spcBef>
              <a:buClr>
                <a:prstClr val="white">
                  <a:lumMod val="65000"/>
                </a:prstClr>
              </a:buClr>
              <a:buSzPct val="110000"/>
              <a:buFont typeface="Arial" panose="020B0604020202020204" pitchFamily="34" charset="0"/>
              <a:buChar char="•"/>
              <a:tabLst>
                <a:tab pos="525463" algn="l"/>
              </a:tabLst>
            </a:pPr>
            <a:r>
              <a:rPr kumimoji="1" lang="ko-KR" altLang="en-US" sz="1200" kern="0" spc="-30" dirty="0" err="1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rPr>
              <a:t>승인통지서</a:t>
            </a:r>
            <a:r>
              <a:rPr kumimoji="1" lang="ko-KR" altLang="en-US" sz="1200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rPr>
              <a:t> </a:t>
            </a:r>
            <a:r>
              <a:rPr kumimoji="1" lang="ko-KR" altLang="en-US" sz="1200" kern="0" spc="-30" dirty="0" err="1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rPr>
              <a:t>배포문제</a:t>
            </a:r>
            <a:r>
              <a:rPr kumimoji="1" lang="en-US" altLang="ko-KR" sz="1200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rPr>
              <a:t> </a:t>
            </a:r>
            <a:r>
              <a:rPr kumimoji="1" lang="ko-KR" altLang="en-US" sz="1200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1"/>
                </a:solidFill>
                <a:latin typeface="KoPub돋움체 Medium" pitchFamily="18" charset="-127"/>
                <a:ea typeface="KoPub돋움체 Medium" pitchFamily="18" charset="-127"/>
              </a:rPr>
              <a:t>등 해결해야 할 문제점이 존재</a:t>
            </a:r>
            <a:endParaRPr kumimoji="1" lang="en-US" altLang="ko-KR" sz="1200" kern="0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chemeClr val="tx1"/>
              </a:solidFill>
              <a:latin typeface="KoPub돋움체 Medium" pitchFamily="18" charset="-127"/>
              <a:ea typeface="KoPub돋움체 Medium" pitchFamily="18" charset="-127"/>
            </a:endParaRPr>
          </a:p>
        </p:txBody>
      </p:sp>
      <p:sp>
        <p:nvSpPr>
          <p:cNvPr id="57" name="Rectangle 6">
            <a:extLst>
              <a:ext uri="{FF2B5EF4-FFF2-40B4-BE49-F238E27FC236}">
                <a16:creationId xmlns:a16="http://schemas.microsoft.com/office/drawing/2014/main" id="{8A9EA1D7-3046-409C-8644-CCA038ABE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13" y="383430"/>
            <a:ext cx="531454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 anchor="b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ko-KR" sz="3600" b="0" i="0" u="none" strike="noStrike" kern="1200" cap="none" spc="-49" normalizeH="0" baseline="0" noProof="0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rgbClr val="A9CE56"/>
                </a:solidFill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  <a:cs typeface="+mn-cs"/>
              </a:rPr>
              <a:t>0</a:t>
            </a:r>
            <a:r>
              <a:rPr lang="en-US" altLang="ko-KR" sz="3600" spc="-49" dirty="0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rgbClr val="4B8E42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6</a:t>
            </a:r>
            <a:endParaRPr kumimoji="0" lang="ko-KR" altLang="en-US" sz="3600" b="0" i="0" u="none" strike="noStrike" kern="1200" cap="none" spc="-49" normalizeH="0" baseline="0" noProof="0" dirty="0">
              <a:ln>
                <a:solidFill>
                  <a:srgbClr val="D64E75">
                    <a:alpha val="0"/>
                  </a:srgbClr>
                </a:solidFill>
              </a:ln>
              <a:solidFill>
                <a:srgbClr val="4B8E42"/>
              </a:solidFill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31908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그룹 30">
            <a:extLst>
              <a:ext uri="{FF2B5EF4-FFF2-40B4-BE49-F238E27FC236}">
                <a16:creationId xmlns:a16="http://schemas.microsoft.com/office/drawing/2014/main" id="{250286FF-91D0-4C43-8A6A-C3CC67000F85}"/>
              </a:ext>
            </a:extLst>
          </p:cNvPr>
          <p:cNvGrpSpPr/>
          <p:nvPr/>
        </p:nvGrpSpPr>
        <p:grpSpPr>
          <a:xfrm>
            <a:off x="565201" y="598511"/>
            <a:ext cx="9250762" cy="763806"/>
            <a:chOff x="565201" y="598511"/>
            <a:chExt cx="9250762" cy="763806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D277BAF4-FB86-4416-9702-1AB832F9C81A}"/>
                </a:ext>
              </a:extLst>
            </p:cNvPr>
            <p:cNvGrpSpPr/>
            <p:nvPr/>
          </p:nvGrpSpPr>
          <p:grpSpPr>
            <a:xfrm>
              <a:off x="565201" y="598511"/>
              <a:ext cx="8796202" cy="763806"/>
              <a:chOff x="565201" y="598511"/>
              <a:chExt cx="8796202" cy="763806"/>
            </a:xfrm>
          </p:grpSpPr>
          <p:sp>
            <p:nvSpPr>
              <p:cNvPr id="60" name="Rectangle 6">
                <a:extLst>
                  <a:ext uri="{FF2B5EF4-FFF2-40B4-BE49-F238E27FC236}">
                    <a16:creationId xmlns:a16="http://schemas.microsoft.com/office/drawing/2014/main" id="{AC352C42-6015-41C4-A05F-F5B59860C4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6235" y="598511"/>
                <a:ext cx="4423515" cy="3077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 anchor="b">
                <a:spAutoFit/>
              </a:bodyPr>
              <a:lstStyle/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itchFamily="2" charset="2"/>
                  <a:buNone/>
                  <a:tabLst/>
                  <a:defRPr/>
                </a:pPr>
                <a:r>
                  <a:rPr lang="ko-KR" altLang="en-US" sz="2000" spc="-49" dirty="0">
                    <a:ln>
                      <a:solidFill>
                        <a:srgbClr val="D64E75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기존 </a:t>
                </a:r>
                <a:r>
                  <a:rPr lang="ko-KR" altLang="en-US" sz="2000" spc="-49" dirty="0" err="1">
                    <a:ln>
                      <a:solidFill>
                        <a:srgbClr val="D64E75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살생물물질</a:t>
                </a:r>
                <a:r>
                  <a:rPr lang="ko-KR" altLang="en-US" sz="2000" spc="-49" dirty="0">
                    <a:ln>
                      <a:solidFill>
                        <a:srgbClr val="D64E75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 승인신청</a:t>
                </a:r>
                <a:r>
                  <a:rPr lang="en-US" altLang="ko-KR" sz="2000" spc="-49" dirty="0">
                    <a:ln>
                      <a:solidFill>
                        <a:srgbClr val="D64E75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(5)</a:t>
                </a:r>
                <a:endParaRPr kumimoji="0" lang="ko-KR" altLang="en-US" sz="2000" b="0" i="0" u="none" strike="noStrike" kern="1200" cap="none" spc="-49" normalizeH="0" baseline="0" noProof="0" dirty="0">
                  <a:ln>
                    <a:solidFill>
                      <a:srgbClr val="D64E75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endParaRPr>
              </a:p>
            </p:txBody>
          </p:sp>
          <p:grpSp>
            <p:nvGrpSpPr>
              <p:cNvPr id="61" name="그룹 60">
                <a:extLst>
                  <a:ext uri="{FF2B5EF4-FFF2-40B4-BE49-F238E27FC236}">
                    <a16:creationId xmlns:a16="http://schemas.microsoft.com/office/drawing/2014/main" id="{74D6BEF5-3BF9-4AA3-B7E4-4272E12B19FE}"/>
                  </a:ext>
                </a:extLst>
              </p:cNvPr>
              <p:cNvGrpSpPr/>
              <p:nvPr/>
            </p:nvGrpSpPr>
            <p:grpSpPr>
              <a:xfrm>
                <a:off x="565201" y="1123003"/>
                <a:ext cx="8796202" cy="239314"/>
                <a:chOff x="1283748" y="1193940"/>
                <a:chExt cx="8796202" cy="239314"/>
              </a:xfrm>
            </p:grpSpPr>
            <p:sp>
              <p:nvSpPr>
                <p:cNvPr id="62" name="Freeform 31">
                  <a:extLst>
                    <a:ext uri="{FF2B5EF4-FFF2-40B4-BE49-F238E27FC236}">
                      <a16:creationId xmlns:a16="http://schemas.microsoft.com/office/drawing/2014/main" id="{73EE3838-E26E-4FD7-8A6B-B957D865140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283748" y="1193940"/>
                  <a:ext cx="240252" cy="239314"/>
                </a:xfrm>
                <a:custGeom>
                  <a:avLst/>
                  <a:gdLst>
                    <a:gd name="T0" fmla="*/ 96 w 192"/>
                    <a:gd name="T1" fmla="*/ 0 h 191"/>
                    <a:gd name="T2" fmla="*/ 0 w 192"/>
                    <a:gd name="T3" fmla="*/ 95 h 191"/>
                    <a:gd name="T4" fmla="*/ 96 w 192"/>
                    <a:gd name="T5" fmla="*/ 191 h 191"/>
                    <a:gd name="T6" fmla="*/ 192 w 192"/>
                    <a:gd name="T7" fmla="*/ 95 h 191"/>
                    <a:gd name="T8" fmla="*/ 96 w 192"/>
                    <a:gd name="T9" fmla="*/ 0 h 191"/>
                    <a:gd name="T10" fmla="*/ 156 w 192"/>
                    <a:gd name="T11" fmla="*/ 73 h 191"/>
                    <a:gd name="T12" fmla="*/ 86 w 192"/>
                    <a:gd name="T13" fmla="*/ 142 h 191"/>
                    <a:gd name="T14" fmla="*/ 77 w 192"/>
                    <a:gd name="T15" fmla="*/ 145 h 191"/>
                    <a:gd name="T16" fmla="*/ 68 w 192"/>
                    <a:gd name="T17" fmla="*/ 142 h 191"/>
                    <a:gd name="T18" fmla="*/ 37 w 192"/>
                    <a:gd name="T19" fmla="*/ 110 h 191"/>
                    <a:gd name="T20" fmla="*/ 37 w 192"/>
                    <a:gd name="T21" fmla="*/ 92 h 191"/>
                    <a:gd name="T22" fmla="*/ 55 w 192"/>
                    <a:gd name="T23" fmla="*/ 92 h 191"/>
                    <a:gd name="T24" fmla="*/ 77 w 192"/>
                    <a:gd name="T25" fmla="*/ 115 h 191"/>
                    <a:gd name="T26" fmla="*/ 138 w 192"/>
                    <a:gd name="T27" fmla="*/ 55 h 191"/>
                    <a:gd name="T28" fmla="*/ 156 w 192"/>
                    <a:gd name="T29" fmla="*/ 55 h 191"/>
                    <a:gd name="T30" fmla="*/ 156 w 192"/>
                    <a:gd name="T31" fmla="*/ 73 h 1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192" h="191">
                      <a:moveTo>
                        <a:pt x="96" y="0"/>
                      </a:moveTo>
                      <a:cubicBezTo>
                        <a:pt x="43" y="0"/>
                        <a:pt x="0" y="42"/>
                        <a:pt x="0" y="95"/>
                      </a:cubicBezTo>
                      <a:cubicBezTo>
                        <a:pt x="0" y="148"/>
                        <a:pt x="43" y="191"/>
                        <a:pt x="96" y="191"/>
                      </a:cubicBezTo>
                      <a:cubicBezTo>
                        <a:pt x="149" y="191"/>
                        <a:pt x="192" y="148"/>
                        <a:pt x="192" y="95"/>
                      </a:cubicBezTo>
                      <a:cubicBezTo>
                        <a:pt x="192" y="42"/>
                        <a:pt x="149" y="0"/>
                        <a:pt x="96" y="0"/>
                      </a:cubicBezTo>
                      <a:close/>
                      <a:moveTo>
                        <a:pt x="156" y="73"/>
                      </a:moveTo>
                      <a:cubicBezTo>
                        <a:pt x="86" y="142"/>
                        <a:pt x="86" y="142"/>
                        <a:pt x="86" y="142"/>
                      </a:cubicBezTo>
                      <a:cubicBezTo>
                        <a:pt x="84" y="144"/>
                        <a:pt x="81" y="145"/>
                        <a:pt x="77" y="145"/>
                      </a:cubicBezTo>
                      <a:cubicBezTo>
                        <a:pt x="74" y="145"/>
                        <a:pt x="71" y="144"/>
                        <a:pt x="68" y="142"/>
                      </a:cubicBezTo>
                      <a:cubicBezTo>
                        <a:pt x="37" y="110"/>
                        <a:pt x="37" y="110"/>
                        <a:pt x="37" y="110"/>
                      </a:cubicBezTo>
                      <a:cubicBezTo>
                        <a:pt x="32" y="105"/>
                        <a:pt x="32" y="97"/>
                        <a:pt x="37" y="92"/>
                      </a:cubicBezTo>
                      <a:cubicBezTo>
                        <a:pt x="42" y="87"/>
                        <a:pt x="50" y="87"/>
                        <a:pt x="55" y="92"/>
                      </a:cubicBezTo>
                      <a:cubicBezTo>
                        <a:pt x="77" y="115"/>
                        <a:pt x="77" y="115"/>
                        <a:pt x="77" y="115"/>
                      </a:cubicBezTo>
                      <a:cubicBezTo>
                        <a:pt x="138" y="55"/>
                        <a:pt x="138" y="55"/>
                        <a:pt x="138" y="55"/>
                      </a:cubicBezTo>
                      <a:cubicBezTo>
                        <a:pt x="143" y="50"/>
                        <a:pt x="151" y="50"/>
                        <a:pt x="156" y="55"/>
                      </a:cubicBezTo>
                      <a:cubicBezTo>
                        <a:pt x="161" y="60"/>
                        <a:pt x="161" y="68"/>
                        <a:pt x="156" y="7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92F256F7-5BEA-46B9-9462-EECE20BB170E}"/>
                    </a:ext>
                  </a:extLst>
                </p:cNvPr>
                <p:cNvSpPr txBox="1"/>
                <p:nvPr/>
              </p:nvSpPr>
              <p:spPr>
                <a:xfrm>
                  <a:off x="1627315" y="1205875"/>
                  <a:ext cx="8452635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altLang="ko-KR" sz="1400" b="1" noProof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rgbClr val="FFFF00"/>
                      </a:solidFill>
                      <a:latin typeface="+mj-ea"/>
                      <a:ea typeface="+mj-ea"/>
                    </a:rPr>
                    <a:t>2021</a:t>
                  </a:r>
                  <a:r>
                    <a:rPr lang="ko-KR" altLang="en-US" sz="1400" b="1" noProof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rgbClr val="FFFF00"/>
                      </a:solidFill>
                      <a:latin typeface="+mj-ea"/>
                      <a:ea typeface="+mj-ea"/>
                    </a:rPr>
                    <a:t>년 </a:t>
                  </a:r>
                  <a:r>
                    <a:rPr lang="en-US" altLang="ko-KR" sz="1400" b="1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rgbClr val="FFFF00"/>
                      </a:solidFill>
                      <a:latin typeface="+mj-ea"/>
                      <a:ea typeface="+mj-ea"/>
                    </a:rPr>
                    <a:t>1</a:t>
                  </a:r>
                  <a:r>
                    <a:rPr lang="ko-KR" altLang="en-US" sz="1400" b="1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rgbClr val="FFFF00"/>
                      </a:solidFill>
                      <a:latin typeface="+mj-ea"/>
                      <a:ea typeface="+mj-ea"/>
                    </a:rPr>
                    <a:t>월 선임해임 시행 이후 기존 살생물물질 신고</a:t>
                  </a:r>
                  <a:r>
                    <a:rPr lang="en-US" altLang="ko-KR" sz="1400" b="1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rgbClr val="FFFF00"/>
                      </a:solidFill>
                      <a:latin typeface="+mj-ea"/>
                      <a:ea typeface="+mj-ea"/>
                    </a:rPr>
                    <a:t>, </a:t>
                  </a:r>
                  <a:r>
                    <a:rPr lang="ko-KR" altLang="en-US" sz="1400" b="1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rgbClr val="FFFF00"/>
                      </a:solidFill>
                      <a:latin typeface="+mj-ea"/>
                      <a:ea typeface="+mj-ea"/>
                    </a:rPr>
                    <a:t>물질승인신청계획서</a:t>
                  </a:r>
                  <a:r>
                    <a:rPr lang="en-US" altLang="ko-KR" sz="1400" b="1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rgbClr val="FFFF00"/>
                      </a:solidFill>
                      <a:latin typeface="+mj-ea"/>
                      <a:ea typeface="+mj-ea"/>
                    </a:rPr>
                    <a:t>, </a:t>
                  </a:r>
                  <a:r>
                    <a:rPr lang="ko-KR" altLang="en-US" sz="1400" b="1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srgbClr val="FFFF00"/>
                      </a:solidFill>
                      <a:latin typeface="+mj-ea"/>
                      <a:ea typeface="+mj-ea"/>
                    </a:rPr>
                    <a:t>공동협의체 구성 절차 및 방법 수행사 제안</a:t>
                  </a:r>
                  <a:endParaRPr kumimoji="0" lang="ko-KR" altLang="en-US" sz="1400" b="1" i="0" u="none" strike="noStrike" kern="1200" cap="none" spc="0" normalizeH="0" baseline="0" noProof="0" dirty="0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+mj-ea"/>
                    <a:ea typeface="+mj-ea"/>
                    <a:cs typeface="+mn-cs"/>
                  </a:endParaRPr>
                </a:p>
              </p:txBody>
            </p:sp>
          </p:grpSp>
        </p:grp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28061A1D-5541-4FF3-BEB4-8C892FA0F642}"/>
                </a:ext>
              </a:extLst>
            </p:cNvPr>
            <p:cNvGrpSpPr/>
            <p:nvPr/>
          </p:nvGrpSpPr>
          <p:grpSpPr>
            <a:xfrm>
              <a:off x="8934005" y="699034"/>
              <a:ext cx="881958" cy="245691"/>
              <a:chOff x="8458455" y="782973"/>
              <a:chExt cx="881958" cy="245691"/>
            </a:xfrm>
          </p:grpSpPr>
          <p:grpSp>
            <p:nvGrpSpPr>
              <p:cNvPr id="34" name="그룹 33">
                <a:extLst>
                  <a:ext uri="{FF2B5EF4-FFF2-40B4-BE49-F238E27FC236}">
                    <a16:creationId xmlns:a16="http://schemas.microsoft.com/office/drawing/2014/main" id="{F30FD26E-0958-4BE7-937E-0350C66D6C7A}"/>
                  </a:ext>
                </a:extLst>
              </p:cNvPr>
              <p:cNvGrpSpPr/>
              <p:nvPr/>
            </p:nvGrpSpPr>
            <p:grpSpPr>
              <a:xfrm>
                <a:off x="8697949" y="782973"/>
                <a:ext cx="163476" cy="245691"/>
                <a:chOff x="8658927" y="782973"/>
                <a:chExt cx="163476" cy="245691"/>
              </a:xfrm>
            </p:grpSpPr>
            <p:sp>
              <p:nvSpPr>
                <p:cNvPr id="44" name="사각형: 둥근 위쪽 모서리 43">
                  <a:extLst>
                    <a:ext uri="{FF2B5EF4-FFF2-40B4-BE49-F238E27FC236}">
                      <a16:creationId xmlns:a16="http://schemas.microsoft.com/office/drawing/2014/main" id="{0ACFC5AA-E705-4466-ACC8-776E2596F441}"/>
                    </a:ext>
                  </a:extLst>
                </p:cNvPr>
                <p:cNvSpPr/>
                <p:nvPr/>
              </p:nvSpPr>
              <p:spPr>
                <a:xfrm>
                  <a:off x="8658927" y="956664"/>
                  <a:ext cx="163476" cy="72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rgbClr val="66B35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58" name="직사각형 57">
                  <a:extLst>
                    <a:ext uri="{FF2B5EF4-FFF2-40B4-BE49-F238E27FC236}">
                      <a16:creationId xmlns:a16="http://schemas.microsoft.com/office/drawing/2014/main" id="{A354ED15-3D73-4E95-A2EB-18D813D3ECED}"/>
                    </a:ext>
                  </a:extLst>
                </p:cNvPr>
                <p:cNvSpPr/>
                <p:nvPr/>
              </p:nvSpPr>
              <p:spPr>
                <a:xfrm>
                  <a:off x="8658927" y="782973"/>
                  <a:ext cx="163476" cy="14933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00" b="0" i="0" u="none" strike="noStrike" kern="0" cap="none" spc="-30" normalizeH="0" baseline="0" noProof="0" dirty="0">
                      <a:ln w="3175">
                        <a:solidFill>
                          <a:prstClr val="white">
                            <a:lumMod val="75000"/>
                            <a:alpha val="0"/>
                          </a:prstClr>
                        </a:solidFill>
                      </a:ln>
                      <a:solidFill>
                        <a:srgbClr val="4B8E42"/>
                      </a:solidFill>
                      <a:effectLst/>
                      <a:uLnTx/>
                      <a:uFillTx/>
                      <a:latin typeface="KoPub바탕체 Medium" panose="00000600000000000000" pitchFamily="2" charset="-127"/>
                      <a:ea typeface="KoPub바탕체 Medium" panose="00000600000000000000" pitchFamily="2" charset="-127"/>
                      <a:cs typeface="+mn-cs"/>
                    </a:rPr>
                    <a:t>Ⅱ</a:t>
                  </a:r>
                  <a:endParaRPr kumimoji="0" lang="ko-KR" altLang="en-US" sz="10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srgbClr val="4B8E42"/>
                    </a:solidFill>
                    <a:effectLst/>
                    <a:uLnTx/>
                    <a:uFillTx/>
                    <a:latin typeface="KoPub바탕체 Medium" panose="00000600000000000000" pitchFamily="2" charset="-127"/>
                    <a:ea typeface="KoPub바탕체 Medium" panose="00000600000000000000" pitchFamily="2" charset="-127"/>
                    <a:cs typeface="+mn-cs"/>
                  </a:endParaRPr>
                </a:p>
              </p:txBody>
            </p:sp>
          </p:grpSp>
          <p:grpSp>
            <p:nvGrpSpPr>
              <p:cNvPr id="35" name="그룹 34">
                <a:extLst>
                  <a:ext uri="{FF2B5EF4-FFF2-40B4-BE49-F238E27FC236}">
                    <a16:creationId xmlns:a16="http://schemas.microsoft.com/office/drawing/2014/main" id="{26ACEB8C-6E03-4863-A7A4-3BC3CEB11C32}"/>
                  </a:ext>
                </a:extLst>
              </p:cNvPr>
              <p:cNvGrpSpPr/>
              <p:nvPr/>
            </p:nvGrpSpPr>
            <p:grpSpPr>
              <a:xfrm>
                <a:off x="8458455" y="782973"/>
                <a:ext cx="163476" cy="245691"/>
                <a:chOff x="8458455" y="782973"/>
                <a:chExt cx="163476" cy="245691"/>
              </a:xfrm>
            </p:grpSpPr>
            <p:sp>
              <p:nvSpPr>
                <p:cNvPr id="42" name="사각형: 둥근 위쪽 모서리 41">
                  <a:extLst>
                    <a:ext uri="{FF2B5EF4-FFF2-40B4-BE49-F238E27FC236}">
                      <a16:creationId xmlns:a16="http://schemas.microsoft.com/office/drawing/2014/main" id="{FE1C1CA9-E907-4258-B1CD-F41BB1456DB3}"/>
                    </a:ext>
                  </a:extLst>
                </p:cNvPr>
                <p:cNvSpPr/>
                <p:nvPr/>
              </p:nvSpPr>
              <p:spPr>
                <a:xfrm>
                  <a:off x="8458455" y="956664"/>
                  <a:ext cx="163476" cy="72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43" name="직사각형 42">
                  <a:extLst>
                    <a:ext uri="{FF2B5EF4-FFF2-40B4-BE49-F238E27FC236}">
                      <a16:creationId xmlns:a16="http://schemas.microsoft.com/office/drawing/2014/main" id="{B366C2DA-8481-4B43-A2F3-3BDCD266FFB1}"/>
                    </a:ext>
                  </a:extLst>
                </p:cNvPr>
                <p:cNvSpPr/>
                <p:nvPr/>
              </p:nvSpPr>
              <p:spPr>
                <a:xfrm>
                  <a:off x="8458455" y="782973"/>
                  <a:ext cx="163476" cy="14933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0" cap="none" spc="-30" normalizeH="0" baseline="0" noProof="0" dirty="0">
                      <a:ln w="3175">
                        <a:solidFill>
                          <a:prstClr val="white">
                            <a:lumMod val="75000"/>
                            <a:alpha val="0"/>
                          </a:prstClr>
                        </a:solidFill>
                      </a:ln>
                      <a:solidFill>
                        <a:prstClr val="white">
                          <a:lumMod val="75000"/>
                        </a:prstClr>
                      </a:solidFill>
                      <a:effectLst/>
                      <a:uLnTx/>
                      <a:uFillTx/>
                      <a:latin typeface="KoPub바탕체 Light" panose="00000300000000000000" pitchFamily="2" charset="-127"/>
                      <a:ea typeface="KoPub바탕체 Light" panose="00000300000000000000" pitchFamily="2" charset="-127"/>
                      <a:cs typeface="+mn-cs"/>
                    </a:rPr>
                    <a:t>Ⅰ</a:t>
                  </a:r>
                  <a:endParaRPr kumimoji="0" lang="ko-KR" altLang="en-US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endParaRPr>
                </a:p>
              </p:txBody>
            </p:sp>
          </p:grpSp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122E0346-086D-4809-A62F-39C65F358112}"/>
                  </a:ext>
                </a:extLst>
              </p:cNvPr>
              <p:cNvGrpSpPr/>
              <p:nvPr/>
            </p:nvGrpSpPr>
            <p:grpSpPr>
              <a:xfrm>
                <a:off x="9176937" y="782973"/>
                <a:ext cx="163476" cy="245691"/>
                <a:chOff x="9059871" y="782973"/>
                <a:chExt cx="163476" cy="245691"/>
              </a:xfrm>
            </p:grpSpPr>
            <p:sp>
              <p:nvSpPr>
                <p:cNvPr id="40" name="사각형: 둥근 위쪽 모서리 39">
                  <a:extLst>
                    <a:ext uri="{FF2B5EF4-FFF2-40B4-BE49-F238E27FC236}">
                      <a16:creationId xmlns:a16="http://schemas.microsoft.com/office/drawing/2014/main" id="{DC7FE71B-6330-4A14-8680-F52DC38022CF}"/>
                    </a:ext>
                  </a:extLst>
                </p:cNvPr>
                <p:cNvSpPr/>
                <p:nvPr/>
              </p:nvSpPr>
              <p:spPr>
                <a:xfrm>
                  <a:off x="9059871" y="956664"/>
                  <a:ext cx="163476" cy="72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41" name="직사각형 40">
                  <a:extLst>
                    <a:ext uri="{FF2B5EF4-FFF2-40B4-BE49-F238E27FC236}">
                      <a16:creationId xmlns:a16="http://schemas.microsoft.com/office/drawing/2014/main" id="{7E0E38FB-D78C-4D26-BFC3-9C58E922ED8D}"/>
                    </a:ext>
                  </a:extLst>
                </p:cNvPr>
                <p:cNvSpPr/>
                <p:nvPr/>
              </p:nvSpPr>
              <p:spPr>
                <a:xfrm>
                  <a:off x="9059871" y="782973"/>
                  <a:ext cx="163476" cy="14933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0" cap="none" spc="-30" normalizeH="0" baseline="0" noProof="0" dirty="0">
                      <a:ln w="3175">
                        <a:solidFill>
                          <a:prstClr val="white">
                            <a:lumMod val="75000"/>
                            <a:alpha val="0"/>
                          </a:prstClr>
                        </a:solidFill>
                      </a:ln>
                      <a:solidFill>
                        <a:prstClr val="white">
                          <a:lumMod val="75000"/>
                        </a:prstClr>
                      </a:solidFill>
                      <a:effectLst/>
                      <a:uLnTx/>
                      <a:uFillTx/>
                      <a:latin typeface="KoPub바탕체 Light" panose="00000300000000000000" pitchFamily="2" charset="-127"/>
                      <a:ea typeface="KoPub바탕체 Light" panose="00000300000000000000" pitchFamily="2" charset="-127"/>
                      <a:cs typeface="+mn-cs"/>
                    </a:rPr>
                    <a:t>Ⅳ</a:t>
                  </a:r>
                  <a:endParaRPr kumimoji="0" lang="ko-KR" altLang="en-US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endParaRPr>
                </a:p>
              </p:txBody>
            </p:sp>
          </p:grp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4AD7B291-FC38-4497-9E25-49FA78B668C8}"/>
                  </a:ext>
                </a:extLst>
              </p:cNvPr>
              <p:cNvGrpSpPr/>
              <p:nvPr/>
            </p:nvGrpSpPr>
            <p:grpSpPr>
              <a:xfrm>
                <a:off x="8937443" y="782973"/>
                <a:ext cx="163476" cy="245691"/>
                <a:chOff x="8859399" y="782973"/>
                <a:chExt cx="163476" cy="245691"/>
              </a:xfrm>
            </p:grpSpPr>
            <p:sp>
              <p:nvSpPr>
                <p:cNvPr id="38" name="사각형: 둥근 위쪽 모서리 37">
                  <a:extLst>
                    <a:ext uri="{FF2B5EF4-FFF2-40B4-BE49-F238E27FC236}">
                      <a16:creationId xmlns:a16="http://schemas.microsoft.com/office/drawing/2014/main" id="{D4713393-CFC2-4122-877E-3034FE85FCDB}"/>
                    </a:ext>
                  </a:extLst>
                </p:cNvPr>
                <p:cNvSpPr/>
                <p:nvPr/>
              </p:nvSpPr>
              <p:spPr>
                <a:xfrm>
                  <a:off x="8859399" y="956664"/>
                  <a:ext cx="163476" cy="72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39" name="직사각형 38">
                  <a:extLst>
                    <a:ext uri="{FF2B5EF4-FFF2-40B4-BE49-F238E27FC236}">
                      <a16:creationId xmlns:a16="http://schemas.microsoft.com/office/drawing/2014/main" id="{1564775C-D34F-46E6-9891-2890F6AC79E1}"/>
                    </a:ext>
                  </a:extLst>
                </p:cNvPr>
                <p:cNvSpPr/>
                <p:nvPr/>
              </p:nvSpPr>
              <p:spPr>
                <a:xfrm>
                  <a:off x="8859399" y="782973"/>
                  <a:ext cx="163476" cy="14933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0" cap="none" spc="-30" normalizeH="0" baseline="0" noProof="0" dirty="0">
                      <a:ln w="3175">
                        <a:solidFill>
                          <a:prstClr val="white">
                            <a:lumMod val="75000"/>
                            <a:alpha val="0"/>
                          </a:prstClr>
                        </a:solidFill>
                      </a:ln>
                      <a:solidFill>
                        <a:prstClr val="white">
                          <a:lumMod val="75000"/>
                        </a:prstClr>
                      </a:solidFill>
                      <a:effectLst/>
                      <a:uLnTx/>
                      <a:uFillTx/>
                      <a:latin typeface="KoPub바탕체 Light" panose="00000300000000000000" pitchFamily="2" charset="-127"/>
                      <a:ea typeface="KoPub바탕체 Light" panose="00000300000000000000" pitchFamily="2" charset="-127"/>
                      <a:cs typeface="+mn-cs"/>
                    </a:rPr>
                    <a:t>Ⅲ</a:t>
                  </a:r>
                  <a:endParaRPr kumimoji="0" lang="ko-KR" altLang="en-US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endParaRPr>
                </a:p>
              </p:txBody>
            </p:sp>
          </p:grpSp>
        </p:grpSp>
      </p:grp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D5F7F7A7-B553-4855-BD64-517A14FE9DC8}"/>
              </a:ext>
            </a:extLst>
          </p:cNvPr>
          <p:cNvGrpSpPr/>
          <p:nvPr/>
        </p:nvGrpSpPr>
        <p:grpSpPr>
          <a:xfrm>
            <a:off x="927962" y="2933341"/>
            <a:ext cx="602004" cy="630218"/>
            <a:chOff x="1861412" y="4001370"/>
            <a:chExt cx="602004" cy="630218"/>
          </a:xfrm>
        </p:grpSpPr>
        <p:pic>
          <p:nvPicPr>
            <p:cNvPr id="97" name="그림 96">
              <a:extLst>
                <a:ext uri="{FF2B5EF4-FFF2-40B4-BE49-F238E27FC236}">
                  <a16:creationId xmlns:a16="http://schemas.microsoft.com/office/drawing/2014/main" id="{34032E27-94B1-4842-8657-3CD6746B0C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61412" y="4001370"/>
              <a:ext cx="602004" cy="519068"/>
            </a:xfrm>
            <a:prstGeom prst="rect">
              <a:avLst/>
            </a:prstGeom>
          </p:spPr>
        </p:pic>
        <p:sp>
          <p:nvSpPr>
            <p:cNvPr id="98" name="Text Box 148">
              <a:extLst>
                <a:ext uri="{FF2B5EF4-FFF2-40B4-BE49-F238E27FC236}">
                  <a16:creationId xmlns:a16="http://schemas.microsoft.com/office/drawing/2014/main" id="{C6C8641A-F520-4681-AEC9-978087933B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0664" y="4470005"/>
              <a:ext cx="331822" cy="161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algn="ctr" latinLnBrk="0">
                <a:defRPr kumimoji="1" sz="800" spc="-5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itchFamily="18" charset="-127"/>
                  <a:ea typeface="KoPub돋움체 Light" pitchFamily="18" charset="-127"/>
                </a:defRPr>
              </a:lvl1pPr>
              <a:lvl2pPr marL="742950" indent="-28575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50" b="0" i="0" u="none" strike="noStrike" kern="1200" cap="none" spc="-50" normalizeH="0" baseline="0" noProof="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톨루엔</a:t>
              </a:r>
              <a:endParaRPr kumimoji="1" lang="ko-KR" altLang="en-US" sz="1050" b="0" i="0" u="none" strike="noStrike" kern="1200" cap="none" spc="-50" normalizeH="0" baseline="0" noProof="0" dirty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sp>
        <p:nvSpPr>
          <p:cNvPr id="99" name="모서리가 둥근 직사각형 547">
            <a:extLst>
              <a:ext uri="{FF2B5EF4-FFF2-40B4-BE49-F238E27FC236}">
                <a16:creationId xmlns:a16="http://schemas.microsoft.com/office/drawing/2014/main" id="{504FC19C-3F8E-4B8D-9FE3-56DF03CD1F48}"/>
              </a:ext>
            </a:extLst>
          </p:cNvPr>
          <p:cNvSpPr/>
          <p:nvPr/>
        </p:nvSpPr>
        <p:spPr>
          <a:xfrm>
            <a:off x="2025614" y="2405434"/>
            <a:ext cx="664843" cy="231237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</a:pPr>
            <a:r>
              <a:rPr kumimoji="1" lang="en-US" altLang="ko-KR" sz="11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1. </a:t>
            </a:r>
            <a:r>
              <a:rPr kumimoji="1" lang="ko-KR" altLang="en-US" sz="1100" b="1" kern="0" spc="-8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살균제</a:t>
            </a:r>
          </a:p>
        </p:txBody>
      </p:sp>
      <p:sp>
        <p:nvSpPr>
          <p:cNvPr id="100" name="모서리가 둥근 직사각형 547">
            <a:extLst>
              <a:ext uri="{FF2B5EF4-FFF2-40B4-BE49-F238E27FC236}">
                <a16:creationId xmlns:a16="http://schemas.microsoft.com/office/drawing/2014/main" id="{F5294BED-0475-4B84-B4C3-753A84379529}"/>
              </a:ext>
            </a:extLst>
          </p:cNvPr>
          <p:cNvSpPr/>
          <p:nvPr/>
        </p:nvSpPr>
        <p:spPr>
          <a:xfrm>
            <a:off x="2025614" y="2753536"/>
            <a:ext cx="664843" cy="231237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latinLnBrk="0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  <a:defRPr/>
            </a:pPr>
            <a:r>
              <a:rPr kumimoji="1" lang="en-US" altLang="ko-KR" sz="1100" b="1" kern="0" spc="-8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2. </a:t>
            </a:r>
            <a:r>
              <a:rPr kumimoji="1" lang="ko-KR" altLang="en-US" sz="1100" b="1" kern="0" spc="-80" dirty="0" err="1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살조제</a:t>
            </a:r>
            <a:endParaRPr kumimoji="1" lang="ko-KR" altLang="en-US" sz="1100" b="1" kern="0" spc="-8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01" name="모서리가 둥근 직사각형 547">
            <a:extLst>
              <a:ext uri="{FF2B5EF4-FFF2-40B4-BE49-F238E27FC236}">
                <a16:creationId xmlns:a16="http://schemas.microsoft.com/office/drawing/2014/main" id="{FE3BA9C8-254C-4425-8184-D982198E9DD7}"/>
              </a:ext>
            </a:extLst>
          </p:cNvPr>
          <p:cNvSpPr/>
          <p:nvPr/>
        </p:nvSpPr>
        <p:spPr>
          <a:xfrm>
            <a:off x="2025614" y="3109679"/>
            <a:ext cx="664843" cy="231237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latinLnBrk="0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  <a:defRPr/>
            </a:pPr>
            <a:r>
              <a:rPr kumimoji="1" lang="en-US" altLang="ko-KR" sz="1100" b="1" kern="0" spc="-8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---</a:t>
            </a:r>
            <a:endParaRPr kumimoji="1" lang="ko-KR" altLang="en-US" sz="1100" b="1" kern="0" spc="-8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02" name="모서리가 둥근 직사각형 547">
            <a:extLst>
              <a:ext uri="{FF2B5EF4-FFF2-40B4-BE49-F238E27FC236}">
                <a16:creationId xmlns:a16="http://schemas.microsoft.com/office/drawing/2014/main" id="{8E4F5C05-AFF6-4030-AF9E-BDCC43BC4138}"/>
              </a:ext>
            </a:extLst>
          </p:cNvPr>
          <p:cNvSpPr/>
          <p:nvPr/>
        </p:nvSpPr>
        <p:spPr>
          <a:xfrm>
            <a:off x="2025613" y="3446772"/>
            <a:ext cx="664843" cy="231237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latinLnBrk="0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  <a:defRPr/>
            </a:pPr>
            <a:r>
              <a:rPr kumimoji="1" lang="en-US" altLang="ko-KR" sz="1100" b="1" kern="0" spc="-8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15</a:t>
            </a:r>
            <a:r>
              <a:rPr kumimoji="1" lang="ko-KR" altLang="en-US" sz="1100" b="1" kern="0" spc="-8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개 유형</a:t>
            </a:r>
          </a:p>
        </p:txBody>
      </p:sp>
      <p:cxnSp>
        <p:nvCxnSpPr>
          <p:cNvPr id="103" name="연결선: 꺾임 102">
            <a:extLst>
              <a:ext uri="{FF2B5EF4-FFF2-40B4-BE49-F238E27FC236}">
                <a16:creationId xmlns:a16="http://schemas.microsoft.com/office/drawing/2014/main" id="{F18F53D3-2F86-4805-BF1C-6D042C8627EB}"/>
              </a:ext>
            </a:extLst>
          </p:cNvPr>
          <p:cNvCxnSpPr>
            <a:cxnSpLocks/>
            <a:stCxn id="97" idx="3"/>
            <a:endCxn id="99" idx="1"/>
          </p:cNvCxnSpPr>
          <p:nvPr/>
        </p:nvCxnSpPr>
        <p:spPr>
          <a:xfrm flipV="1">
            <a:off x="1529966" y="2521053"/>
            <a:ext cx="495648" cy="671822"/>
          </a:xfrm>
          <a:prstGeom prst="bentConnector3">
            <a:avLst>
              <a:gd name="adj1" fmla="val 50000"/>
            </a:avLst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연결선: 꺾임 103">
            <a:extLst>
              <a:ext uri="{FF2B5EF4-FFF2-40B4-BE49-F238E27FC236}">
                <a16:creationId xmlns:a16="http://schemas.microsoft.com/office/drawing/2014/main" id="{17CF9A03-0A76-403A-8A5F-6F37585BBBC0}"/>
              </a:ext>
            </a:extLst>
          </p:cNvPr>
          <p:cNvCxnSpPr>
            <a:stCxn id="97" idx="3"/>
            <a:endCxn id="100" idx="1"/>
          </p:cNvCxnSpPr>
          <p:nvPr/>
        </p:nvCxnSpPr>
        <p:spPr>
          <a:xfrm flipV="1">
            <a:off x="1529966" y="2869155"/>
            <a:ext cx="495648" cy="323720"/>
          </a:xfrm>
          <a:prstGeom prst="bentConnector3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연결선: 꺾임 104">
            <a:extLst>
              <a:ext uri="{FF2B5EF4-FFF2-40B4-BE49-F238E27FC236}">
                <a16:creationId xmlns:a16="http://schemas.microsoft.com/office/drawing/2014/main" id="{C5935D72-E232-4015-B073-8AA51947FC09}"/>
              </a:ext>
            </a:extLst>
          </p:cNvPr>
          <p:cNvCxnSpPr>
            <a:stCxn id="97" idx="3"/>
            <a:endCxn id="101" idx="1"/>
          </p:cNvCxnSpPr>
          <p:nvPr/>
        </p:nvCxnSpPr>
        <p:spPr>
          <a:xfrm>
            <a:off x="1529966" y="3192875"/>
            <a:ext cx="495648" cy="32423"/>
          </a:xfrm>
          <a:prstGeom prst="bentConnector3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연결선: 꺾임 105">
            <a:extLst>
              <a:ext uri="{FF2B5EF4-FFF2-40B4-BE49-F238E27FC236}">
                <a16:creationId xmlns:a16="http://schemas.microsoft.com/office/drawing/2014/main" id="{2FC782E8-0B2E-4E24-ADF2-5C975C99BE8D}"/>
              </a:ext>
            </a:extLst>
          </p:cNvPr>
          <p:cNvCxnSpPr>
            <a:stCxn id="97" idx="3"/>
            <a:endCxn id="102" idx="1"/>
          </p:cNvCxnSpPr>
          <p:nvPr/>
        </p:nvCxnSpPr>
        <p:spPr>
          <a:xfrm>
            <a:off x="1529966" y="3192875"/>
            <a:ext cx="495647" cy="369516"/>
          </a:xfrm>
          <a:prstGeom prst="bentConnector3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모서리가 둥근 직사각형 547">
            <a:extLst>
              <a:ext uri="{FF2B5EF4-FFF2-40B4-BE49-F238E27FC236}">
                <a16:creationId xmlns:a16="http://schemas.microsoft.com/office/drawing/2014/main" id="{6FA03C9C-4B47-448B-ADD1-D02B1B5B9EA9}"/>
              </a:ext>
            </a:extLst>
          </p:cNvPr>
          <p:cNvSpPr/>
          <p:nvPr/>
        </p:nvSpPr>
        <p:spPr>
          <a:xfrm>
            <a:off x="3159088" y="2405433"/>
            <a:ext cx="664843" cy="231237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</a:pPr>
            <a:r>
              <a:rPr kumimoji="1" lang="ko-KR" altLang="en-US" sz="11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국외제조자</a:t>
            </a:r>
            <a:r>
              <a:rPr kumimoji="1" lang="en-US" altLang="ko-KR" sz="11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</a:t>
            </a:r>
            <a:endParaRPr kumimoji="1" lang="ko-KR" altLang="en-US" sz="1100" b="1" kern="0" spc="-8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09" name="모서리가 둥근 직사각형 547">
            <a:extLst>
              <a:ext uri="{FF2B5EF4-FFF2-40B4-BE49-F238E27FC236}">
                <a16:creationId xmlns:a16="http://schemas.microsoft.com/office/drawing/2014/main" id="{E1CDB958-66B4-4DCF-AE69-F3862D145D92}"/>
              </a:ext>
            </a:extLst>
          </p:cNvPr>
          <p:cNvSpPr/>
          <p:nvPr/>
        </p:nvSpPr>
        <p:spPr>
          <a:xfrm>
            <a:off x="3159088" y="3441405"/>
            <a:ext cx="664843" cy="231237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</a:pPr>
            <a:r>
              <a:rPr kumimoji="1" lang="ko-KR" altLang="en-US" sz="11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국외제조자</a:t>
            </a:r>
            <a:r>
              <a:rPr kumimoji="1" lang="en-US" altLang="ko-KR" sz="11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2</a:t>
            </a:r>
            <a:endParaRPr kumimoji="1" lang="ko-KR" altLang="en-US" sz="1100" b="1" kern="0" spc="-8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10" name="모서리가 둥근 직사각형 547">
            <a:extLst>
              <a:ext uri="{FF2B5EF4-FFF2-40B4-BE49-F238E27FC236}">
                <a16:creationId xmlns:a16="http://schemas.microsoft.com/office/drawing/2014/main" id="{17C49A20-93A3-492B-A38E-2FE14FCB586B}"/>
              </a:ext>
            </a:extLst>
          </p:cNvPr>
          <p:cNvSpPr/>
          <p:nvPr/>
        </p:nvSpPr>
        <p:spPr>
          <a:xfrm>
            <a:off x="3155904" y="4047228"/>
            <a:ext cx="664843" cy="231237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</a:pPr>
            <a:r>
              <a:rPr kumimoji="1" lang="ko-KR" altLang="en-US" sz="11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국외제조자</a:t>
            </a:r>
            <a:r>
              <a:rPr kumimoji="1" lang="en-US" altLang="ko-KR" sz="11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3</a:t>
            </a:r>
            <a:endParaRPr kumimoji="1" lang="ko-KR" altLang="en-US" sz="1100" b="1" kern="0" spc="-8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cxnSp>
        <p:nvCxnSpPr>
          <p:cNvPr id="112" name="직선 화살표 연결선 111">
            <a:extLst>
              <a:ext uri="{FF2B5EF4-FFF2-40B4-BE49-F238E27FC236}">
                <a16:creationId xmlns:a16="http://schemas.microsoft.com/office/drawing/2014/main" id="{A3341DBC-755D-4CDB-B651-227AE23ED6CF}"/>
              </a:ext>
            </a:extLst>
          </p:cNvPr>
          <p:cNvCxnSpPr>
            <a:stCxn id="99" idx="3"/>
            <a:endCxn id="108" idx="1"/>
          </p:cNvCxnSpPr>
          <p:nvPr/>
        </p:nvCxnSpPr>
        <p:spPr>
          <a:xfrm flipV="1">
            <a:off x="2690457" y="2521052"/>
            <a:ext cx="468631" cy="1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연결선: 꺾임 112">
            <a:extLst>
              <a:ext uri="{FF2B5EF4-FFF2-40B4-BE49-F238E27FC236}">
                <a16:creationId xmlns:a16="http://schemas.microsoft.com/office/drawing/2014/main" id="{3B8DC31F-B4CA-41E7-A2DE-FAA3EBFCC801}"/>
              </a:ext>
            </a:extLst>
          </p:cNvPr>
          <p:cNvCxnSpPr>
            <a:stCxn id="99" idx="3"/>
            <a:endCxn id="109" idx="1"/>
          </p:cNvCxnSpPr>
          <p:nvPr/>
        </p:nvCxnSpPr>
        <p:spPr>
          <a:xfrm>
            <a:off x="2690457" y="2521053"/>
            <a:ext cx="468631" cy="1035971"/>
          </a:xfrm>
          <a:prstGeom prst="bentConnector3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연결선: 꺾임 113">
            <a:extLst>
              <a:ext uri="{FF2B5EF4-FFF2-40B4-BE49-F238E27FC236}">
                <a16:creationId xmlns:a16="http://schemas.microsoft.com/office/drawing/2014/main" id="{279A4C43-347F-4037-8D64-B7D334CEE125}"/>
              </a:ext>
            </a:extLst>
          </p:cNvPr>
          <p:cNvCxnSpPr>
            <a:stCxn id="99" idx="3"/>
            <a:endCxn id="110" idx="1"/>
          </p:cNvCxnSpPr>
          <p:nvPr/>
        </p:nvCxnSpPr>
        <p:spPr>
          <a:xfrm>
            <a:off x="2690457" y="2521053"/>
            <a:ext cx="465447" cy="1641794"/>
          </a:xfrm>
          <a:prstGeom prst="bentConnector3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6" name="그룹 155">
            <a:extLst>
              <a:ext uri="{FF2B5EF4-FFF2-40B4-BE49-F238E27FC236}">
                <a16:creationId xmlns:a16="http://schemas.microsoft.com/office/drawing/2014/main" id="{D20147EA-CC9B-4A95-8587-695B3D4384E5}"/>
              </a:ext>
            </a:extLst>
          </p:cNvPr>
          <p:cNvGrpSpPr/>
          <p:nvPr/>
        </p:nvGrpSpPr>
        <p:grpSpPr>
          <a:xfrm>
            <a:off x="4237767" y="1932573"/>
            <a:ext cx="628378" cy="396732"/>
            <a:chOff x="758751" y="2776440"/>
            <a:chExt cx="1481683" cy="850430"/>
          </a:xfrm>
        </p:grpSpPr>
        <p:pic>
          <p:nvPicPr>
            <p:cNvPr id="157" name="그림 156">
              <a:extLst>
                <a:ext uri="{FF2B5EF4-FFF2-40B4-BE49-F238E27FC236}">
                  <a16:creationId xmlns:a16="http://schemas.microsoft.com/office/drawing/2014/main" id="{6C79C1A1-1182-480F-A916-8DCF547B68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35416" y="2776440"/>
              <a:ext cx="551393" cy="530185"/>
            </a:xfrm>
            <a:prstGeom prst="rect">
              <a:avLst/>
            </a:prstGeom>
          </p:spPr>
        </p:pic>
        <p:sp>
          <p:nvSpPr>
            <p:cNvPr id="158" name="Text Box 148">
              <a:extLst>
                <a:ext uri="{FF2B5EF4-FFF2-40B4-BE49-F238E27FC236}">
                  <a16:creationId xmlns:a16="http://schemas.microsoft.com/office/drawing/2014/main" id="{DB0A71AF-DDBC-42E4-BE9D-70EA0CB97D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8751" y="3329985"/>
              <a:ext cx="1481683" cy="2968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ko-KR"/>
              </a:defPPr>
              <a:lvl1pPr algn="ctr" latinLnBrk="0">
                <a:defRPr kumimoji="1" sz="800" spc="-5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itchFamily="18" charset="-127"/>
                  <a:ea typeface="KoPub돋움체 Light" pitchFamily="18" charset="-127"/>
                </a:defRPr>
              </a:lvl1pPr>
              <a:lvl2pPr marL="742950" indent="-28575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1" i="0" u="none" strike="noStrike" kern="1200" cap="none" spc="-50" normalizeH="0" baseline="0" noProof="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schemeClr val="accent2"/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A </a:t>
              </a:r>
              <a:r>
                <a:rPr kumimoji="1" lang="ko-KR" altLang="en-US" sz="900" b="1" i="0" u="none" strike="noStrike" kern="1200" cap="none" spc="-50" normalizeH="0" baseline="0" noProof="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schemeClr val="accent2"/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업체</a:t>
              </a:r>
              <a:r>
                <a:rPr kumimoji="1" lang="en-US" altLang="ko-KR" sz="900" b="1" i="0" u="none" strike="noStrike" kern="1200" cap="none" spc="-50" normalizeH="0" baseline="0" noProof="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schemeClr val="accent2"/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(</a:t>
              </a:r>
              <a:r>
                <a:rPr kumimoji="1" lang="ko-KR" altLang="en-US" sz="900" b="1" i="0" u="none" strike="noStrike" kern="1200" cap="none" spc="-50" normalizeH="0" baseline="0" noProof="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schemeClr val="accent2"/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선임자</a:t>
              </a:r>
              <a:r>
                <a:rPr kumimoji="1" lang="en-US" altLang="ko-KR" sz="900" b="1" i="0" u="none" strike="noStrike" kern="1200" cap="none" spc="-50" normalizeH="0" baseline="0" noProof="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schemeClr val="accent2"/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)</a:t>
              </a:r>
              <a:endParaRPr kumimoji="1" lang="ko-KR" altLang="en-US" sz="900" b="1" i="0" u="none" strike="noStrike" kern="1200" cap="none" spc="-50" normalizeH="0" baseline="0" noProof="0" dirty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accent2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grpSp>
        <p:nvGrpSpPr>
          <p:cNvPr id="165" name="그룹 164">
            <a:extLst>
              <a:ext uri="{FF2B5EF4-FFF2-40B4-BE49-F238E27FC236}">
                <a16:creationId xmlns:a16="http://schemas.microsoft.com/office/drawing/2014/main" id="{7D00DC52-266A-4671-A04E-509A37B46CDA}"/>
              </a:ext>
            </a:extLst>
          </p:cNvPr>
          <p:cNvGrpSpPr/>
          <p:nvPr/>
        </p:nvGrpSpPr>
        <p:grpSpPr>
          <a:xfrm>
            <a:off x="4413372" y="2395055"/>
            <a:ext cx="286938" cy="396732"/>
            <a:chOff x="1161298" y="2776440"/>
            <a:chExt cx="676586" cy="850430"/>
          </a:xfrm>
        </p:grpSpPr>
        <p:pic>
          <p:nvPicPr>
            <p:cNvPr id="166" name="그림 165">
              <a:extLst>
                <a:ext uri="{FF2B5EF4-FFF2-40B4-BE49-F238E27FC236}">
                  <a16:creationId xmlns:a16="http://schemas.microsoft.com/office/drawing/2014/main" id="{5299E62D-57D4-4CED-BD16-9D7454C1F6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35416" y="2776440"/>
              <a:ext cx="551393" cy="530185"/>
            </a:xfrm>
            <a:prstGeom prst="rect">
              <a:avLst/>
            </a:prstGeom>
          </p:spPr>
        </p:pic>
        <p:sp>
          <p:nvSpPr>
            <p:cNvPr id="167" name="Text Box 148">
              <a:extLst>
                <a:ext uri="{FF2B5EF4-FFF2-40B4-BE49-F238E27FC236}">
                  <a16:creationId xmlns:a16="http://schemas.microsoft.com/office/drawing/2014/main" id="{06264950-0C09-4BD6-A8A2-C1B35CAD2E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1298" y="3329985"/>
              <a:ext cx="676586" cy="2968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ko-KR"/>
              </a:defPPr>
              <a:lvl1pPr algn="ctr" latinLnBrk="0">
                <a:defRPr kumimoji="1" sz="800" spc="-5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itchFamily="18" charset="-127"/>
                  <a:ea typeface="KoPub돋움체 Light" pitchFamily="18" charset="-127"/>
                </a:defRPr>
              </a:lvl1pPr>
              <a:lvl2pPr marL="742950" indent="-28575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B</a:t>
              </a:r>
              <a:r>
                <a:rPr kumimoji="1" lang="en-US" altLang="ko-KR" sz="900" b="0" i="0" u="none" strike="noStrike" kern="1200" cap="none" spc="-50" normalizeH="0" baseline="0" noProof="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</a:t>
              </a:r>
              <a:r>
                <a:rPr kumimoji="1" lang="ko-KR" altLang="en-US" sz="900" b="0" i="0" u="none" strike="noStrike" kern="1200" cap="none" spc="-50" normalizeH="0" baseline="0" noProof="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업체</a:t>
              </a:r>
              <a:endParaRPr kumimoji="1" lang="ko-KR" altLang="en-US" sz="900" b="0" i="0" u="none" strike="noStrike" kern="1200" cap="none" spc="-50" normalizeH="0" baseline="0" noProof="0" dirty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grpSp>
        <p:nvGrpSpPr>
          <p:cNvPr id="168" name="그룹 167">
            <a:extLst>
              <a:ext uri="{FF2B5EF4-FFF2-40B4-BE49-F238E27FC236}">
                <a16:creationId xmlns:a16="http://schemas.microsoft.com/office/drawing/2014/main" id="{18089AE0-A135-4FE5-BFF1-570AA947FBF6}"/>
              </a:ext>
            </a:extLst>
          </p:cNvPr>
          <p:cNvGrpSpPr/>
          <p:nvPr/>
        </p:nvGrpSpPr>
        <p:grpSpPr>
          <a:xfrm>
            <a:off x="4413372" y="2857537"/>
            <a:ext cx="286938" cy="396732"/>
            <a:chOff x="1161298" y="2776440"/>
            <a:chExt cx="676586" cy="850430"/>
          </a:xfrm>
        </p:grpSpPr>
        <p:pic>
          <p:nvPicPr>
            <p:cNvPr id="169" name="그림 168">
              <a:extLst>
                <a:ext uri="{FF2B5EF4-FFF2-40B4-BE49-F238E27FC236}">
                  <a16:creationId xmlns:a16="http://schemas.microsoft.com/office/drawing/2014/main" id="{CA1FFA38-7991-4DEC-B844-473F44143B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35416" y="2776440"/>
              <a:ext cx="551393" cy="530185"/>
            </a:xfrm>
            <a:prstGeom prst="rect">
              <a:avLst/>
            </a:prstGeom>
          </p:spPr>
        </p:pic>
        <p:sp>
          <p:nvSpPr>
            <p:cNvPr id="170" name="Text Box 148">
              <a:extLst>
                <a:ext uri="{FF2B5EF4-FFF2-40B4-BE49-F238E27FC236}">
                  <a16:creationId xmlns:a16="http://schemas.microsoft.com/office/drawing/2014/main" id="{66AF962B-1F34-4719-A161-D58638EBE7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1298" y="3329985"/>
              <a:ext cx="676586" cy="2968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ko-KR"/>
              </a:defPPr>
              <a:lvl1pPr algn="ctr" latinLnBrk="0">
                <a:defRPr kumimoji="1" sz="800" spc="-5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itchFamily="18" charset="-127"/>
                  <a:ea typeface="KoPub돋움체 Light" pitchFamily="18" charset="-127"/>
                </a:defRPr>
              </a:lvl1pPr>
              <a:lvl2pPr marL="742950" indent="-28575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C</a:t>
              </a:r>
              <a:r>
                <a:rPr kumimoji="1" lang="en-US" altLang="ko-KR" sz="900" b="0" i="0" u="none" strike="noStrike" kern="1200" cap="none" spc="-50" normalizeH="0" baseline="0" noProof="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</a:t>
              </a:r>
              <a:r>
                <a:rPr kumimoji="1" lang="ko-KR" altLang="en-US" sz="900" b="0" i="0" u="none" strike="noStrike" kern="1200" cap="none" spc="-50" normalizeH="0" baseline="0" noProof="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업체</a:t>
              </a:r>
              <a:endParaRPr kumimoji="1" lang="ko-KR" altLang="en-US" sz="900" b="0" i="0" u="none" strike="noStrike" kern="1200" cap="none" spc="-50" normalizeH="0" baseline="0" noProof="0" dirty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cxnSp>
        <p:nvCxnSpPr>
          <p:cNvPr id="3" name="연결선: 꺾임 2">
            <a:extLst>
              <a:ext uri="{FF2B5EF4-FFF2-40B4-BE49-F238E27FC236}">
                <a16:creationId xmlns:a16="http://schemas.microsoft.com/office/drawing/2014/main" id="{BC5B9831-7F4F-4907-A7E8-C10F2DBFE1A9}"/>
              </a:ext>
            </a:extLst>
          </p:cNvPr>
          <p:cNvCxnSpPr>
            <a:stCxn id="108" idx="3"/>
            <a:endCxn id="157" idx="1"/>
          </p:cNvCxnSpPr>
          <p:nvPr/>
        </p:nvCxnSpPr>
        <p:spPr>
          <a:xfrm flipV="1">
            <a:off x="3823931" y="2056241"/>
            <a:ext cx="615988" cy="464811"/>
          </a:xfrm>
          <a:prstGeom prst="bentConnector3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연결선: 꺾임 4">
            <a:extLst>
              <a:ext uri="{FF2B5EF4-FFF2-40B4-BE49-F238E27FC236}">
                <a16:creationId xmlns:a16="http://schemas.microsoft.com/office/drawing/2014/main" id="{063DCA4A-698C-4173-9DB1-0C3F82E1A646}"/>
              </a:ext>
            </a:extLst>
          </p:cNvPr>
          <p:cNvCxnSpPr>
            <a:stCxn id="108" idx="3"/>
            <a:endCxn id="166" idx="1"/>
          </p:cNvCxnSpPr>
          <p:nvPr/>
        </p:nvCxnSpPr>
        <p:spPr>
          <a:xfrm flipV="1">
            <a:off x="3823931" y="2518723"/>
            <a:ext cx="620874" cy="2329"/>
          </a:xfrm>
          <a:prstGeom prst="bentConnector3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84511CD8-2C4C-4332-B127-074CBFCD84F9}"/>
              </a:ext>
            </a:extLst>
          </p:cNvPr>
          <p:cNvCxnSpPr>
            <a:stCxn id="108" idx="3"/>
            <a:endCxn id="169" idx="1"/>
          </p:cNvCxnSpPr>
          <p:nvPr/>
        </p:nvCxnSpPr>
        <p:spPr>
          <a:xfrm>
            <a:off x="3823931" y="2521052"/>
            <a:ext cx="620874" cy="460153"/>
          </a:xfrm>
          <a:prstGeom prst="bentConnector3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80D15127-D7F6-43F4-B541-2C44F8690092}"/>
              </a:ext>
            </a:extLst>
          </p:cNvPr>
          <p:cNvGrpSpPr/>
          <p:nvPr/>
        </p:nvGrpSpPr>
        <p:grpSpPr>
          <a:xfrm>
            <a:off x="4439919" y="3434621"/>
            <a:ext cx="233844" cy="362289"/>
            <a:chOff x="1235416" y="2776440"/>
            <a:chExt cx="551393" cy="776598"/>
          </a:xfrm>
        </p:grpSpPr>
        <p:pic>
          <p:nvPicPr>
            <p:cNvPr id="172" name="그림 171">
              <a:extLst>
                <a:ext uri="{FF2B5EF4-FFF2-40B4-BE49-F238E27FC236}">
                  <a16:creationId xmlns:a16="http://schemas.microsoft.com/office/drawing/2014/main" id="{E50A16BD-2044-42D4-A43E-538BE3425C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35416" y="2776440"/>
              <a:ext cx="551393" cy="530185"/>
            </a:xfrm>
            <a:prstGeom prst="rect">
              <a:avLst/>
            </a:prstGeom>
          </p:spPr>
        </p:pic>
        <p:sp>
          <p:nvSpPr>
            <p:cNvPr id="173" name="Text Box 148">
              <a:extLst>
                <a:ext uri="{FF2B5EF4-FFF2-40B4-BE49-F238E27FC236}">
                  <a16:creationId xmlns:a16="http://schemas.microsoft.com/office/drawing/2014/main" id="{EDD58F19-2DB6-4C3E-A763-DD5B6514E0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8533" y="3329984"/>
              <a:ext cx="462117" cy="223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ko-KR"/>
              </a:defPPr>
              <a:lvl1pPr algn="ctr" latinLnBrk="0">
                <a:defRPr kumimoji="1" sz="800" spc="-5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itchFamily="18" charset="-127"/>
                  <a:ea typeface="KoPub돋움체 Light" pitchFamily="18" charset="-127"/>
                </a:defRPr>
              </a:lvl1pPr>
              <a:lvl2pPr marL="742950" indent="-28575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-50" normalizeH="0" baseline="0" noProof="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A </a:t>
              </a:r>
              <a:r>
                <a:rPr kumimoji="1" lang="ko-KR" altLang="en-US" sz="900" b="0" i="0" u="none" strike="noStrike" kern="1200" cap="none" spc="-50" normalizeH="0" baseline="0" noProof="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업체</a:t>
              </a:r>
              <a:endParaRPr kumimoji="1" lang="ko-KR" altLang="en-US" sz="900" b="0" i="0" u="none" strike="noStrike" kern="1200" cap="none" spc="-50" normalizeH="0" baseline="0" noProof="0" dirty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6043B461-E9D0-4F24-8633-75AD20C7D20B}"/>
              </a:ext>
            </a:extLst>
          </p:cNvPr>
          <p:cNvGrpSpPr/>
          <p:nvPr/>
        </p:nvGrpSpPr>
        <p:grpSpPr>
          <a:xfrm>
            <a:off x="4410967" y="4042421"/>
            <a:ext cx="291748" cy="396732"/>
            <a:chOff x="1155628" y="2776440"/>
            <a:chExt cx="687928" cy="850430"/>
          </a:xfrm>
        </p:grpSpPr>
        <p:pic>
          <p:nvPicPr>
            <p:cNvPr id="175" name="그림 174">
              <a:extLst>
                <a:ext uri="{FF2B5EF4-FFF2-40B4-BE49-F238E27FC236}">
                  <a16:creationId xmlns:a16="http://schemas.microsoft.com/office/drawing/2014/main" id="{58556232-0784-45D9-A1D1-2371405F0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35416" y="2776440"/>
              <a:ext cx="551393" cy="530185"/>
            </a:xfrm>
            <a:prstGeom prst="rect">
              <a:avLst/>
            </a:prstGeom>
          </p:spPr>
        </p:pic>
        <p:sp>
          <p:nvSpPr>
            <p:cNvPr id="176" name="Text Box 148">
              <a:extLst>
                <a:ext uri="{FF2B5EF4-FFF2-40B4-BE49-F238E27FC236}">
                  <a16:creationId xmlns:a16="http://schemas.microsoft.com/office/drawing/2014/main" id="{F02348BE-8F98-42C3-B9CC-C625FFCA7A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5628" y="3329985"/>
              <a:ext cx="687928" cy="2968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ko-KR"/>
              </a:defPPr>
              <a:lvl1pPr algn="ctr" latinLnBrk="0">
                <a:defRPr kumimoji="1" sz="800" spc="-5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itchFamily="18" charset="-127"/>
                  <a:ea typeface="KoPub돋움체 Light" pitchFamily="18" charset="-127"/>
                </a:defRPr>
              </a:lvl1pPr>
              <a:lvl2pPr marL="742950" indent="-28575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-50" normalizeH="0" baseline="0" noProof="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D </a:t>
              </a:r>
              <a:r>
                <a:rPr kumimoji="1" lang="ko-KR" altLang="en-US" sz="900" b="0" i="0" u="none" strike="noStrike" kern="1200" cap="none" spc="-50" normalizeH="0" baseline="0" noProof="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업체</a:t>
              </a:r>
              <a:endParaRPr kumimoji="1" lang="ko-KR" altLang="en-US" sz="900" b="0" i="0" u="none" strike="noStrike" kern="1200" cap="none" spc="-50" normalizeH="0" baseline="0" noProof="0" dirty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sp>
        <p:nvSpPr>
          <p:cNvPr id="177" name="모서리가 둥근 직사각형 547">
            <a:extLst>
              <a:ext uri="{FF2B5EF4-FFF2-40B4-BE49-F238E27FC236}">
                <a16:creationId xmlns:a16="http://schemas.microsoft.com/office/drawing/2014/main" id="{0B0630AA-2965-4964-B0E5-55917BD4AA4B}"/>
              </a:ext>
            </a:extLst>
          </p:cNvPr>
          <p:cNvSpPr/>
          <p:nvPr/>
        </p:nvSpPr>
        <p:spPr>
          <a:xfrm>
            <a:off x="5118411" y="1911693"/>
            <a:ext cx="939489" cy="279797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</a:pPr>
            <a:r>
              <a:rPr kumimoji="1" lang="ko-KR" altLang="en-US" sz="11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선임신고 및 승인</a:t>
            </a:r>
            <a:endParaRPr kumimoji="1" lang="ko-KR" altLang="en-US" sz="1100" b="1" kern="0" spc="-8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3BD5681B-E192-4F84-8EFA-A34DD52BA5A8}"/>
              </a:ext>
            </a:extLst>
          </p:cNvPr>
          <p:cNvCxnSpPr>
            <a:cxnSpLocks/>
            <a:stCxn id="157" idx="3"/>
            <a:endCxn id="177" idx="1"/>
          </p:cNvCxnSpPr>
          <p:nvPr/>
        </p:nvCxnSpPr>
        <p:spPr>
          <a:xfrm flipV="1">
            <a:off x="4673763" y="2051592"/>
            <a:ext cx="444648" cy="4649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모서리가 둥근 직사각형 547">
            <a:extLst>
              <a:ext uri="{FF2B5EF4-FFF2-40B4-BE49-F238E27FC236}">
                <a16:creationId xmlns:a16="http://schemas.microsoft.com/office/drawing/2014/main" id="{1F66A410-3570-45F4-8739-9B0796E17788}"/>
              </a:ext>
            </a:extLst>
          </p:cNvPr>
          <p:cNvSpPr/>
          <p:nvPr/>
        </p:nvSpPr>
        <p:spPr>
          <a:xfrm>
            <a:off x="6405416" y="1911693"/>
            <a:ext cx="1233814" cy="279113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</a:pPr>
            <a:r>
              <a:rPr kumimoji="1" lang="ko-KR" altLang="en-US" sz="11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기존살생물물질 신고</a:t>
            </a:r>
            <a:r>
              <a:rPr kumimoji="1" lang="en-US" altLang="ko-KR" sz="11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(A)</a:t>
            </a:r>
            <a:endParaRPr kumimoji="1" lang="ko-KR" altLang="en-US" sz="1100" b="1" kern="0" spc="-8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284FCAA3-3284-4609-AFF8-F317D32191E7}"/>
              </a:ext>
            </a:extLst>
          </p:cNvPr>
          <p:cNvCxnSpPr>
            <a:cxnSpLocks/>
            <a:stCxn id="177" idx="3"/>
            <a:endCxn id="186" idx="1"/>
          </p:cNvCxnSpPr>
          <p:nvPr/>
        </p:nvCxnSpPr>
        <p:spPr>
          <a:xfrm flipV="1">
            <a:off x="6057900" y="2051250"/>
            <a:ext cx="347516" cy="342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모서리가 둥근 직사각형 547">
            <a:extLst>
              <a:ext uri="{FF2B5EF4-FFF2-40B4-BE49-F238E27FC236}">
                <a16:creationId xmlns:a16="http://schemas.microsoft.com/office/drawing/2014/main" id="{027790AC-0FB1-4B74-9F42-D36F954DAEAE}"/>
              </a:ext>
            </a:extLst>
          </p:cNvPr>
          <p:cNvSpPr/>
          <p:nvPr/>
        </p:nvSpPr>
        <p:spPr>
          <a:xfrm>
            <a:off x="6405416" y="2270740"/>
            <a:ext cx="1233814" cy="279113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</a:pPr>
            <a:r>
              <a:rPr kumimoji="1" lang="ko-KR" altLang="en-US" sz="11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기존살생물물질 신고</a:t>
            </a:r>
            <a:r>
              <a:rPr kumimoji="1" lang="en-US" altLang="ko-KR" sz="11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(B)</a:t>
            </a:r>
            <a:endParaRPr kumimoji="1" lang="ko-KR" altLang="en-US" sz="1100" b="1" kern="0" spc="-8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E52393D4-BD2A-4B2C-8FB2-AEA13749F71F}"/>
              </a:ext>
            </a:extLst>
          </p:cNvPr>
          <p:cNvCxnSpPr>
            <a:stCxn id="177" idx="3"/>
            <a:endCxn id="191" idx="1"/>
          </p:cNvCxnSpPr>
          <p:nvPr/>
        </p:nvCxnSpPr>
        <p:spPr>
          <a:xfrm>
            <a:off x="6057900" y="2051592"/>
            <a:ext cx="347516" cy="358705"/>
          </a:xfrm>
          <a:prstGeom prst="bentConnector3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모서리가 둥근 직사각형 547">
            <a:extLst>
              <a:ext uri="{FF2B5EF4-FFF2-40B4-BE49-F238E27FC236}">
                <a16:creationId xmlns:a16="http://schemas.microsoft.com/office/drawing/2014/main" id="{6BA4A2EB-FB32-4DDD-9C87-0F54E7C54967}"/>
              </a:ext>
            </a:extLst>
          </p:cNvPr>
          <p:cNvSpPr/>
          <p:nvPr/>
        </p:nvSpPr>
        <p:spPr>
          <a:xfrm>
            <a:off x="4938566" y="3419059"/>
            <a:ext cx="1233814" cy="279113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</a:pPr>
            <a:r>
              <a:rPr kumimoji="1" lang="ko-KR" altLang="en-US" sz="11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기존살생물물질 신고</a:t>
            </a:r>
            <a:r>
              <a:rPr kumimoji="1" lang="en-US" altLang="ko-KR" sz="11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(A)</a:t>
            </a:r>
            <a:endParaRPr kumimoji="1" lang="ko-KR" altLang="en-US" sz="1100" b="1" kern="0" spc="-8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95" name="모서리가 둥근 직사각형 547">
            <a:extLst>
              <a:ext uri="{FF2B5EF4-FFF2-40B4-BE49-F238E27FC236}">
                <a16:creationId xmlns:a16="http://schemas.microsoft.com/office/drawing/2014/main" id="{77C6945C-2721-455F-ABE7-E1BAC83303C5}"/>
              </a:ext>
            </a:extLst>
          </p:cNvPr>
          <p:cNvSpPr/>
          <p:nvPr/>
        </p:nvSpPr>
        <p:spPr>
          <a:xfrm>
            <a:off x="4938566" y="4034556"/>
            <a:ext cx="1233814" cy="279113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</a:pPr>
            <a:r>
              <a:rPr kumimoji="1" lang="ko-KR" altLang="en-US" sz="11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기존살생물물질 신고</a:t>
            </a:r>
            <a:r>
              <a:rPr kumimoji="1" lang="en-US" altLang="ko-KR" sz="11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(D)</a:t>
            </a:r>
            <a:endParaRPr kumimoji="1" lang="ko-KR" altLang="en-US" sz="1100" b="1" kern="0" spc="-8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1C87F0CB-7F8A-4F5E-AF1B-2183D7764137}"/>
              </a:ext>
            </a:extLst>
          </p:cNvPr>
          <p:cNvCxnSpPr>
            <a:stCxn id="172" idx="3"/>
            <a:endCxn id="194" idx="1"/>
          </p:cNvCxnSpPr>
          <p:nvPr/>
        </p:nvCxnSpPr>
        <p:spPr>
          <a:xfrm>
            <a:off x="4673763" y="3558289"/>
            <a:ext cx="264803" cy="327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7AB29633-35C0-4385-877A-926FB06B6DBF}"/>
              </a:ext>
            </a:extLst>
          </p:cNvPr>
          <p:cNvCxnSpPr>
            <a:stCxn id="175" idx="3"/>
            <a:endCxn id="195" idx="1"/>
          </p:cNvCxnSpPr>
          <p:nvPr/>
        </p:nvCxnSpPr>
        <p:spPr>
          <a:xfrm>
            <a:off x="4678649" y="4166089"/>
            <a:ext cx="259917" cy="8024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모서리가 둥근 직사각형 547">
            <a:extLst>
              <a:ext uri="{FF2B5EF4-FFF2-40B4-BE49-F238E27FC236}">
                <a16:creationId xmlns:a16="http://schemas.microsoft.com/office/drawing/2014/main" id="{187FF977-7963-4F6D-80D4-60C776525E73}"/>
              </a:ext>
            </a:extLst>
          </p:cNvPr>
          <p:cNvSpPr/>
          <p:nvPr/>
        </p:nvSpPr>
        <p:spPr>
          <a:xfrm>
            <a:off x="6405416" y="2658780"/>
            <a:ext cx="1233814" cy="279113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</a:pPr>
            <a:r>
              <a:rPr kumimoji="1" lang="ko-KR" altLang="en-US" sz="11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기존살생물물질 신고</a:t>
            </a:r>
            <a:r>
              <a:rPr kumimoji="1" lang="en-US" altLang="ko-KR" sz="11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(C)</a:t>
            </a:r>
            <a:endParaRPr kumimoji="1" lang="ko-KR" altLang="en-US" sz="1100" b="1" kern="0" spc="-8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cxnSp>
        <p:nvCxnSpPr>
          <p:cNvPr id="47" name="연결선: 꺾임 46">
            <a:extLst>
              <a:ext uri="{FF2B5EF4-FFF2-40B4-BE49-F238E27FC236}">
                <a16:creationId xmlns:a16="http://schemas.microsoft.com/office/drawing/2014/main" id="{8774D8D7-9C0F-4526-83E6-693DB2ACE376}"/>
              </a:ext>
            </a:extLst>
          </p:cNvPr>
          <p:cNvCxnSpPr>
            <a:stCxn id="177" idx="3"/>
            <a:endCxn id="200" idx="1"/>
          </p:cNvCxnSpPr>
          <p:nvPr/>
        </p:nvCxnSpPr>
        <p:spPr>
          <a:xfrm>
            <a:off x="6057900" y="2051592"/>
            <a:ext cx="347516" cy="746745"/>
          </a:xfrm>
          <a:prstGeom prst="bentConnector3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 Box 148">
            <a:extLst>
              <a:ext uri="{FF2B5EF4-FFF2-40B4-BE49-F238E27FC236}">
                <a16:creationId xmlns:a16="http://schemas.microsoft.com/office/drawing/2014/main" id="{1D3345F2-86CF-4E9E-9B4F-4B515B8F78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9199" y="3477496"/>
            <a:ext cx="1219455" cy="16158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 b="1">
                <a:solidFill>
                  <a:schemeClr val="accent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접수번호 </a:t>
            </a:r>
            <a:r>
              <a:rPr lang="en-US" altLang="ko-KR" sz="1050" b="1">
                <a:solidFill>
                  <a:schemeClr val="accent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EAS-N-004</a:t>
            </a:r>
            <a:endParaRPr lang="en-US" altLang="ko-KR" sz="1050" b="1" dirty="0">
              <a:solidFill>
                <a:schemeClr val="accent2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04" name="Text Box 148">
            <a:extLst>
              <a:ext uri="{FF2B5EF4-FFF2-40B4-BE49-F238E27FC236}">
                <a16:creationId xmlns:a16="http://schemas.microsoft.com/office/drawing/2014/main" id="{A1151052-6E2B-413F-8432-1EB59043A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1422" y="4093321"/>
            <a:ext cx="1219455" cy="16158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접수번호 </a:t>
            </a:r>
            <a:r>
              <a:rPr lang="en-US" altLang="ko-KR" sz="105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EAS-N-005</a:t>
            </a:r>
            <a:endParaRPr lang="en-US" altLang="ko-KR" sz="105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05" name="Text Box 148">
            <a:extLst>
              <a:ext uri="{FF2B5EF4-FFF2-40B4-BE49-F238E27FC236}">
                <a16:creationId xmlns:a16="http://schemas.microsoft.com/office/drawing/2014/main" id="{766BA1E7-9B59-4D5B-8AAC-FD396FFE22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6408" y="1970458"/>
            <a:ext cx="1219455" cy="16158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 b="1">
                <a:solidFill>
                  <a:schemeClr val="accent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접수번호 </a:t>
            </a:r>
            <a:r>
              <a:rPr lang="en-US" altLang="ko-KR" sz="1050" b="1">
                <a:solidFill>
                  <a:schemeClr val="accent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EAS-N-001</a:t>
            </a:r>
            <a:endParaRPr lang="en-US" altLang="ko-KR" sz="1050" b="1" dirty="0">
              <a:solidFill>
                <a:schemeClr val="accent2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06" name="Text Box 148">
            <a:extLst>
              <a:ext uri="{FF2B5EF4-FFF2-40B4-BE49-F238E27FC236}">
                <a16:creationId xmlns:a16="http://schemas.microsoft.com/office/drawing/2014/main" id="{679515E8-D945-406C-BF5C-196AE8EC6B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6408" y="2329505"/>
            <a:ext cx="1219455" cy="16158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 b="1">
                <a:solidFill>
                  <a:schemeClr val="accent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접수번호 </a:t>
            </a:r>
            <a:r>
              <a:rPr lang="en-US" altLang="ko-KR" sz="1050" b="1">
                <a:solidFill>
                  <a:schemeClr val="accent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EAS-N-002</a:t>
            </a:r>
            <a:endParaRPr lang="en-US" altLang="ko-KR" sz="1050" b="1" dirty="0">
              <a:solidFill>
                <a:schemeClr val="accent2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07" name="Text Box 148">
            <a:extLst>
              <a:ext uri="{FF2B5EF4-FFF2-40B4-BE49-F238E27FC236}">
                <a16:creationId xmlns:a16="http://schemas.microsoft.com/office/drawing/2014/main" id="{FCB6EC49-6B2B-42CC-A21F-43E03D4FC3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6408" y="2717545"/>
            <a:ext cx="1219455" cy="16158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 b="1">
                <a:solidFill>
                  <a:schemeClr val="accent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접수번호 </a:t>
            </a:r>
            <a:r>
              <a:rPr lang="en-US" altLang="ko-KR" sz="1050" b="1">
                <a:solidFill>
                  <a:schemeClr val="accent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EAS-N-003</a:t>
            </a:r>
            <a:endParaRPr lang="en-US" altLang="ko-KR" sz="1050" b="1" dirty="0">
              <a:solidFill>
                <a:schemeClr val="accent2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9E33E689-2E54-47F3-BC70-2DBF754AE8A5}"/>
              </a:ext>
            </a:extLst>
          </p:cNvPr>
          <p:cNvCxnSpPr>
            <a:stCxn id="186" idx="3"/>
            <a:endCxn id="205" idx="1"/>
          </p:cNvCxnSpPr>
          <p:nvPr/>
        </p:nvCxnSpPr>
        <p:spPr>
          <a:xfrm>
            <a:off x="7639230" y="2051250"/>
            <a:ext cx="157178" cy="0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2F6A5B9F-9D77-4DA4-A08C-0E5A78526735}"/>
              </a:ext>
            </a:extLst>
          </p:cNvPr>
          <p:cNvCxnSpPr>
            <a:stCxn id="191" idx="3"/>
            <a:endCxn id="206" idx="1"/>
          </p:cNvCxnSpPr>
          <p:nvPr/>
        </p:nvCxnSpPr>
        <p:spPr>
          <a:xfrm>
            <a:off x="7639230" y="2410297"/>
            <a:ext cx="157178" cy="0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233D9D6E-5D8A-4BA8-B1B0-4D3CCD1801C7}"/>
              </a:ext>
            </a:extLst>
          </p:cNvPr>
          <p:cNvCxnSpPr>
            <a:stCxn id="200" idx="3"/>
            <a:endCxn id="207" idx="1"/>
          </p:cNvCxnSpPr>
          <p:nvPr/>
        </p:nvCxnSpPr>
        <p:spPr>
          <a:xfrm>
            <a:off x="7639230" y="2798337"/>
            <a:ext cx="157178" cy="0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CC1C06BA-FCDF-4B8E-8E01-12A749E81EEF}"/>
              </a:ext>
            </a:extLst>
          </p:cNvPr>
          <p:cNvCxnSpPr>
            <a:cxnSpLocks/>
            <a:stCxn id="194" idx="3"/>
            <a:endCxn id="203" idx="1"/>
          </p:cNvCxnSpPr>
          <p:nvPr/>
        </p:nvCxnSpPr>
        <p:spPr>
          <a:xfrm flipV="1">
            <a:off x="6172380" y="3558288"/>
            <a:ext cx="406819" cy="328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8219B2BF-1F51-4B4A-B2B9-6D3B80F6B72B}"/>
              </a:ext>
            </a:extLst>
          </p:cNvPr>
          <p:cNvCxnSpPr>
            <a:stCxn id="195" idx="3"/>
            <a:endCxn id="204" idx="1"/>
          </p:cNvCxnSpPr>
          <p:nvPr/>
        </p:nvCxnSpPr>
        <p:spPr>
          <a:xfrm>
            <a:off x="6172380" y="4174113"/>
            <a:ext cx="389042" cy="0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" name="타원 219">
            <a:extLst>
              <a:ext uri="{FF2B5EF4-FFF2-40B4-BE49-F238E27FC236}">
                <a16:creationId xmlns:a16="http://schemas.microsoft.com/office/drawing/2014/main" id="{792B645B-386C-420A-A0AC-E188528DD572}"/>
              </a:ext>
            </a:extLst>
          </p:cNvPr>
          <p:cNvSpPr/>
          <p:nvPr/>
        </p:nvSpPr>
        <p:spPr>
          <a:xfrm>
            <a:off x="9336975" y="3246508"/>
            <a:ext cx="283388" cy="29126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dirty="0">
              <a:solidFill>
                <a:schemeClr val="bg1"/>
              </a:solidFill>
            </a:endParaRPr>
          </a:p>
        </p:txBody>
      </p:sp>
      <p:cxnSp>
        <p:nvCxnSpPr>
          <p:cNvPr id="67" name="연결선: 구부러짐 66">
            <a:extLst>
              <a:ext uri="{FF2B5EF4-FFF2-40B4-BE49-F238E27FC236}">
                <a16:creationId xmlns:a16="http://schemas.microsoft.com/office/drawing/2014/main" id="{A8E5DDC4-C7CC-4C14-815E-DD5DDBDBC348}"/>
              </a:ext>
            </a:extLst>
          </p:cNvPr>
          <p:cNvCxnSpPr>
            <a:cxnSpLocks/>
            <a:stCxn id="205" idx="3"/>
            <a:endCxn id="220" idx="1"/>
          </p:cNvCxnSpPr>
          <p:nvPr/>
        </p:nvCxnSpPr>
        <p:spPr>
          <a:xfrm>
            <a:off x="9015863" y="2051250"/>
            <a:ext cx="362613" cy="1237912"/>
          </a:xfrm>
          <a:prstGeom prst="curvedConnector2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연결선: 구부러짐 68">
            <a:extLst>
              <a:ext uri="{FF2B5EF4-FFF2-40B4-BE49-F238E27FC236}">
                <a16:creationId xmlns:a16="http://schemas.microsoft.com/office/drawing/2014/main" id="{F34EB731-CFFE-4B1D-B4E7-BD22AE3F5485}"/>
              </a:ext>
            </a:extLst>
          </p:cNvPr>
          <p:cNvCxnSpPr>
            <a:stCxn id="206" idx="3"/>
            <a:endCxn id="220" idx="2"/>
          </p:cNvCxnSpPr>
          <p:nvPr/>
        </p:nvCxnSpPr>
        <p:spPr>
          <a:xfrm>
            <a:off x="9015863" y="2410297"/>
            <a:ext cx="321112" cy="981841"/>
          </a:xfrm>
          <a:prstGeom prst="curvedConnector3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연결선: 구부러짐 70">
            <a:extLst>
              <a:ext uri="{FF2B5EF4-FFF2-40B4-BE49-F238E27FC236}">
                <a16:creationId xmlns:a16="http://schemas.microsoft.com/office/drawing/2014/main" id="{E7AAB33E-C877-4C0C-9C18-1111F13D776D}"/>
              </a:ext>
            </a:extLst>
          </p:cNvPr>
          <p:cNvCxnSpPr>
            <a:cxnSpLocks/>
            <a:stCxn id="207" idx="3"/>
            <a:endCxn id="220" idx="2"/>
          </p:cNvCxnSpPr>
          <p:nvPr/>
        </p:nvCxnSpPr>
        <p:spPr>
          <a:xfrm>
            <a:off x="9015863" y="2798337"/>
            <a:ext cx="321112" cy="593801"/>
          </a:xfrm>
          <a:prstGeom prst="curvedConnector3">
            <a:avLst>
              <a:gd name="adj1" fmla="val 50000"/>
            </a:avLst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연결선: 구부러짐 72">
            <a:extLst>
              <a:ext uri="{FF2B5EF4-FFF2-40B4-BE49-F238E27FC236}">
                <a16:creationId xmlns:a16="http://schemas.microsoft.com/office/drawing/2014/main" id="{CE5C0D59-2A39-49EC-875C-A0350F2E8D95}"/>
              </a:ext>
            </a:extLst>
          </p:cNvPr>
          <p:cNvCxnSpPr>
            <a:stCxn id="203" idx="3"/>
            <a:endCxn id="220" idx="2"/>
          </p:cNvCxnSpPr>
          <p:nvPr/>
        </p:nvCxnSpPr>
        <p:spPr>
          <a:xfrm flipV="1">
            <a:off x="7798654" y="3392138"/>
            <a:ext cx="1538321" cy="166150"/>
          </a:xfrm>
          <a:prstGeom prst="curvedConnector3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연결선: 구부러짐 74">
            <a:extLst>
              <a:ext uri="{FF2B5EF4-FFF2-40B4-BE49-F238E27FC236}">
                <a16:creationId xmlns:a16="http://schemas.microsoft.com/office/drawing/2014/main" id="{2640D963-00A5-40AE-B175-4D9751EAF3E3}"/>
              </a:ext>
            </a:extLst>
          </p:cNvPr>
          <p:cNvCxnSpPr>
            <a:stCxn id="204" idx="3"/>
            <a:endCxn id="220" idx="2"/>
          </p:cNvCxnSpPr>
          <p:nvPr/>
        </p:nvCxnSpPr>
        <p:spPr>
          <a:xfrm flipV="1">
            <a:off x="7780877" y="3392138"/>
            <a:ext cx="1556098" cy="781975"/>
          </a:xfrm>
          <a:prstGeom prst="curvedConnector3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모서리가 둥근 직사각형 547">
            <a:extLst>
              <a:ext uri="{FF2B5EF4-FFF2-40B4-BE49-F238E27FC236}">
                <a16:creationId xmlns:a16="http://schemas.microsoft.com/office/drawing/2014/main" id="{E7B07686-3D5E-4184-BCC7-2DCA75CD4175}"/>
              </a:ext>
            </a:extLst>
          </p:cNvPr>
          <p:cNvSpPr/>
          <p:nvPr/>
        </p:nvSpPr>
        <p:spPr>
          <a:xfrm>
            <a:off x="1417990" y="5572342"/>
            <a:ext cx="804460" cy="458253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</a:pPr>
            <a:r>
              <a:rPr kumimoji="1" lang="ko-KR" altLang="en-US" sz="11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승인유예고시</a:t>
            </a:r>
            <a:endParaRPr kumimoji="1" lang="en-US" altLang="ko-KR" sz="1100" b="1" kern="0" spc="-8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</a:pPr>
            <a:r>
              <a:rPr kumimoji="1" lang="en-US" altLang="ko-KR" sz="11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</a:t>
            </a:r>
            <a:r>
              <a:rPr kumimoji="1" lang="ko-KR" altLang="en-US" sz="11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환경부</a:t>
            </a:r>
            <a:r>
              <a:rPr kumimoji="1" lang="en-US" altLang="ko-KR" sz="11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</a:t>
            </a:r>
            <a:endParaRPr kumimoji="1" lang="ko-KR" altLang="en-US" sz="1100" b="1" kern="0" spc="-8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cxnSp>
        <p:nvCxnSpPr>
          <p:cNvPr id="232" name="직선 화살표 연결선 231">
            <a:extLst>
              <a:ext uri="{FF2B5EF4-FFF2-40B4-BE49-F238E27FC236}">
                <a16:creationId xmlns:a16="http://schemas.microsoft.com/office/drawing/2014/main" id="{8A3AFE57-810F-4823-B4C3-63993F1E4693}"/>
              </a:ext>
            </a:extLst>
          </p:cNvPr>
          <p:cNvCxnSpPr>
            <a:cxnSpLocks/>
            <a:stCxn id="231" idx="3"/>
            <a:endCxn id="235" idx="1"/>
          </p:cNvCxnSpPr>
          <p:nvPr/>
        </p:nvCxnSpPr>
        <p:spPr>
          <a:xfrm>
            <a:off x="2222450" y="5801469"/>
            <a:ext cx="2175513" cy="33283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Text Box 148">
            <a:extLst>
              <a:ext uri="{FF2B5EF4-FFF2-40B4-BE49-F238E27FC236}">
                <a16:creationId xmlns:a16="http://schemas.microsoft.com/office/drawing/2014/main" id="{4B1460AD-E281-4265-92BF-15B126BBFC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6336" y="5885289"/>
            <a:ext cx="1014794" cy="12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0" i="0" u="none" strike="noStrike" kern="1200" cap="none" spc="-50" normalizeH="0" baseline="0" noProof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국립환경과학원</a:t>
            </a:r>
            <a:r>
              <a:rPr kumimoji="1" lang="en-US" altLang="ko-KR" sz="1050" b="0" i="0" u="none" strike="noStrike" kern="1200" cap="none" spc="-50" normalizeH="0" baseline="0" noProof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-&gt;</a:t>
            </a:r>
            <a:r>
              <a:rPr kumimoji="1" lang="ko-KR" altLang="en-US" sz="1050" b="0" i="0" u="none" strike="noStrike" kern="1200" cap="none" spc="-50" normalizeH="0" baseline="0" noProof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수행사</a:t>
            </a:r>
            <a:endParaRPr kumimoji="1" lang="ko-KR" altLang="en-US" sz="1050" b="0" i="0" u="none" strike="noStrike" kern="1200" cap="none" spc="-50" normalizeH="0" baseline="0" noProof="0" dirty="0">
              <a:ln>
                <a:solidFill>
                  <a:srgbClr val="7593B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grpSp>
        <p:nvGrpSpPr>
          <p:cNvPr id="234" name="그룹 233">
            <a:extLst>
              <a:ext uri="{FF2B5EF4-FFF2-40B4-BE49-F238E27FC236}">
                <a16:creationId xmlns:a16="http://schemas.microsoft.com/office/drawing/2014/main" id="{535BB8BD-8F9A-44C6-8938-80C645E7619C}"/>
              </a:ext>
            </a:extLst>
          </p:cNvPr>
          <p:cNvGrpSpPr/>
          <p:nvPr/>
        </p:nvGrpSpPr>
        <p:grpSpPr>
          <a:xfrm>
            <a:off x="4328809" y="5635584"/>
            <a:ext cx="574961" cy="537285"/>
            <a:chOff x="1151740" y="2776440"/>
            <a:chExt cx="695703" cy="715127"/>
          </a:xfrm>
        </p:grpSpPr>
        <p:pic>
          <p:nvPicPr>
            <p:cNvPr id="235" name="그림 234">
              <a:extLst>
                <a:ext uri="{FF2B5EF4-FFF2-40B4-BE49-F238E27FC236}">
                  <a16:creationId xmlns:a16="http://schemas.microsoft.com/office/drawing/2014/main" id="{A818D043-13E9-48F9-9C8F-D6B489F239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35416" y="2776440"/>
              <a:ext cx="551393" cy="530185"/>
            </a:xfrm>
            <a:prstGeom prst="rect">
              <a:avLst/>
            </a:prstGeom>
          </p:spPr>
        </p:pic>
        <p:sp>
          <p:nvSpPr>
            <p:cNvPr id="236" name="Text Box 148">
              <a:extLst>
                <a:ext uri="{FF2B5EF4-FFF2-40B4-BE49-F238E27FC236}">
                  <a16:creationId xmlns:a16="http://schemas.microsoft.com/office/drawing/2014/main" id="{1E6B5A54-D492-4656-9A4D-E69654B1DC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1740" y="3329984"/>
              <a:ext cx="695703" cy="161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ko-KR"/>
              </a:defPPr>
              <a:lvl1pPr algn="ctr" latinLnBrk="0">
                <a:defRPr kumimoji="1" sz="800" spc="-5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itchFamily="18" charset="-127"/>
                  <a:ea typeface="KoPub돋움체 Light" pitchFamily="18" charset="-127"/>
                </a:defRPr>
              </a:lvl1pPr>
              <a:lvl2pPr marL="742950" indent="-28575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50" b="0" i="0" u="none" strike="noStrike" kern="1200" cap="none" spc="-50" normalizeH="0" baseline="0" noProof="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시스템 수행사</a:t>
              </a:r>
              <a:endParaRPr kumimoji="1" lang="ko-KR" altLang="en-US" sz="1050" b="0" i="0" u="none" strike="noStrike" kern="1200" cap="none" spc="-50" normalizeH="0" baseline="0" noProof="0" dirty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sp>
        <p:nvSpPr>
          <p:cNvPr id="237" name="Excel">
            <a:extLst>
              <a:ext uri="{FF2B5EF4-FFF2-40B4-BE49-F238E27FC236}">
                <a16:creationId xmlns:a16="http://schemas.microsoft.com/office/drawing/2014/main" id="{5D5C9286-8EC2-4061-A665-70D7EC7D3DC8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2566557" y="5572902"/>
            <a:ext cx="145963" cy="145963"/>
          </a:xfrm>
          <a:custGeom>
            <a:avLst/>
            <a:gdLst>
              <a:gd name="T0" fmla="*/ 0 w 1411"/>
              <a:gd name="T1" fmla="*/ 158 h 1411"/>
              <a:gd name="T2" fmla="*/ 814 w 1411"/>
              <a:gd name="T3" fmla="*/ 1411 h 1411"/>
              <a:gd name="T4" fmla="*/ 868 w 1411"/>
              <a:gd name="T5" fmla="*/ 163 h 1411"/>
              <a:gd name="T6" fmla="*/ 1033 w 1411"/>
              <a:gd name="T7" fmla="*/ 326 h 1411"/>
              <a:gd name="T8" fmla="*/ 868 w 1411"/>
              <a:gd name="T9" fmla="*/ 436 h 1411"/>
              <a:gd name="T10" fmla="*/ 1031 w 1411"/>
              <a:gd name="T11" fmla="*/ 543 h 1411"/>
              <a:gd name="T12" fmla="*/ 868 w 1411"/>
              <a:gd name="T13" fmla="*/ 651 h 1411"/>
              <a:gd name="T14" fmla="*/ 1031 w 1411"/>
              <a:gd name="T15" fmla="*/ 760 h 1411"/>
              <a:gd name="T16" fmla="*/ 868 w 1411"/>
              <a:gd name="T17" fmla="*/ 868 h 1411"/>
              <a:gd name="T18" fmla="*/ 1031 w 1411"/>
              <a:gd name="T19" fmla="*/ 977 h 1411"/>
              <a:gd name="T20" fmla="*/ 868 w 1411"/>
              <a:gd name="T21" fmla="*/ 1086 h 1411"/>
              <a:gd name="T22" fmla="*/ 1365 w 1411"/>
              <a:gd name="T23" fmla="*/ 1248 h 1411"/>
              <a:gd name="T24" fmla="*/ 1411 w 1411"/>
              <a:gd name="T25" fmla="*/ 210 h 1411"/>
              <a:gd name="T26" fmla="*/ 868 w 1411"/>
              <a:gd name="T27" fmla="*/ 163 h 1411"/>
              <a:gd name="T28" fmla="*/ 1302 w 1411"/>
              <a:gd name="T29" fmla="*/ 326 h 1411"/>
              <a:gd name="T30" fmla="*/ 1085 w 1411"/>
              <a:gd name="T31" fmla="*/ 434 h 1411"/>
              <a:gd name="T32" fmla="*/ 168 w 1411"/>
              <a:gd name="T33" fmla="*/ 433 h 1411"/>
              <a:gd name="T34" fmla="*/ 397 w 1411"/>
              <a:gd name="T35" fmla="*/ 597 h 1411"/>
              <a:gd name="T36" fmla="*/ 432 w 1411"/>
              <a:gd name="T37" fmla="*/ 595 h 1411"/>
              <a:gd name="T38" fmla="*/ 656 w 1411"/>
              <a:gd name="T39" fmla="*/ 433 h 1411"/>
              <a:gd name="T40" fmla="*/ 661 w 1411"/>
              <a:gd name="T41" fmla="*/ 982 h 1411"/>
              <a:gd name="T42" fmla="*/ 420 w 1411"/>
              <a:gd name="T43" fmla="*/ 802 h 1411"/>
              <a:gd name="T44" fmla="*/ 407 w 1411"/>
              <a:gd name="T45" fmla="*/ 765 h 1411"/>
              <a:gd name="T46" fmla="*/ 300 w 1411"/>
              <a:gd name="T47" fmla="*/ 982 h 1411"/>
              <a:gd name="T48" fmla="*/ 327 w 1411"/>
              <a:gd name="T49" fmla="*/ 707 h 1411"/>
              <a:gd name="T50" fmla="*/ 1085 w 1411"/>
              <a:gd name="T51" fmla="*/ 543 h 1411"/>
              <a:gd name="T52" fmla="*/ 1302 w 1411"/>
              <a:gd name="T53" fmla="*/ 651 h 1411"/>
              <a:gd name="T54" fmla="*/ 1085 w 1411"/>
              <a:gd name="T55" fmla="*/ 543 h 1411"/>
              <a:gd name="T56" fmla="*/ 1302 w 1411"/>
              <a:gd name="T57" fmla="*/ 760 h 1411"/>
              <a:gd name="T58" fmla="*/ 1085 w 1411"/>
              <a:gd name="T59" fmla="*/ 868 h 1411"/>
              <a:gd name="T60" fmla="*/ 1085 w 1411"/>
              <a:gd name="T61" fmla="*/ 977 h 1411"/>
              <a:gd name="T62" fmla="*/ 1302 w 1411"/>
              <a:gd name="T63" fmla="*/ 1086 h 1411"/>
              <a:gd name="T64" fmla="*/ 1085 w 1411"/>
              <a:gd name="T65" fmla="*/ 977 h 1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411" h="1411">
                <a:moveTo>
                  <a:pt x="814" y="0"/>
                </a:moveTo>
                <a:lnTo>
                  <a:pt x="0" y="158"/>
                </a:lnTo>
                <a:lnTo>
                  <a:pt x="0" y="1255"/>
                </a:lnTo>
                <a:lnTo>
                  <a:pt x="814" y="1411"/>
                </a:lnTo>
                <a:lnTo>
                  <a:pt x="814" y="0"/>
                </a:lnTo>
                <a:close/>
                <a:moveTo>
                  <a:pt x="868" y="163"/>
                </a:moveTo>
                <a:lnTo>
                  <a:pt x="868" y="326"/>
                </a:lnTo>
                <a:lnTo>
                  <a:pt x="1033" y="326"/>
                </a:lnTo>
                <a:lnTo>
                  <a:pt x="1033" y="436"/>
                </a:lnTo>
                <a:lnTo>
                  <a:pt x="868" y="436"/>
                </a:lnTo>
                <a:lnTo>
                  <a:pt x="868" y="543"/>
                </a:lnTo>
                <a:lnTo>
                  <a:pt x="1031" y="543"/>
                </a:lnTo>
                <a:lnTo>
                  <a:pt x="1031" y="651"/>
                </a:lnTo>
                <a:lnTo>
                  <a:pt x="868" y="651"/>
                </a:lnTo>
                <a:lnTo>
                  <a:pt x="868" y="760"/>
                </a:lnTo>
                <a:lnTo>
                  <a:pt x="1031" y="760"/>
                </a:lnTo>
                <a:lnTo>
                  <a:pt x="1031" y="868"/>
                </a:lnTo>
                <a:lnTo>
                  <a:pt x="868" y="868"/>
                </a:lnTo>
                <a:lnTo>
                  <a:pt x="868" y="977"/>
                </a:lnTo>
                <a:lnTo>
                  <a:pt x="1031" y="977"/>
                </a:lnTo>
                <a:lnTo>
                  <a:pt x="1031" y="1086"/>
                </a:lnTo>
                <a:lnTo>
                  <a:pt x="868" y="1086"/>
                </a:lnTo>
                <a:lnTo>
                  <a:pt x="868" y="1248"/>
                </a:lnTo>
                <a:lnTo>
                  <a:pt x="1365" y="1248"/>
                </a:lnTo>
                <a:cubicBezTo>
                  <a:pt x="1390" y="1248"/>
                  <a:pt x="1411" y="1227"/>
                  <a:pt x="1411" y="1201"/>
                </a:cubicBezTo>
                <a:lnTo>
                  <a:pt x="1411" y="210"/>
                </a:lnTo>
                <a:cubicBezTo>
                  <a:pt x="1411" y="184"/>
                  <a:pt x="1390" y="163"/>
                  <a:pt x="1365" y="163"/>
                </a:cubicBezTo>
                <a:lnTo>
                  <a:pt x="868" y="163"/>
                </a:lnTo>
                <a:close/>
                <a:moveTo>
                  <a:pt x="1085" y="326"/>
                </a:moveTo>
                <a:lnTo>
                  <a:pt x="1302" y="326"/>
                </a:lnTo>
                <a:lnTo>
                  <a:pt x="1302" y="434"/>
                </a:lnTo>
                <a:lnTo>
                  <a:pt x="1085" y="434"/>
                </a:lnTo>
                <a:lnTo>
                  <a:pt x="1085" y="326"/>
                </a:lnTo>
                <a:close/>
                <a:moveTo>
                  <a:pt x="168" y="433"/>
                </a:moveTo>
                <a:lnTo>
                  <a:pt x="317" y="433"/>
                </a:lnTo>
                <a:lnTo>
                  <a:pt x="397" y="597"/>
                </a:lnTo>
                <a:cubicBezTo>
                  <a:pt x="403" y="610"/>
                  <a:pt x="409" y="625"/>
                  <a:pt x="413" y="643"/>
                </a:cubicBezTo>
                <a:cubicBezTo>
                  <a:pt x="417" y="632"/>
                  <a:pt x="424" y="617"/>
                  <a:pt x="432" y="595"/>
                </a:cubicBezTo>
                <a:lnTo>
                  <a:pt x="519" y="433"/>
                </a:lnTo>
                <a:lnTo>
                  <a:pt x="656" y="433"/>
                </a:lnTo>
                <a:lnTo>
                  <a:pt x="492" y="704"/>
                </a:lnTo>
                <a:lnTo>
                  <a:pt x="661" y="982"/>
                </a:lnTo>
                <a:lnTo>
                  <a:pt x="515" y="982"/>
                </a:lnTo>
                <a:lnTo>
                  <a:pt x="420" y="802"/>
                </a:lnTo>
                <a:cubicBezTo>
                  <a:pt x="417" y="796"/>
                  <a:pt x="412" y="783"/>
                  <a:pt x="408" y="765"/>
                </a:cubicBezTo>
                <a:lnTo>
                  <a:pt x="407" y="765"/>
                </a:lnTo>
                <a:cubicBezTo>
                  <a:pt x="405" y="773"/>
                  <a:pt x="402" y="787"/>
                  <a:pt x="395" y="804"/>
                </a:cubicBezTo>
                <a:lnTo>
                  <a:pt x="300" y="982"/>
                </a:lnTo>
                <a:lnTo>
                  <a:pt x="152" y="982"/>
                </a:lnTo>
                <a:lnTo>
                  <a:pt x="327" y="707"/>
                </a:lnTo>
                <a:lnTo>
                  <a:pt x="168" y="433"/>
                </a:lnTo>
                <a:close/>
                <a:moveTo>
                  <a:pt x="1085" y="543"/>
                </a:moveTo>
                <a:lnTo>
                  <a:pt x="1302" y="543"/>
                </a:lnTo>
                <a:lnTo>
                  <a:pt x="1302" y="651"/>
                </a:lnTo>
                <a:lnTo>
                  <a:pt x="1085" y="651"/>
                </a:lnTo>
                <a:lnTo>
                  <a:pt x="1085" y="543"/>
                </a:lnTo>
                <a:close/>
                <a:moveTo>
                  <a:pt x="1085" y="760"/>
                </a:moveTo>
                <a:lnTo>
                  <a:pt x="1302" y="760"/>
                </a:lnTo>
                <a:lnTo>
                  <a:pt x="1302" y="868"/>
                </a:lnTo>
                <a:lnTo>
                  <a:pt x="1085" y="868"/>
                </a:lnTo>
                <a:lnTo>
                  <a:pt x="1085" y="760"/>
                </a:lnTo>
                <a:close/>
                <a:moveTo>
                  <a:pt x="1085" y="977"/>
                </a:moveTo>
                <a:lnTo>
                  <a:pt x="1302" y="977"/>
                </a:lnTo>
                <a:lnTo>
                  <a:pt x="1302" y="1086"/>
                </a:lnTo>
                <a:lnTo>
                  <a:pt x="1085" y="1086"/>
                </a:lnTo>
                <a:lnTo>
                  <a:pt x="1085" y="977"/>
                </a:lnTo>
                <a:close/>
              </a:path>
            </a:pathLst>
          </a:custGeom>
          <a:solidFill>
            <a:srgbClr val="5F5F5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7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8" name="Text Box 148">
            <a:extLst>
              <a:ext uri="{FF2B5EF4-FFF2-40B4-BE49-F238E27FC236}">
                <a16:creationId xmlns:a16="http://schemas.microsoft.com/office/drawing/2014/main" id="{5A6E4727-CCFA-4432-B2D4-515765AD25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1567" y="5584566"/>
            <a:ext cx="1008170" cy="104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 i="0" u="none" strike="noStrike" kern="1200" cap="none" spc="-50" normalizeH="0" baseline="0" noProof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승인유예고시항목 전달</a:t>
            </a:r>
            <a:r>
              <a:rPr kumimoji="1" lang="en-US" altLang="ko-KR" sz="900" b="0" i="0" u="none" strike="noStrike" kern="1200" cap="none" spc="-50" normalizeH="0" baseline="0" noProof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kumimoji="1" lang="ko-KR" altLang="en-US" sz="900" b="0" i="0" u="none" strike="noStrike" kern="1200" cap="none" spc="-50" normalizeH="0" baseline="0" noProof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엑셀</a:t>
            </a:r>
            <a:r>
              <a:rPr kumimoji="1" lang="en-US" altLang="ko-KR" sz="900" b="0" i="0" u="none" strike="noStrike" kern="1200" cap="none" spc="-50" normalizeH="0" baseline="0" noProof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  <a:endParaRPr kumimoji="1" lang="ko-KR" altLang="en-US" sz="900" b="0" i="0" u="none" strike="noStrike" kern="1200" cap="none" spc="-50" normalizeH="0" baseline="0" noProof="0" dirty="0">
              <a:ln>
                <a:solidFill>
                  <a:srgbClr val="7593B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39" name="AutoShape 274">
            <a:extLst>
              <a:ext uri="{FF2B5EF4-FFF2-40B4-BE49-F238E27FC236}">
                <a16:creationId xmlns:a16="http://schemas.microsoft.com/office/drawing/2014/main" id="{B3B64981-7EC3-4C01-8813-8336B2CA1103}"/>
              </a:ext>
            </a:extLst>
          </p:cNvPr>
          <p:cNvSpPr>
            <a:spLocks noChangeArrowheads="1"/>
          </p:cNvSpPr>
          <p:nvPr/>
        </p:nvSpPr>
        <p:spPr bwMode="gray">
          <a:xfrm>
            <a:off x="5990493" y="4802744"/>
            <a:ext cx="780765" cy="415716"/>
          </a:xfrm>
          <a:prstGeom prst="can">
            <a:avLst>
              <a:gd name="adj" fmla="val 15514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>
            <a:lvl1pPr defTabSz="708025"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defTabSz="708025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defTabSz="708025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defTabSz="708025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defTabSz="708025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7080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7080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7080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7080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  <a:buNone/>
            </a:pPr>
            <a:r>
              <a:rPr kumimoji="1" lang="ko-KR" altLang="en-US" sz="10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물질승인신청</a:t>
            </a:r>
            <a:endParaRPr kumimoji="1" lang="en-US" altLang="ko-KR" sz="1000" b="1" kern="0" spc="-8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  <a:buNone/>
            </a:pPr>
            <a:r>
              <a:rPr kumimoji="1" lang="ko-KR" altLang="en-US" sz="10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계획서 </a:t>
            </a:r>
            <a:r>
              <a:rPr kumimoji="1" lang="en-US" altLang="ko-KR" sz="10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DB</a:t>
            </a:r>
          </a:p>
        </p:txBody>
      </p:sp>
      <p:sp>
        <p:nvSpPr>
          <p:cNvPr id="240" name="AutoShape 274">
            <a:extLst>
              <a:ext uri="{FF2B5EF4-FFF2-40B4-BE49-F238E27FC236}">
                <a16:creationId xmlns:a16="http://schemas.microsoft.com/office/drawing/2014/main" id="{2C2AEA55-C57C-4D29-8A76-D7A19A6D1184}"/>
              </a:ext>
            </a:extLst>
          </p:cNvPr>
          <p:cNvSpPr>
            <a:spLocks noChangeArrowheads="1"/>
          </p:cNvSpPr>
          <p:nvPr/>
        </p:nvSpPr>
        <p:spPr bwMode="gray">
          <a:xfrm>
            <a:off x="5990493" y="6290115"/>
            <a:ext cx="780765" cy="415716"/>
          </a:xfrm>
          <a:prstGeom prst="can">
            <a:avLst>
              <a:gd name="adj" fmla="val 15514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>
            <a:lvl1pPr defTabSz="708025"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defTabSz="708025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defTabSz="708025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defTabSz="708025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defTabSz="708025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7080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7080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7080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70802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  <a:buNone/>
            </a:pPr>
            <a:r>
              <a:rPr kumimoji="1" lang="ko-KR" altLang="en-US" sz="10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공동협의체</a:t>
            </a:r>
            <a:endParaRPr kumimoji="1" lang="en-US" altLang="ko-KR" sz="1000" b="1" kern="0" spc="-8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  <a:buNone/>
            </a:pPr>
            <a:r>
              <a:rPr kumimoji="1" lang="en-US" altLang="ko-KR" sz="10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DB</a:t>
            </a:r>
          </a:p>
        </p:txBody>
      </p:sp>
      <p:cxnSp>
        <p:nvCxnSpPr>
          <p:cNvPr id="241" name="연결선: 꺾임 240">
            <a:extLst>
              <a:ext uri="{FF2B5EF4-FFF2-40B4-BE49-F238E27FC236}">
                <a16:creationId xmlns:a16="http://schemas.microsoft.com/office/drawing/2014/main" id="{F3003B91-7D82-473F-89D6-F1CC57827554}"/>
              </a:ext>
            </a:extLst>
          </p:cNvPr>
          <p:cNvCxnSpPr>
            <a:stCxn id="235" idx="3"/>
            <a:endCxn id="239" idx="2"/>
          </p:cNvCxnSpPr>
          <p:nvPr/>
        </p:nvCxnSpPr>
        <p:spPr>
          <a:xfrm flipV="1">
            <a:off x="4853660" y="5010602"/>
            <a:ext cx="1136833" cy="824150"/>
          </a:xfrm>
          <a:prstGeom prst="bentConnector3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연결선: 꺾임 241">
            <a:extLst>
              <a:ext uri="{FF2B5EF4-FFF2-40B4-BE49-F238E27FC236}">
                <a16:creationId xmlns:a16="http://schemas.microsoft.com/office/drawing/2014/main" id="{E83C56F8-1E9C-41FB-8EEC-B2D930562821}"/>
              </a:ext>
            </a:extLst>
          </p:cNvPr>
          <p:cNvCxnSpPr>
            <a:stCxn id="235" idx="3"/>
            <a:endCxn id="240" idx="2"/>
          </p:cNvCxnSpPr>
          <p:nvPr/>
        </p:nvCxnSpPr>
        <p:spPr>
          <a:xfrm>
            <a:off x="4853660" y="5834752"/>
            <a:ext cx="1136833" cy="663221"/>
          </a:xfrm>
          <a:prstGeom prst="bentConnector3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모서리가 둥근 직사각형 547">
            <a:extLst>
              <a:ext uri="{FF2B5EF4-FFF2-40B4-BE49-F238E27FC236}">
                <a16:creationId xmlns:a16="http://schemas.microsoft.com/office/drawing/2014/main" id="{696BD49D-1562-4249-991E-7A674DF4B78A}"/>
              </a:ext>
            </a:extLst>
          </p:cNvPr>
          <p:cNvSpPr/>
          <p:nvPr/>
        </p:nvSpPr>
        <p:spPr>
          <a:xfrm>
            <a:off x="8358925" y="4894983"/>
            <a:ext cx="1108595" cy="231237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</a:pPr>
            <a:r>
              <a:rPr kumimoji="1" lang="ko-KR" altLang="en-US" sz="10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물질승인신청계획서 제출</a:t>
            </a:r>
            <a:endParaRPr kumimoji="1" lang="ko-KR" altLang="en-US" sz="1000" b="1" kern="0" spc="-8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cxnSp>
        <p:nvCxnSpPr>
          <p:cNvPr id="244" name="직선 화살표 연결선 243">
            <a:extLst>
              <a:ext uri="{FF2B5EF4-FFF2-40B4-BE49-F238E27FC236}">
                <a16:creationId xmlns:a16="http://schemas.microsoft.com/office/drawing/2014/main" id="{D00932E4-7542-41C1-BC45-241E3A4A7253}"/>
              </a:ext>
            </a:extLst>
          </p:cNvPr>
          <p:cNvCxnSpPr>
            <a:stCxn id="239" idx="4"/>
            <a:endCxn id="243" idx="1"/>
          </p:cNvCxnSpPr>
          <p:nvPr/>
        </p:nvCxnSpPr>
        <p:spPr>
          <a:xfrm>
            <a:off x="6771258" y="5010602"/>
            <a:ext cx="1587667" cy="0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" name="모서리가 둥근 직사각형 547">
            <a:extLst>
              <a:ext uri="{FF2B5EF4-FFF2-40B4-BE49-F238E27FC236}">
                <a16:creationId xmlns:a16="http://schemas.microsoft.com/office/drawing/2014/main" id="{1FC0315F-AF1C-44BA-9C2D-CB20828D9EE3}"/>
              </a:ext>
            </a:extLst>
          </p:cNvPr>
          <p:cNvSpPr/>
          <p:nvPr/>
        </p:nvSpPr>
        <p:spPr>
          <a:xfrm>
            <a:off x="8358925" y="6382161"/>
            <a:ext cx="1108595" cy="231237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</a:pPr>
            <a:r>
              <a:rPr kumimoji="1" lang="ko-KR" altLang="en-US" sz="1000" b="1" kern="0" spc="-8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공동협의체 가입</a:t>
            </a:r>
            <a:endParaRPr kumimoji="1" lang="ko-KR" altLang="en-US" sz="1000" b="1" kern="0" spc="-8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cxnSp>
        <p:nvCxnSpPr>
          <p:cNvPr id="246" name="직선 화살표 연결선 245">
            <a:extLst>
              <a:ext uri="{FF2B5EF4-FFF2-40B4-BE49-F238E27FC236}">
                <a16:creationId xmlns:a16="http://schemas.microsoft.com/office/drawing/2014/main" id="{30AD3DA0-DC0C-4F74-B375-E32B779D27B0}"/>
              </a:ext>
            </a:extLst>
          </p:cNvPr>
          <p:cNvCxnSpPr>
            <a:stCxn id="240" idx="4"/>
            <a:endCxn id="245" idx="1"/>
          </p:cNvCxnSpPr>
          <p:nvPr/>
        </p:nvCxnSpPr>
        <p:spPr>
          <a:xfrm flipV="1">
            <a:off x="6771258" y="6497780"/>
            <a:ext cx="1587667" cy="193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Text Box 148">
            <a:extLst>
              <a:ext uri="{FF2B5EF4-FFF2-40B4-BE49-F238E27FC236}">
                <a16:creationId xmlns:a16="http://schemas.microsoft.com/office/drawing/2014/main" id="{9E422E3C-2117-40F6-86CB-BC053B486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2086" y="4802830"/>
            <a:ext cx="891586" cy="104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1200" cap="none" spc="-50" normalizeH="0" baseline="0" noProof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A</a:t>
            </a:r>
            <a:r>
              <a:rPr lang="ko-KR" altLang="en-US" sz="90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업체 </a:t>
            </a:r>
            <a:r>
              <a:rPr lang="en-US" altLang="ko-KR" sz="90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-&gt; </a:t>
            </a:r>
            <a:r>
              <a:rPr lang="ko-KR" altLang="en-US" sz="90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국립환경과학원</a:t>
            </a:r>
            <a:endParaRPr kumimoji="1" lang="ko-KR" altLang="en-US" sz="900" b="0" i="0" u="none" strike="noStrike" kern="1200" cap="none" spc="-50" normalizeH="0" baseline="0" noProof="0" dirty="0">
              <a:ln>
                <a:solidFill>
                  <a:srgbClr val="7593B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48" name="Text Box 148">
            <a:extLst>
              <a:ext uri="{FF2B5EF4-FFF2-40B4-BE49-F238E27FC236}">
                <a16:creationId xmlns:a16="http://schemas.microsoft.com/office/drawing/2014/main" id="{E9F4D8DD-9CEA-4304-9982-53B1398983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5505" y="5290047"/>
            <a:ext cx="1341400" cy="12718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접수번호 </a:t>
            </a:r>
            <a:r>
              <a:rPr lang="en-US" altLang="ko-KR" sz="110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EAS-N-001</a:t>
            </a:r>
            <a:endParaRPr lang="en-US" altLang="ko-KR" sz="1100" dirty="0">
              <a:solidFill>
                <a:srgbClr val="C0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49" name="Text Box 148">
            <a:extLst>
              <a:ext uri="{FF2B5EF4-FFF2-40B4-BE49-F238E27FC236}">
                <a16:creationId xmlns:a16="http://schemas.microsoft.com/office/drawing/2014/main" id="{FA57588B-63BB-4DAE-9A71-E1F4D212EF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5505" y="5460079"/>
            <a:ext cx="1341400" cy="12718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접수번호 </a:t>
            </a:r>
            <a:r>
              <a:rPr lang="en-US" altLang="ko-KR" sz="110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EAS-N-002</a:t>
            </a:r>
            <a:endParaRPr lang="en-US" altLang="ko-KR" sz="1100" dirty="0">
              <a:solidFill>
                <a:srgbClr val="C0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50" name="Text Box 148">
            <a:extLst>
              <a:ext uri="{FF2B5EF4-FFF2-40B4-BE49-F238E27FC236}">
                <a16:creationId xmlns:a16="http://schemas.microsoft.com/office/drawing/2014/main" id="{D0EBDE9F-FEF7-460E-B711-B5B23274ED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5505" y="5630110"/>
            <a:ext cx="1341400" cy="12718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접수번호 </a:t>
            </a:r>
            <a:r>
              <a:rPr lang="en-US" altLang="ko-KR" sz="110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EAS-N-003</a:t>
            </a:r>
            <a:endParaRPr lang="en-US" altLang="ko-KR" sz="1100" dirty="0">
              <a:solidFill>
                <a:srgbClr val="C0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55" name="Text Box 148">
            <a:extLst>
              <a:ext uri="{FF2B5EF4-FFF2-40B4-BE49-F238E27FC236}">
                <a16:creationId xmlns:a16="http://schemas.microsoft.com/office/drawing/2014/main" id="{926E2D8C-DD7C-446F-AAEE-DA766AA1F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1697" y="6580588"/>
            <a:ext cx="735262" cy="104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 i="0" u="none" strike="noStrike" kern="1200" cap="none" spc="-50" normalizeH="0" baseline="0" noProof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A</a:t>
            </a:r>
            <a:r>
              <a:rPr lang="ko-KR" altLang="en-US" sz="90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업체 </a:t>
            </a:r>
            <a:r>
              <a:rPr lang="en-US" altLang="ko-KR" sz="90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-&gt; </a:t>
            </a:r>
            <a:r>
              <a:rPr lang="ko-KR" altLang="en-US" sz="90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공동협의체</a:t>
            </a:r>
            <a:endParaRPr kumimoji="1" lang="ko-KR" altLang="en-US" sz="900" b="0" i="0" u="none" strike="noStrike" kern="1200" cap="none" spc="-50" normalizeH="0" baseline="0" noProof="0" dirty="0">
              <a:ln>
                <a:solidFill>
                  <a:srgbClr val="7593B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56" name="Text Box 148">
            <a:extLst>
              <a:ext uri="{FF2B5EF4-FFF2-40B4-BE49-F238E27FC236}">
                <a16:creationId xmlns:a16="http://schemas.microsoft.com/office/drawing/2014/main" id="{F5287C13-F074-41F0-9FB0-8FBE91B86F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7947" y="5952731"/>
            <a:ext cx="1341400" cy="1692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algn="ctr" latinLnBrk="0">
              <a:defRPr kumimoji="1" sz="800" spc="-5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itchFamily="18" charset="-127"/>
                <a:ea typeface="KoPub돋움체 Light" pitchFamily="18" charset="-127"/>
              </a:defRPr>
            </a:lvl1pPr>
            <a:lvl2pPr marL="742950" indent="-28575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2pPr>
            <a:lvl3pPr marL="11430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3pPr>
            <a:lvl4pPr marL="16002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4pPr>
            <a:lvl5pPr marL="2057400" indent="-228600" eaLnBrk="0" hangingPunct="0">
              <a:defRPr kumimoji="1">
                <a:latin typeface="산돌고딕 L" pitchFamily="18" charset="-127"/>
                <a:ea typeface="산돌고딕 L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산돌고딕 L" pitchFamily="18" charset="-127"/>
                <a:ea typeface="산돌고딕 L" pitchFamily="18" charset="-127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접수번호 </a:t>
            </a:r>
            <a:r>
              <a:rPr lang="en-US" altLang="ko-KR" sz="110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EAS-N-004</a:t>
            </a:r>
            <a:endParaRPr lang="en-US" altLang="ko-KR" sz="1100" dirty="0">
              <a:solidFill>
                <a:srgbClr val="C0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77" name="연결선: 꺾임 76">
            <a:extLst>
              <a:ext uri="{FF2B5EF4-FFF2-40B4-BE49-F238E27FC236}">
                <a16:creationId xmlns:a16="http://schemas.microsoft.com/office/drawing/2014/main" id="{79A25472-B258-4568-A6E1-C5562FD504E9}"/>
              </a:ext>
            </a:extLst>
          </p:cNvPr>
          <p:cNvCxnSpPr>
            <a:cxnSpLocks/>
            <a:stCxn id="220" idx="4"/>
            <a:endCxn id="231" idx="0"/>
          </p:cNvCxnSpPr>
          <p:nvPr/>
        </p:nvCxnSpPr>
        <p:spPr>
          <a:xfrm rot="5400000">
            <a:off x="4632158" y="725831"/>
            <a:ext cx="2034574" cy="7658449"/>
          </a:xfrm>
          <a:prstGeom prst="bentConnector3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AutoShape 124">
            <a:extLst>
              <a:ext uri="{FF2B5EF4-FFF2-40B4-BE49-F238E27FC236}">
                <a16:creationId xmlns:a16="http://schemas.microsoft.com/office/drawing/2014/main" id="{22D756B6-4EE7-45DA-9874-44DAF3FC0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8273" y="5229358"/>
            <a:ext cx="1348632" cy="563867"/>
          </a:xfrm>
          <a:prstGeom prst="roundRect">
            <a:avLst>
              <a:gd name="adj" fmla="val 5795"/>
            </a:avLst>
          </a:prstGeom>
          <a:noFill/>
          <a:ln w="19050" cap="flat" cmpd="sng" algn="ctr">
            <a:solidFill>
              <a:srgbClr val="D5760D"/>
            </a:solidFill>
            <a:prstDash val="solid"/>
          </a:ln>
          <a:effectLst>
            <a:glow rad="63500">
              <a:srgbClr val="FFC000">
                <a:alpha val="56000"/>
              </a:srgbClr>
            </a:glow>
          </a:effectLst>
        </p:spPr>
        <p:txBody>
          <a:bodyPr rot="0" spcFirstLastPara="0" vertOverflow="overflow" horzOverflow="overflow" vert="horz" wrap="square" lIns="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7800" indent="-177800" defTabSz="1015797" fontAlgn="base" latinLnBrk="0">
              <a:spcBef>
                <a:spcPts val="100"/>
              </a:spcBef>
              <a:spcAft>
                <a:spcPts val="100"/>
              </a:spcAft>
              <a:buFontTx/>
              <a:buBlip>
                <a:blip r:embed="rId5"/>
              </a:buBlip>
            </a:pPr>
            <a:endParaRPr kumimoji="1" lang="ko-KR" altLang="en-US" sz="900" dirty="0">
              <a:solidFill>
                <a:srgbClr val="0679CF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41" name="AutoShape 124">
            <a:extLst>
              <a:ext uri="{FF2B5EF4-FFF2-40B4-BE49-F238E27FC236}">
                <a16:creationId xmlns:a16="http://schemas.microsoft.com/office/drawing/2014/main" id="{74DD0743-F787-4B3F-8803-04568E496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0715" y="5908328"/>
            <a:ext cx="1348632" cy="281742"/>
          </a:xfrm>
          <a:prstGeom prst="roundRect">
            <a:avLst>
              <a:gd name="adj" fmla="val 5795"/>
            </a:avLst>
          </a:prstGeom>
          <a:noFill/>
          <a:ln w="19050" cap="flat" cmpd="sng" algn="ctr">
            <a:solidFill>
              <a:srgbClr val="D5760D"/>
            </a:solidFill>
            <a:prstDash val="solid"/>
          </a:ln>
          <a:effectLst>
            <a:glow rad="63500">
              <a:srgbClr val="FFC000">
                <a:alpha val="56000"/>
              </a:srgbClr>
            </a:glow>
          </a:effectLst>
        </p:spPr>
        <p:txBody>
          <a:bodyPr rot="0" spcFirstLastPara="0" vertOverflow="overflow" horzOverflow="overflow" vert="horz" wrap="square" lIns="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7800" indent="-177800" defTabSz="1015797" fontAlgn="base" latinLnBrk="0">
              <a:spcBef>
                <a:spcPts val="100"/>
              </a:spcBef>
              <a:spcAft>
                <a:spcPts val="100"/>
              </a:spcAft>
              <a:buFontTx/>
              <a:buBlip>
                <a:blip r:embed="rId5"/>
              </a:buBlip>
            </a:pPr>
            <a:endParaRPr kumimoji="1" lang="ko-KR" altLang="en-US" sz="900" dirty="0">
              <a:solidFill>
                <a:srgbClr val="0679CF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grpSp>
        <p:nvGrpSpPr>
          <p:cNvPr id="147" name="그룹 146">
            <a:extLst>
              <a:ext uri="{FF2B5EF4-FFF2-40B4-BE49-F238E27FC236}">
                <a16:creationId xmlns:a16="http://schemas.microsoft.com/office/drawing/2014/main" id="{82271609-D99D-4FFB-B1E0-922433C84453}"/>
              </a:ext>
            </a:extLst>
          </p:cNvPr>
          <p:cNvGrpSpPr/>
          <p:nvPr/>
        </p:nvGrpSpPr>
        <p:grpSpPr>
          <a:xfrm>
            <a:off x="8591193" y="5266607"/>
            <a:ext cx="628378" cy="396732"/>
            <a:chOff x="758751" y="2776440"/>
            <a:chExt cx="1481683" cy="850430"/>
          </a:xfrm>
        </p:grpSpPr>
        <p:pic>
          <p:nvPicPr>
            <p:cNvPr id="148" name="그림 147">
              <a:extLst>
                <a:ext uri="{FF2B5EF4-FFF2-40B4-BE49-F238E27FC236}">
                  <a16:creationId xmlns:a16="http://schemas.microsoft.com/office/drawing/2014/main" id="{3977144C-3B8E-45B9-8D15-79824C968C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35416" y="2776440"/>
              <a:ext cx="551393" cy="530185"/>
            </a:xfrm>
            <a:prstGeom prst="rect">
              <a:avLst/>
            </a:prstGeom>
          </p:spPr>
        </p:pic>
        <p:sp>
          <p:nvSpPr>
            <p:cNvPr id="149" name="Text Box 148">
              <a:extLst>
                <a:ext uri="{FF2B5EF4-FFF2-40B4-BE49-F238E27FC236}">
                  <a16:creationId xmlns:a16="http://schemas.microsoft.com/office/drawing/2014/main" id="{3520EF16-DBD4-49F8-A38B-D6A8D6943E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8751" y="3329985"/>
              <a:ext cx="1481683" cy="2968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ko-KR"/>
              </a:defPPr>
              <a:lvl1pPr algn="ctr" latinLnBrk="0">
                <a:defRPr kumimoji="1" sz="800" spc="-5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itchFamily="18" charset="-127"/>
                  <a:ea typeface="KoPub돋움체 Light" pitchFamily="18" charset="-127"/>
                </a:defRPr>
              </a:lvl1pPr>
              <a:lvl2pPr marL="742950" indent="-28575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1" i="0" u="none" strike="noStrike" kern="1200" cap="none" spc="-50" normalizeH="0" baseline="0" noProof="0">
                  <a:ln>
                    <a:solidFill>
                      <a:srgbClr val="7593B5">
                        <a:alpha val="0"/>
                      </a:srgbClr>
                    </a:solidFill>
                  </a:ln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A </a:t>
              </a:r>
              <a:r>
                <a:rPr kumimoji="1" lang="ko-KR" altLang="en-US" sz="900" b="1" i="0" u="none" strike="noStrike" kern="1200" cap="none" spc="-50" normalizeH="0" baseline="0" noProof="0">
                  <a:ln>
                    <a:solidFill>
                      <a:srgbClr val="7593B5">
                        <a:alpha val="0"/>
                      </a:srgbClr>
                    </a:solidFill>
                  </a:ln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업체</a:t>
              </a:r>
              <a:r>
                <a:rPr kumimoji="1" lang="en-US" altLang="ko-KR" sz="900" b="1" i="0" u="none" strike="noStrike" kern="1200" cap="none" spc="-50" normalizeH="0" baseline="0" noProof="0">
                  <a:ln>
                    <a:solidFill>
                      <a:srgbClr val="7593B5">
                        <a:alpha val="0"/>
                      </a:srgbClr>
                    </a:solidFill>
                  </a:ln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(</a:t>
              </a:r>
              <a:r>
                <a:rPr kumimoji="1" lang="ko-KR" altLang="en-US" sz="900" b="1" i="0" u="none" strike="noStrike" kern="1200" cap="none" spc="-50" normalizeH="0" baseline="0" noProof="0">
                  <a:ln>
                    <a:solidFill>
                      <a:srgbClr val="7593B5">
                        <a:alpha val="0"/>
                      </a:srgbClr>
                    </a:solidFill>
                  </a:ln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선임자</a:t>
              </a:r>
              <a:r>
                <a:rPr kumimoji="1" lang="en-US" altLang="ko-KR" sz="900" b="1" i="0" u="none" strike="noStrike" kern="1200" cap="none" spc="-50" normalizeH="0" baseline="0" noProof="0">
                  <a:ln>
                    <a:solidFill>
                      <a:srgbClr val="7593B5">
                        <a:alpha val="0"/>
                      </a:srgbClr>
                    </a:solidFill>
                  </a:ln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)</a:t>
              </a:r>
              <a:endParaRPr kumimoji="1" lang="ko-KR" altLang="en-US" sz="900" b="1" i="0" u="none" strike="noStrike" kern="1200" cap="none" spc="-50" normalizeH="0" baseline="0" noProof="0" dirty="0">
                <a:ln>
                  <a:solidFill>
                    <a:srgbClr val="7593B5">
                      <a:alpha val="0"/>
                    </a:srgbClr>
                  </a:solidFill>
                </a:ln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grpSp>
        <p:nvGrpSpPr>
          <p:cNvPr id="150" name="그룹 149">
            <a:extLst>
              <a:ext uri="{FF2B5EF4-FFF2-40B4-BE49-F238E27FC236}">
                <a16:creationId xmlns:a16="http://schemas.microsoft.com/office/drawing/2014/main" id="{366EA478-C10C-4B1A-B989-B13F6414E11F}"/>
              </a:ext>
            </a:extLst>
          </p:cNvPr>
          <p:cNvGrpSpPr/>
          <p:nvPr/>
        </p:nvGrpSpPr>
        <p:grpSpPr>
          <a:xfrm>
            <a:off x="8788460" y="5827781"/>
            <a:ext cx="233844" cy="362289"/>
            <a:chOff x="1235416" y="2776440"/>
            <a:chExt cx="551393" cy="776598"/>
          </a:xfrm>
        </p:grpSpPr>
        <p:pic>
          <p:nvPicPr>
            <p:cNvPr id="151" name="그림 150">
              <a:extLst>
                <a:ext uri="{FF2B5EF4-FFF2-40B4-BE49-F238E27FC236}">
                  <a16:creationId xmlns:a16="http://schemas.microsoft.com/office/drawing/2014/main" id="{56F1CA44-EFD5-43F2-883E-0C1977DE73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35416" y="2776440"/>
              <a:ext cx="551393" cy="530185"/>
            </a:xfrm>
            <a:prstGeom prst="rect">
              <a:avLst/>
            </a:prstGeom>
          </p:spPr>
        </p:pic>
        <p:sp>
          <p:nvSpPr>
            <p:cNvPr id="152" name="Text Box 148">
              <a:extLst>
                <a:ext uri="{FF2B5EF4-FFF2-40B4-BE49-F238E27FC236}">
                  <a16:creationId xmlns:a16="http://schemas.microsoft.com/office/drawing/2014/main" id="{70FA6179-714B-471A-B545-24D4FB646C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8533" y="3329985"/>
              <a:ext cx="462116" cy="2230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ko-KR"/>
              </a:defPPr>
              <a:lvl1pPr algn="ctr" latinLnBrk="0">
                <a:defRPr kumimoji="1" sz="800" spc="-5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Light" pitchFamily="18" charset="-127"/>
                  <a:ea typeface="KoPub돋움체 Light" pitchFamily="18" charset="-127"/>
                </a:defRPr>
              </a:lvl1pPr>
              <a:lvl2pPr marL="742950" indent="-28575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900" b="0" i="0" u="none" strike="noStrike" kern="1200" cap="none" spc="-50" normalizeH="0" baseline="0" noProof="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A </a:t>
              </a:r>
              <a:r>
                <a:rPr kumimoji="1" lang="ko-KR" altLang="en-US" sz="900" b="0" i="0" u="none" strike="noStrike" kern="1200" cap="none" spc="-50" normalizeH="0" baseline="0" noProof="0">
                  <a:ln>
                    <a:solidFill>
                      <a:srgbClr val="7593B5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업체</a:t>
              </a:r>
              <a:endParaRPr kumimoji="1" lang="ko-KR" altLang="en-US" sz="900" b="0" i="0" u="none" strike="noStrike" kern="1200" cap="none" spc="-50" normalizeH="0" baseline="0" noProof="0" dirty="0">
                <a:ln>
                  <a:solidFill>
                    <a:srgbClr val="7593B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B6C0A9AB-92C8-4679-90E8-87AB5A78B41F}"/>
              </a:ext>
            </a:extLst>
          </p:cNvPr>
          <p:cNvGrpSpPr/>
          <p:nvPr/>
        </p:nvGrpSpPr>
        <p:grpSpPr>
          <a:xfrm>
            <a:off x="8284675" y="5399878"/>
            <a:ext cx="225453" cy="218240"/>
            <a:chOff x="1643743" y="1469571"/>
            <a:chExt cx="707571" cy="566058"/>
          </a:xfrm>
        </p:grpSpPr>
        <p:sp>
          <p:nvSpPr>
            <p:cNvPr id="160" name="갈매기형 수장 325">
              <a:extLst>
                <a:ext uri="{FF2B5EF4-FFF2-40B4-BE49-F238E27FC236}">
                  <a16:creationId xmlns:a16="http://schemas.microsoft.com/office/drawing/2014/main" id="{4B00839E-9BC5-415F-922C-A7B8E7F194D8}"/>
                </a:ext>
              </a:extLst>
            </p:cNvPr>
            <p:cNvSpPr/>
            <p:nvPr/>
          </p:nvSpPr>
          <p:spPr>
            <a:xfrm>
              <a:off x="1937657" y="1469571"/>
              <a:ext cx="413657" cy="566058"/>
            </a:xfrm>
            <a:prstGeom prst="chevron">
              <a:avLst/>
            </a:prstGeom>
            <a:solidFill>
              <a:srgbClr val="5B9BD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161" name="갈매기형 수장 326">
              <a:extLst>
                <a:ext uri="{FF2B5EF4-FFF2-40B4-BE49-F238E27FC236}">
                  <a16:creationId xmlns:a16="http://schemas.microsoft.com/office/drawing/2014/main" id="{EEB12D61-11E1-4018-B20C-847CD2644C88}"/>
                </a:ext>
              </a:extLst>
            </p:cNvPr>
            <p:cNvSpPr/>
            <p:nvPr/>
          </p:nvSpPr>
          <p:spPr>
            <a:xfrm>
              <a:off x="1643743" y="1469571"/>
              <a:ext cx="413657" cy="566058"/>
            </a:xfrm>
            <a:prstGeom prst="chevron">
              <a:avLst/>
            </a:prstGeom>
            <a:solidFill>
              <a:srgbClr val="5B9BD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</p:grpSp>
      <p:grpSp>
        <p:nvGrpSpPr>
          <p:cNvPr id="162" name="그룹 161">
            <a:extLst>
              <a:ext uri="{FF2B5EF4-FFF2-40B4-BE49-F238E27FC236}">
                <a16:creationId xmlns:a16="http://schemas.microsoft.com/office/drawing/2014/main" id="{93FC7367-E82E-4C1E-8B39-62AAD58EDAF0}"/>
              </a:ext>
            </a:extLst>
          </p:cNvPr>
          <p:cNvGrpSpPr/>
          <p:nvPr/>
        </p:nvGrpSpPr>
        <p:grpSpPr>
          <a:xfrm>
            <a:off x="8268450" y="5951966"/>
            <a:ext cx="225453" cy="218240"/>
            <a:chOff x="1643743" y="1469571"/>
            <a:chExt cx="707571" cy="566058"/>
          </a:xfrm>
        </p:grpSpPr>
        <p:sp>
          <p:nvSpPr>
            <p:cNvPr id="163" name="갈매기형 수장 325">
              <a:extLst>
                <a:ext uri="{FF2B5EF4-FFF2-40B4-BE49-F238E27FC236}">
                  <a16:creationId xmlns:a16="http://schemas.microsoft.com/office/drawing/2014/main" id="{FE9FE015-3422-4873-A7DB-99089C33D4AA}"/>
                </a:ext>
              </a:extLst>
            </p:cNvPr>
            <p:cNvSpPr/>
            <p:nvPr/>
          </p:nvSpPr>
          <p:spPr>
            <a:xfrm>
              <a:off x="1937657" y="1469571"/>
              <a:ext cx="413657" cy="566058"/>
            </a:xfrm>
            <a:prstGeom prst="chevron">
              <a:avLst/>
            </a:prstGeom>
            <a:solidFill>
              <a:srgbClr val="5B9BD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  <p:sp>
          <p:nvSpPr>
            <p:cNvPr id="164" name="갈매기형 수장 326">
              <a:extLst>
                <a:ext uri="{FF2B5EF4-FFF2-40B4-BE49-F238E27FC236}">
                  <a16:creationId xmlns:a16="http://schemas.microsoft.com/office/drawing/2014/main" id="{67F8530C-B409-4111-8FBE-FD727DCD5E7F}"/>
                </a:ext>
              </a:extLst>
            </p:cNvPr>
            <p:cNvSpPr/>
            <p:nvPr/>
          </p:nvSpPr>
          <p:spPr>
            <a:xfrm>
              <a:off x="1643743" y="1469571"/>
              <a:ext cx="413657" cy="566058"/>
            </a:xfrm>
            <a:prstGeom prst="chevron">
              <a:avLst/>
            </a:prstGeom>
            <a:solidFill>
              <a:srgbClr val="5B9BD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endParaRPr>
            </a:p>
          </p:txBody>
        </p:sp>
      </p:grp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04979195-2FBC-4F1A-BE44-0BFDA96540FF}"/>
              </a:ext>
            </a:extLst>
          </p:cNvPr>
          <p:cNvSpPr/>
          <p:nvPr/>
        </p:nvSpPr>
        <p:spPr>
          <a:xfrm>
            <a:off x="5668040" y="4685262"/>
            <a:ext cx="3952323" cy="2034574"/>
          </a:xfrm>
          <a:prstGeom prst="rect">
            <a:avLst/>
          </a:prstGeom>
          <a:solidFill>
            <a:srgbClr val="C00000">
              <a:alpha val="10000"/>
            </a:srgbClr>
          </a:solidFill>
          <a:ln w="127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화살표 연결선 3"/>
          <p:cNvCxnSpPr>
            <a:stCxn id="109" idx="3"/>
            <a:endCxn id="172" idx="1"/>
          </p:cNvCxnSpPr>
          <p:nvPr/>
        </p:nvCxnSpPr>
        <p:spPr>
          <a:xfrm>
            <a:off x="3823931" y="3557024"/>
            <a:ext cx="615988" cy="1265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/>
          <p:cNvCxnSpPr>
            <a:stCxn id="110" idx="3"/>
            <a:endCxn id="175" idx="1"/>
          </p:cNvCxnSpPr>
          <p:nvPr/>
        </p:nvCxnSpPr>
        <p:spPr>
          <a:xfrm>
            <a:off x="3820747" y="4162847"/>
            <a:ext cx="624058" cy="3242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ectangle 6">
            <a:extLst>
              <a:ext uri="{FF2B5EF4-FFF2-40B4-BE49-F238E27FC236}">
                <a16:creationId xmlns:a16="http://schemas.microsoft.com/office/drawing/2014/main" id="{47CAA604-38CD-4524-BACC-6B851A2E6F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13" y="383430"/>
            <a:ext cx="531454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 anchor="b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ko-KR" sz="3600" b="0" i="0" u="none" strike="noStrike" kern="1200" cap="none" spc="-49" normalizeH="0" baseline="0" noProof="0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rgbClr val="A9CE56"/>
                </a:solidFill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  <a:cs typeface="+mn-cs"/>
              </a:rPr>
              <a:t>0</a:t>
            </a:r>
            <a:r>
              <a:rPr lang="en-US" altLang="ko-KR" sz="3600" spc="-49" dirty="0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rgbClr val="4B8E42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6</a:t>
            </a:r>
            <a:endParaRPr kumimoji="0" lang="ko-KR" altLang="en-US" sz="3600" b="0" i="0" u="none" strike="noStrike" kern="1200" cap="none" spc="-49" normalizeH="0" baseline="0" noProof="0" dirty="0">
              <a:ln>
                <a:solidFill>
                  <a:srgbClr val="D64E75">
                    <a:alpha val="0"/>
                  </a:srgbClr>
                </a:solidFill>
              </a:ln>
              <a:solidFill>
                <a:srgbClr val="4B8E42"/>
              </a:solidFill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94473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그룹 30">
            <a:extLst>
              <a:ext uri="{FF2B5EF4-FFF2-40B4-BE49-F238E27FC236}">
                <a16:creationId xmlns:a16="http://schemas.microsoft.com/office/drawing/2014/main" id="{250286FF-91D0-4C43-8A6A-C3CC67000F85}"/>
              </a:ext>
            </a:extLst>
          </p:cNvPr>
          <p:cNvGrpSpPr/>
          <p:nvPr/>
        </p:nvGrpSpPr>
        <p:grpSpPr>
          <a:xfrm>
            <a:off x="565201" y="598511"/>
            <a:ext cx="9250762" cy="763806"/>
            <a:chOff x="565201" y="598511"/>
            <a:chExt cx="9250762" cy="763806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D277BAF4-FB86-4416-9702-1AB832F9C81A}"/>
                </a:ext>
              </a:extLst>
            </p:cNvPr>
            <p:cNvGrpSpPr/>
            <p:nvPr/>
          </p:nvGrpSpPr>
          <p:grpSpPr>
            <a:xfrm>
              <a:off x="565201" y="598511"/>
              <a:ext cx="6406124" cy="763806"/>
              <a:chOff x="565201" y="598511"/>
              <a:chExt cx="6406124" cy="763806"/>
            </a:xfrm>
          </p:grpSpPr>
          <p:sp>
            <p:nvSpPr>
              <p:cNvPr id="60" name="Rectangle 6">
                <a:extLst>
                  <a:ext uri="{FF2B5EF4-FFF2-40B4-BE49-F238E27FC236}">
                    <a16:creationId xmlns:a16="http://schemas.microsoft.com/office/drawing/2014/main" id="{AC352C42-6015-41C4-A05F-F5B59860C4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6235" y="598511"/>
                <a:ext cx="4423515" cy="3077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 anchor="b">
                <a:spAutoFit/>
              </a:bodyPr>
              <a:lstStyle/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itchFamily="2" charset="2"/>
                  <a:buNone/>
                  <a:tabLst/>
                  <a:defRPr/>
                </a:pPr>
                <a:r>
                  <a:rPr lang="ko-KR" altLang="en-US" sz="2000" spc="-49" dirty="0">
                    <a:ln>
                      <a:solidFill>
                        <a:srgbClr val="D64E75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기존 </a:t>
                </a:r>
                <a:r>
                  <a:rPr lang="ko-KR" altLang="en-US" sz="2000" spc="-49" dirty="0" err="1">
                    <a:ln>
                      <a:solidFill>
                        <a:srgbClr val="D64E75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살생물물질</a:t>
                </a:r>
                <a:r>
                  <a:rPr lang="ko-KR" altLang="en-US" sz="2000" spc="-49" dirty="0">
                    <a:ln>
                      <a:solidFill>
                        <a:srgbClr val="D64E75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 승인신청</a:t>
                </a:r>
                <a:r>
                  <a:rPr lang="en-US" altLang="ko-KR" sz="2000" spc="-49" dirty="0">
                    <a:ln>
                      <a:solidFill>
                        <a:srgbClr val="D64E75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(6)</a:t>
                </a:r>
                <a:endParaRPr kumimoji="0" lang="ko-KR" altLang="en-US" sz="2000" b="0" i="0" u="none" strike="noStrike" kern="1200" cap="none" spc="-49" normalizeH="0" baseline="0" noProof="0" dirty="0">
                  <a:ln>
                    <a:solidFill>
                      <a:srgbClr val="D64E75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endParaRPr>
              </a:p>
            </p:txBody>
          </p:sp>
          <p:grpSp>
            <p:nvGrpSpPr>
              <p:cNvPr id="61" name="그룹 60">
                <a:extLst>
                  <a:ext uri="{FF2B5EF4-FFF2-40B4-BE49-F238E27FC236}">
                    <a16:creationId xmlns:a16="http://schemas.microsoft.com/office/drawing/2014/main" id="{74D6BEF5-3BF9-4AA3-B7E4-4272E12B19FE}"/>
                  </a:ext>
                </a:extLst>
              </p:cNvPr>
              <p:cNvGrpSpPr/>
              <p:nvPr/>
            </p:nvGrpSpPr>
            <p:grpSpPr>
              <a:xfrm>
                <a:off x="565201" y="1123003"/>
                <a:ext cx="6406124" cy="239314"/>
                <a:chOff x="1283748" y="1193940"/>
                <a:chExt cx="6406124" cy="239314"/>
              </a:xfrm>
            </p:grpSpPr>
            <p:sp>
              <p:nvSpPr>
                <p:cNvPr id="62" name="Freeform 31">
                  <a:extLst>
                    <a:ext uri="{FF2B5EF4-FFF2-40B4-BE49-F238E27FC236}">
                      <a16:creationId xmlns:a16="http://schemas.microsoft.com/office/drawing/2014/main" id="{73EE3838-E26E-4FD7-8A6B-B957D865140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283748" y="1193940"/>
                  <a:ext cx="240252" cy="239314"/>
                </a:xfrm>
                <a:custGeom>
                  <a:avLst/>
                  <a:gdLst>
                    <a:gd name="T0" fmla="*/ 96 w 192"/>
                    <a:gd name="T1" fmla="*/ 0 h 191"/>
                    <a:gd name="T2" fmla="*/ 0 w 192"/>
                    <a:gd name="T3" fmla="*/ 95 h 191"/>
                    <a:gd name="T4" fmla="*/ 96 w 192"/>
                    <a:gd name="T5" fmla="*/ 191 h 191"/>
                    <a:gd name="T6" fmla="*/ 192 w 192"/>
                    <a:gd name="T7" fmla="*/ 95 h 191"/>
                    <a:gd name="T8" fmla="*/ 96 w 192"/>
                    <a:gd name="T9" fmla="*/ 0 h 191"/>
                    <a:gd name="T10" fmla="*/ 156 w 192"/>
                    <a:gd name="T11" fmla="*/ 73 h 191"/>
                    <a:gd name="T12" fmla="*/ 86 w 192"/>
                    <a:gd name="T13" fmla="*/ 142 h 191"/>
                    <a:gd name="T14" fmla="*/ 77 w 192"/>
                    <a:gd name="T15" fmla="*/ 145 h 191"/>
                    <a:gd name="T16" fmla="*/ 68 w 192"/>
                    <a:gd name="T17" fmla="*/ 142 h 191"/>
                    <a:gd name="T18" fmla="*/ 37 w 192"/>
                    <a:gd name="T19" fmla="*/ 110 h 191"/>
                    <a:gd name="T20" fmla="*/ 37 w 192"/>
                    <a:gd name="T21" fmla="*/ 92 h 191"/>
                    <a:gd name="T22" fmla="*/ 55 w 192"/>
                    <a:gd name="T23" fmla="*/ 92 h 191"/>
                    <a:gd name="T24" fmla="*/ 77 w 192"/>
                    <a:gd name="T25" fmla="*/ 115 h 191"/>
                    <a:gd name="T26" fmla="*/ 138 w 192"/>
                    <a:gd name="T27" fmla="*/ 55 h 191"/>
                    <a:gd name="T28" fmla="*/ 156 w 192"/>
                    <a:gd name="T29" fmla="*/ 55 h 191"/>
                    <a:gd name="T30" fmla="*/ 156 w 192"/>
                    <a:gd name="T31" fmla="*/ 73 h 1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192" h="191">
                      <a:moveTo>
                        <a:pt x="96" y="0"/>
                      </a:moveTo>
                      <a:cubicBezTo>
                        <a:pt x="43" y="0"/>
                        <a:pt x="0" y="42"/>
                        <a:pt x="0" y="95"/>
                      </a:cubicBezTo>
                      <a:cubicBezTo>
                        <a:pt x="0" y="148"/>
                        <a:pt x="43" y="191"/>
                        <a:pt x="96" y="191"/>
                      </a:cubicBezTo>
                      <a:cubicBezTo>
                        <a:pt x="149" y="191"/>
                        <a:pt x="192" y="148"/>
                        <a:pt x="192" y="95"/>
                      </a:cubicBezTo>
                      <a:cubicBezTo>
                        <a:pt x="192" y="42"/>
                        <a:pt x="149" y="0"/>
                        <a:pt x="96" y="0"/>
                      </a:cubicBezTo>
                      <a:close/>
                      <a:moveTo>
                        <a:pt x="156" y="73"/>
                      </a:moveTo>
                      <a:cubicBezTo>
                        <a:pt x="86" y="142"/>
                        <a:pt x="86" y="142"/>
                        <a:pt x="86" y="142"/>
                      </a:cubicBezTo>
                      <a:cubicBezTo>
                        <a:pt x="84" y="144"/>
                        <a:pt x="81" y="145"/>
                        <a:pt x="77" y="145"/>
                      </a:cubicBezTo>
                      <a:cubicBezTo>
                        <a:pt x="74" y="145"/>
                        <a:pt x="71" y="144"/>
                        <a:pt x="68" y="142"/>
                      </a:cubicBezTo>
                      <a:cubicBezTo>
                        <a:pt x="37" y="110"/>
                        <a:pt x="37" y="110"/>
                        <a:pt x="37" y="110"/>
                      </a:cubicBezTo>
                      <a:cubicBezTo>
                        <a:pt x="32" y="105"/>
                        <a:pt x="32" y="97"/>
                        <a:pt x="37" y="92"/>
                      </a:cubicBezTo>
                      <a:cubicBezTo>
                        <a:pt x="42" y="87"/>
                        <a:pt x="50" y="87"/>
                        <a:pt x="55" y="92"/>
                      </a:cubicBezTo>
                      <a:cubicBezTo>
                        <a:pt x="77" y="115"/>
                        <a:pt x="77" y="115"/>
                        <a:pt x="77" y="115"/>
                      </a:cubicBezTo>
                      <a:cubicBezTo>
                        <a:pt x="138" y="55"/>
                        <a:pt x="138" y="55"/>
                        <a:pt x="138" y="55"/>
                      </a:cubicBezTo>
                      <a:cubicBezTo>
                        <a:pt x="143" y="50"/>
                        <a:pt x="151" y="50"/>
                        <a:pt x="156" y="55"/>
                      </a:cubicBezTo>
                      <a:cubicBezTo>
                        <a:pt x="161" y="60"/>
                        <a:pt x="161" y="68"/>
                        <a:pt x="156" y="7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92F256F7-5BEA-46B9-9462-EECE20BB170E}"/>
                    </a:ext>
                  </a:extLst>
                </p:cNvPr>
                <p:cNvSpPr txBox="1"/>
                <p:nvPr/>
              </p:nvSpPr>
              <p:spPr>
                <a:xfrm>
                  <a:off x="1627315" y="1205875"/>
                  <a:ext cx="6062557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ko-KR" altLang="en-US" sz="1400" b="1" dirty="0" err="1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prstClr val="white"/>
                      </a:solidFill>
                      <a:latin typeface="+mj-ea"/>
                      <a:ea typeface="+mj-ea"/>
                    </a:rPr>
                    <a:t>수행사가</a:t>
                  </a:r>
                  <a:r>
                    <a:rPr lang="ko-KR" altLang="en-US" sz="1400" b="1" dirty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prstClr val="white"/>
                      </a:solidFill>
                      <a:latin typeface="+mj-ea"/>
                      <a:ea typeface="+mj-ea"/>
                    </a:rPr>
                    <a:t> 제시한 기존 </a:t>
                  </a:r>
                  <a:r>
                    <a:rPr lang="ko-KR" altLang="en-US" sz="1400" b="1" dirty="0" err="1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prstClr val="white"/>
                      </a:solidFill>
                      <a:latin typeface="+mj-ea"/>
                      <a:ea typeface="+mj-ea"/>
                    </a:rPr>
                    <a:t>살생물물질</a:t>
                  </a:r>
                  <a:r>
                    <a:rPr lang="ko-KR" altLang="en-US" sz="1400" b="1" dirty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prstClr val="white"/>
                      </a:solidFill>
                      <a:latin typeface="+mj-ea"/>
                      <a:ea typeface="+mj-ea"/>
                    </a:rPr>
                    <a:t> 승인신청 방법 시 </a:t>
                  </a:r>
                  <a:r>
                    <a:rPr lang="ko-KR" altLang="en-US" sz="1400" b="1" dirty="0" err="1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prstClr val="white"/>
                      </a:solidFill>
                      <a:latin typeface="+mj-ea"/>
                      <a:ea typeface="+mj-ea"/>
                    </a:rPr>
                    <a:t>공동협의체</a:t>
                  </a:r>
                  <a:r>
                    <a:rPr lang="ko-KR" altLang="en-US" sz="1400" b="1" dirty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prstClr val="white"/>
                      </a:solidFill>
                      <a:latin typeface="+mj-ea"/>
                      <a:ea typeface="+mj-ea"/>
                    </a:rPr>
                    <a:t> 구성 및 승인신청 방법</a:t>
                  </a:r>
                  <a:endParaRPr kumimoji="0" lang="ko-KR" altLang="en-US" sz="1400" b="1" i="0" u="none" strike="noStrike" kern="1200" cap="none" spc="0" normalizeH="0" baseline="0" noProof="0" dirty="0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ea"/>
                    <a:ea typeface="+mj-ea"/>
                    <a:cs typeface="+mn-cs"/>
                  </a:endParaRPr>
                </a:p>
              </p:txBody>
            </p:sp>
          </p:grpSp>
        </p:grp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28061A1D-5541-4FF3-BEB4-8C892FA0F642}"/>
                </a:ext>
              </a:extLst>
            </p:cNvPr>
            <p:cNvGrpSpPr/>
            <p:nvPr/>
          </p:nvGrpSpPr>
          <p:grpSpPr>
            <a:xfrm>
              <a:off x="8934005" y="699034"/>
              <a:ext cx="881958" cy="245691"/>
              <a:chOff x="8458455" y="782973"/>
              <a:chExt cx="881958" cy="245691"/>
            </a:xfrm>
          </p:grpSpPr>
          <p:grpSp>
            <p:nvGrpSpPr>
              <p:cNvPr id="34" name="그룹 33">
                <a:extLst>
                  <a:ext uri="{FF2B5EF4-FFF2-40B4-BE49-F238E27FC236}">
                    <a16:creationId xmlns:a16="http://schemas.microsoft.com/office/drawing/2014/main" id="{F30FD26E-0958-4BE7-937E-0350C66D6C7A}"/>
                  </a:ext>
                </a:extLst>
              </p:cNvPr>
              <p:cNvGrpSpPr/>
              <p:nvPr/>
            </p:nvGrpSpPr>
            <p:grpSpPr>
              <a:xfrm>
                <a:off x="8697949" y="782973"/>
                <a:ext cx="163476" cy="245691"/>
                <a:chOff x="8658927" y="782973"/>
                <a:chExt cx="163476" cy="245691"/>
              </a:xfrm>
            </p:grpSpPr>
            <p:sp>
              <p:nvSpPr>
                <p:cNvPr id="44" name="사각형: 둥근 위쪽 모서리 43">
                  <a:extLst>
                    <a:ext uri="{FF2B5EF4-FFF2-40B4-BE49-F238E27FC236}">
                      <a16:creationId xmlns:a16="http://schemas.microsoft.com/office/drawing/2014/main" id="{0ACFC5AA-E705-4466-ACC8-776E2596F441}"/>
                    </a:ext>
                  </a:extLst>
                </p:cNvPr>
                <p:cNvSpPr/>
                <p:nvPr/>
              </p:nvSpPr>
              <p:spPr>
                <a:xfrm>
                  <a:off x="8658927" y="956664"/>
                  <a:ext cx="163476" cy="72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rgbClr val="66B35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58" name="직사각형 57">
                  <a:extLst>
                    <a:ext uri="{FF2B5EF4-FFF2-40B4-BE49-F238E27FC236}">
                      <a16:creationId xmlns:a16="http://schemas.microsoft.com/office/drawing/2014/main" id="{A354ED15-3D73-4E95-A2EB-18D813D3ECED}"/>
                    </a:ext>
                  </a:extLst>
                </p:cNvPr>
                <p:cNvSpPr/>
                <p:nvPr/>
              </p:nvSpPr>
              <p:spPr>
                <a:xfrm>
                  <a:off x="8658927" y="782973"/>
                  <a:ext cx="163476" cy="14933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00" b="0" i="0" u="none" strike="noStrike" kern="0" cap="none" spc="-30" normalizeH="0" baseline="0" noProof="0" dirty="0">
                      <a:ln w="3175">
                        <a:solidFill>
                          <a:prstClr val="white">
                            <a:lumMod val="75000"/>
                            <a:alpha val="0"/>
                          </a:prstClr>
                        </a:solidFill>
                      </a:ln>
                      <a:solidFill>
                        <a:srgbClr val="4B8E42"/>
                      </a:solidFill>
                      <a:effectLst/>
                      <a:uLnTx/>
                      <a:uFillTx/>
                      <a:latin typeface="KoPub바탕체 Medium" panose="00000600000000000000" pitchFamily="2" charset="-127"/>
                      <a:ea typeface="KoPub바탕체 Medium" panose="00000600000000000000" pitchFamily="2" charset="-127"/>
                      <a:cs typeface="+mn-cs"/>
                    </a:rPr>
                    <a:t>Ⅱ</a:t>
                  </a:r>
                  <a:endParaRPr kumimoji="0" lang="ko-KR" altLang="en-US" sz="10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srgbClr val="4B8E42"/>
                    </a:solidFill>
                    <a:effectLst/>
                    <a:uLnTx/>
                    <a:uFillTx/>
                    <a:latin typeface="KoPub바탕체 Medium" panose="00000600000000000000" pitchFamily="2" charset="-127"/>
                    <a:ea typeface="KoPub바탕체 Medium" panose="00000600000000000000" pitchFamily="2" charset="-127"/>
                    <a:cs typeface="+mn-cs"/>
                  </a:endParaRPr>
                </a:p>
              </p:txBody>
            </p:sp>
          </p:grpSp>
          <p:grpSp>
            <p:nvGrpSpPr>
              <p:cNvPr id="35" name="그룹 34">
                <a:extLst>
                  <a:ext uri="{FF2B5EF4-FFF2-40B4-BE49-F238E27FC236}">
                    <a16:creationId xmlns:a16="http://schemas.microsoft.com/office/drawing/2014/main" id="{26ACEB8C-6E03-4863-A7A4-3BC3CEB11C32}"/>
                  </a:ext>
                </a:extLst>
              </p:cNvPr>
              <p:cNvGrpSpPr/>
              <p:nvPr/>
            </p:nvGrpSpPr>
            <p:grpSpPr>
              <a:xfrm>
                <a:off x="8458455" y="782973"/>
                <a:ext cx="163476" cy="245691"/>
                <a:chOff x="8458455" y="782973"/>
                <a:chExt cx="163476" cy="245691"/>
              </a:xfrm>
            </p:grpSpPr>
            <p:sp>
              <p:nvSpPr>
                <p:cNvPr id="42" name="사각형: 둥근 위쪽 모서리 41">
                  <a:extLst>
                    <a:ext uri="{FF2B5EF4-FFF2-40B4-BE49-F238E27FC236}">
                      <a16:creationId xmlns:a16="http://schemas.microsoft.com/office/drawing/2014/main" id="{FE1C1CA9-E907-4258-B1CD-F41BB1456DB3}"/>
                    </a:ext>
                  </a:extLst>
                </p:cNvPr>
                <p:cNvSpPr/>
                <p:nvPr/>
              </p:nvSpPr>
              <p:spPr>
                <a:xfrm>
                  <a:off x="8458455" y="956664"/>
                  <a:ext cx="163476" cy="72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43" name="직사각형 42">
                  <a:extLst>
                    <a:ext uri="{FF2B5EF4-FFF2-40B4-BE49-F238E27FC236}">
                      <a16:creationId xmlns:a16="http://schemas.microsoft.com/office/drawing/2014/main" id="{B366C2DA-8481-4B43-A2F3-3BDCD266FFB1}"/>
                    </a:ext>
                  </a:extLst>
                </p:cNvPr>
                <p:cNvSpPr/>
                <p:nvPr/>
              </p:nvSpPr>
              <p:spPr>
                <a:xfrm>
                  <a:off x="8458455" y="782973"/>
                  <a:ext cx="163476" cy="14933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0" cap="none" spc="-30" normalizeH="0" baseline="0" noProof="0" dirty="0">
                      <a:ln w="3175">
                        <a:solidFill>
                          <a:prstClr val="white">
                            <a:lumMod val="75000"/>
                            <a:alpha val="0"/>
                          </a:prstClr>
                        </a:solidFill>
                      </a:ln>
                      <a:solidFill>
                        <a:prstClr val="white">
                          <a:lumMod val="75000"/>
                        </a:prstClr>
                      </a:solidFill>
                      <a:effectLst/>
                      <a:uLnTx/>
                      <a:uFillTx/>
                      <a:latin typeface="KoPub바탕체 Light" panose="00000300000000000000" pitchFamily="2" charset="-127"/>
                      <a:ea typeface="KoPub바탕체 Light" panose="00000300000000000000" pitchFamily="2" charset="-127"/>
                      <a:cs typeface="+mn-cs"/>
                    </a:rPr>
                    <a:t>Ⅰ</a:t>
                  </a:r>
                  <a:endParaRPr kumimoji="0" lang="ko-KR" altLang="en-US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endParaRPr>
                </a:p>
              </p:txBody>
            </p:sp>
          </p:grpSp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122E0346-086D-4809-A62F-39C65F358112}"/>
                  </a:ext>
                </a:extLst>
              </p:cNvPr>
              <p:cNvGrpSpPr/>
              <p:nvPr/>
            </p:nvGrpSpPr>
            <p:grpSpPr>
              <a:xfrm>
                <a:off x="9176937" y="782973"/>
                <a:ext cx="163476" cy="245691"/>
                <a:chOff x="9059871" y="782973"/>
                <a:chExt cx="163476" cy="245691"/>
              </a:xfrm>
            </p:grpSpPr>
            <p:sp>
              <p:nvSpPr>
                <p:cNvPr id="40" name="사각형: 둥근 위쪽 모서리 39">
                  <a:extLst>
                    <a:ext uri="{FF2B5EF4-FFF2-40B4-BE49-F238E27FC236}">
                      <a16:creationId xmlns:a16="http://schemas.microsoft.com/office/drawing/2014/main" id="{DC7FE71B-6330-4A14-8680-F52DC38022CF}"/>
                    </a:ext>
                  </a:extLst>
                </p:cNvPr>
                <p:cNvSpPr/>
                <p:nvPr/>
              </p:nvSpPr>
              <p:spPr>
                <a:xfrm>
                  <a:off x="9059871" y="956664"/>
                  <a:ext cx="163476" cy="72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41" name="직사각형 40">
                  <a:extLst>
                    <a:ext uri="{FF2B5EF4-FFF2-40B4-BE49-F238E27FC236}">
                      <a16:creationId xmlns:a16="http://schemas.microsoft.com/office/drawing/2014/main" id="{7E0E38FB-D78C-4D26-BFC3-9C58E922ED8D}"/>
                    </a:ext>
                  </a:extLst>
                </p:cNvPr>
                <p:cNvSpPr/>
                <p:nvPr/>
              </p:nvSpPr>
              <p:spPr>
                <a:xfrm>
                  <a:off x="9059871" y="782973"/>
                  <a:ext cx="163476" cy="14933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0" cap="none" spc="-30" normalizeH="0" baseline="0" noProof="0" dirty="0">
                      <a:ln w="3175">
                        <a:solidFill>
                          <a:prstClr val="white">
                            <a:lumMod val="75000"/>
                            <a:alpha val="0"/>
                          </a:prstClr>
                        </a:solidFill>
                      </a:ln>
                      <a:solidFill>
                        <a:prstClr val="white">
                          <a:lumMod val="75000"/>
                        </a:prstClr>
                      </a:solidFill>
                      <a:effectLst/>
                      <a:uLnTx/>
                      <a:uFillTx/>
                      <a:latin typeface="KoPub바탕체 Light" panose="00000300000000000000" pitchFamily="2" charset="-127"/>
                      <a:ea typeface="KoPub바탕체 Light" panose="00000300000000000000" pitchFamily="2" charset="-127"/>
                      <a:cs typeface="+mn-cs"/>
                    </a:rPr>
                    <a:t>Ⅳ</a:t>
                  </a:r>
                  <a:endParaRPr kumimoji="0" lang="ko-KR" altLang="en-US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endParaRPr>
                </a:p>
              </p:txBody>
            </p:sp>
          </p:grp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4AD7B291-FC38-4497-9E25-49FA78B668C8}"/>
                  </a:ext>
                </a:extLst>
              </p:cNvPr>
              <p:cNvGrpSpPr/>
              <p:nvPr/>
            </p:nvGrpSpPr>
            <p:grpSpPr>
              <a:xfrm>
                <a:off x="8937443" y="782973"/>
                <a:ext cx="163476" cy="245691"/>
                <a:chOff x="8859399" y="782973"/>
                <a:chExt cx="163476" cy="245691"/>
              </a:xfrm>
            </p:grpSpPr>
            <p:sp>
              <p:nvSpPr>
                <p:cNvPr id="38" name="사각형: 둥근 위쪽 모서리 37">
                  <a:extLst>
                    <a:ext uri="{FF2B5EF4-FFF2-40B4-BE49-F238E27FC236}">
                      <a16:creationId xmlns:a16="http://schemas.microsoft.com/office/drawing/2014/main" id="{D4713393-CFC2-4122-877E-3034FE85FCDB}"/>
                    </a:ext>
                  </a:extLst>
                </p:cNvPr>
                <p:cNvSpPr/>
                <p:nvPr/>
              </p:nvSpPr>
              <p:spPr>
                <a:xfrm>
                  <a:off x="8859399" y="956664"/>
                  <a:ext cx="163476" cy="72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39" name="직사각형 38">
                  <a:extLst>
                    <a:ext uri="{FF2B5EF4-FFF2-40B4-BE49-F238E27FC236}">
                      <a16:creationId xmlns:a16="http://schemas.microsoft.com/office/drawing/2014/main" id="{1564775C-D34F-46E6-9891-2890F6AC79E1}"/>
                    </a:ext>
                  </a:extLst>
                </p:cNvPr>
                <p:cNvSpPr/>
                <p:nvPr/>
              </p:nvSpPr>
              <p:spPr>
                <a:xfrm>
                  <a:off x="8859399" y="782973"/>
                  <a:ext cx="163476" cy="14933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0" cap="none" spc="-30" normalizeH="0" baseline="0" noProof="0" dirty="0">
                      <a:ln w="3175">
                        <a:solidFill>
                          <a:prstClr val="white">
                            <a:lumMod val="75000"/>
                            <a:alpha val="0"/>
                          </a:prstClr>
                        </a:solidFill>
                      </a:ln>
                      <a:solidFill>
                        <a:prstClr val="white">
                          <a:lumMod val="75000"/>
                        </a:prstClr>
                      </a:solidFill>
                      <a:effectLst/>
                      <a:uLnTx/>
                      <a:uFillTx/>
                      <a:latin typeface="KoPub바탕체 Light" panose="00000300000000000000" pitchFamily="2" charset="-127"/>
                      <a:ea typeface="KoPub바탕체 Light" panose="00000300000000000000" pitchFamily="2" charset="-127"/>
                      <a:cs typeface="+mn-cs"/>
                    </a:rPr>
                    <a:t>Ⅲ</a:t>
                  </a:r>
                  <a:endParaRPr kumimoji="0" lang="ko-KR" altLang="en-US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endParaRPr>
                </a:p>
              </p:txBody>
            </p:sp>
          </p:grpSp>
        </p:grpSp>
      </p:grpSp>
      <p:graphicFrame>
        <p:nvGraphicFramePr>
          <p:cNvPr id="125" name="Table 73">
            <a:extLst>
              <a:ext uri="{FF2B5EF4-FFF2-40B4-BE49-F238E27FC236}">
                <a16:creationId xmlns:a16="http://schemas.microsoft.com/office/drawing/2014/main" id="{1557EBEC-809A-4CC6-ADFF-96A6AFDFDC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0213257"/>
              </p:ext>
            </p:extLst>
          </p:nvPr>
        </p:nvGraphicFramePr>
        <p:xfrm>
          <a:off x="834949" y="1818968"/>
          <a:ext cx="9010509" cy="1419147"/>
        </p:xfrm>
        <a:graphic>
          <a:graphicData uri="http://schemas.openxmlformats.org/drawingml/2006/table">
            <a:tbl>
              <a:tblPr firstCol="1"/>
              <a:tblGrid>
                <a:gridCol w="472643">
                  <a:extLst>
                    <a:ext uri="{9D8B030D-6E8A-4147-A177-3AD203B41FA5}">
                      <a16:colId xmlns:a16="http://schemas.microsoft.com/office/drawing/2014/main" val="1204586597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3269138702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3500038541"/>
                    </a:ext>
                  </a:extLst>
                </a:gridCol>
                <a:gridCol w="1106424">
                  <a:extLst>
                    <a:ext uri="{9D8B030D-6E8A-4147-A177-3AD203B41FA5}">
                      <a16:colId xmlns:a16="http://schemas.microsoft.com/office/drawing/2014/main" val="2173490439"/>
                    </a:ext>
                  </a:extLst>
                </a:gridCol>
                <a:gridCol w="1069848">
                  <a:extLst>
                    <a:ext uri="{9D8B030D-6E8A-4147-A177-3AD203B41FA5}">
                      <a16:colId xmlns:a16="http://schemas.microsoft.com/office/drawing/2014/main" val="516680657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884628398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62007069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950425612"/>
                    </a:ext>
                  </a:extLst>
                </a:gridCol>
                <a:gridCol w="1228553">
                  <a:extLst>
                    <a:ext uri="{9D8B030D-6E8A-4147-A177-3AD203B41FA5}">
                      <a16:colId xmlns:a16="http://schemas.microsoft.com/office/drawing/2014/main" val="2402598186"/>
                    </a:ext>
                  </a:extLst>
                </a:gridCol>
                <a:gridCol w="1228553">
                  <a:extLst>
                    <a:ext uri="{9D8B030D-6E8A-4147-A177-3AD203B41FA5}">
                      <a16:colId xmlns:a16="http://schemas.microsoft.com/office/drawing/2014/main" val="3593342903"/>
                    </a:ext>
                  </a:extLst>
                </a:gridCol>
              </a:tblGrid>
              <a:tr h="235452">
                <a:tc>
                  <a:txBody>
                    <a:bodyPr/>
                    <a:lstStyle/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+mj-ea"/>
                          <a:ea typeface="+mj-ea"/>
                          <a:cs typeface="+mn-cs"/>
                        </a:rPr>
                        <a:t>No</a:t>
                      </a:r>
                      <a:endParaRPr lang="ko-KR" altLang="en-US" sz="12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spc="-70" dirty="0" err="1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+mj-ea"/>
                          <a:ea typeface="+mj-ea"/>
                          <a:cs typeface="+mn-cs"/>
                        </a:rPr>
                        <a:t>업체명</a:t>
                      </a:r>
                      <a:endParaRPr lang="ko-KR" altLang="en-US" sz="12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+mj-ea"/>
                          <a:ea typeface="+mj-ea"/>
                          <a:cs typeface="+mn-cs"/>
                        </a:rPr>
                        <a:t>담당자</a:t>
                      </a:r>
                    </a:p>
                  </a:txBody>
                  <a:tcPr marL="54000" marR="540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+mj-ea"/>
                          <a:ea typeface="+mj-ea"/>
                          <a:cs typeface="+mn-cs"/>
                        </a:rPr>
                        <a:t>연락처</a:t>
                      </a:r>
                    </a:p>
                  </a:txBody>
                  <a:tcPr marL="54000" marR="540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+mj-ea"/>
                          <a:ea typeface="+mj-ea"/>
                          <a:cs typeface="+mn-cs"/>
                        </a:rPr>
                        <a:t>이메일</a:t>
                      </a:r>
                    </a:p>
                  </a:txBody>
                  <a:tcPr marL="54000" marR="540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+mj-ea"/>
                          <a:ea typeface="+mj-ea"/>
                          <a:cs typeface="+mn-cs"/>
                        </a:rPr>
                        <a:t>역할</a:t>
                      </a:r>
                    </a:p>
                  </a:txBody>
                  <a:tcPr marL="54000" marR="540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spc="-70" dirty="0" err="1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+mj-ea"/>
                          <a:ea typeface="+mj-ea"/>
                          <a:cs typeface="+mn-cs"/>
                        </a:rPr>
                        <a:t>국외제조자</a:t>
                      </a:r>
                      <a:endParaRPr lang="ko-KR" altLang="en-US" sz="12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spc="-70" dirty="0" err="1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+mj-ea"/>
                          <a:ea typeface="+mj-ea"/>
                          <a:cs typeface="+mn-cs"/>
                        </a:rPr>
                        <a:t>선임여부</a:t>
                      </a:r>
                      <a:endParaRPr lang="ko-KR" altLang="en-US" sz="12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spc="-70" dirty="0" err="1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+mj-ea"/>
                          <a:ea typeface="+mj-ea"/>
                          <a:cs typeface="+mn-cs"/>
                        </a:rPr>
                        <a:t>역할설정</a:t>
                      </a:r>
                      <a:endParaRPr lang="ko-KR" altLang="en-US" sz="12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spc="-70" dirty="0" err="1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+mj-ea"/>
                          <a:ea typeface="+mj-ea"/>
                          <a:cs typeface="+mn-cs"/>
                        </a:rPr>
                        <a:t>대표자설정</a:t>
                      </a:r>
                      <a:endParaRPr lang="ko-KR" altLang="en-US" sz="12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47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en-US" altLang="ko-KR" sz="110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en-US" altLang="ko-KR" sz="1100" b="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00</a:t>
                      </a:r>
                      <a:r>
                        <a:rPr lang="en-US" altLang="ko-KR" sz="1100" b="0" kern="1200" spc="-70" baseline="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</a:t>
                      </a:r>
                      <a:r>
                        <a:rPr lang="ko-KR" altLang="en-US" sz="1100" b="0" kern="1200" spc="-70" baseline="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업체</a:t>
                      </a:r>
                      <a:endParaRPr lang="en-US" altLang="ko-KR" sz="1100" b="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100" b="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홍길동</a:t>
                      </a:r>
                      <a:endParaRPr lang="en-US" altLang="ko-KR" sz="1100" b="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en-US" altLang="ko-KR" sz="1100" b="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XXX-XXXX-XXXX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en-US" altLang="ko-KR" sz="1100" b="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xxx@gmail.com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100" b="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대표자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en-US" altLang="ko-KR" sz="1100" b="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-</a:t>
                      </a:r>
                      <a:endParaRPr lang="ko-KR" altLang="en-US" sz="1100" b="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en-US" altLang="ko-KR" sz="110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-</a:t>
                      </a:r>
                      <a:endParaRPr lang="ko-KR" altLang="en-US" sz="11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10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구성원 희망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100" kern="1200" spc="-70" dirty="0" err="1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대표자해제</a:t>
                      </a:r>
                      <a:endParaRPr lang="ko-KR" altLang="en-US" sz="11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991677"/>
                  </a:ext>
                </a:extLst>
              </a:tr>
              <a:tr h="288265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en-US" altLang="ko-KR" sz="110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2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en-US" altLang="ko-KR" sz="1100" b="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A </a:t>
                      </a:r>
                      <a:r>
                        <a:rPr lang="ko-KR" altLang="en-US" sz="1100" b="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업체</a:t>
                      </a:r>
                      <a:endParaRPr lang="en-US" altLang="ko-KR" sz="1100" b="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100" b="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김철수</a:t>
                      </a:r>
                      <a:endParaRPr lang="en-US" altLang="ko-KR" sz="1100" b="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en-US" altLang="ko-KR" sz="1100" b="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XXX-XXXX-XXXX</a:t>
                      </a:r>
                    </a:p>
                  </a:txBody>
                  <a:tcPr marL="43200" marR="43200" marT="36000" marB="36000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kumimoji="0" lang="en-US" altLang="ko-KR" sz="1100" b="0" i="0" u="none" strike="noStrike" kern="1200" cap="none" spc="-70" normalizeH="0" baseline="0" noProof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xxx@gmail.com</a:t>
                      </a:r>
                      <a:endParaRPr kumimoji="0" lang="en-US" altLang="ko-KR" sz="1100" b="0" i="0" u="none" strike="noStrike" kern="1200" cap="none" spc="-70" normalizeH="0" baseline="0" noProof="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100" b="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구성원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100" b="0" kern="1200" spc="-70" dirty="0" err="1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국외제조자</a:t>
                      </a:r>
                      <a:r>
                        <a:rPr lang="en-US" altLang="ko-KR" sz="1100" b="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</a:t>
                      </a:r>
                      <a:endParaRPr lang="ko-KR" altLang="en-US" sz="1100" b="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10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선임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100" kern="1200" spc="-70" dirty="0" err="1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대표자희망</a:t>
                      </a:r>
                      <a:endParaRPr lang="ko-KR" altLang="en-US" sz="11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endParaRPr lang="ko-KR" altLang="en-US" sz="11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378230"/>
                  </a:ext>
                </a:extLst>
              </a:tr>
              <a:tr h="288265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en-US" altLang="ko-KR" sz="110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3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en-US" altLang="ko-KR" sz="1100" b="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A </a:t>
                      </a:r>
                      <a:r>
                        <a:rPr lang="ko-KR" altLang="en-US" sz="1100" b="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업체</a:t>
                      </a:r>
                      <a:endParaRPr lang="en-US" altLang="ko-KR" sz="1100" b="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100" b="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김철수</a:t>
                      </a:r>
                      <a:endParaRPr lang="en-US" altLang="ko-KR" sz="1100" b="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en-US" altLang="ko-KR" sz="1100" b="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XXX-XXXX-XXXX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kumimoji="0" lang="en-US" altLang="ko-KR" sz="1100" b="0" i="0" u="none" strike="noStrike" kern="1200" cap="none" spc="-70" normalizeH="0" baseline="0" noProof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xxx@gmail.com</a:t>
                      </a:r>
                      <a:endParaRPr kumimoji="0" lang="en-US" altLang="ko-KR" sz="1100" b="0" i="0" u="none" strike="noStrike" kern="1200" cap="none" spc="-70" normalizeH="0" baseline="0" noProof="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kumimoji="0" lang="ko-KR" altLang="en-US" sz="1100" b="0" i="0" u="none" strike="noStrike" kern="1200" cap="none" spc="-70" normalizeH="0" baseline="0" noProof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구성원</a:t>
                      </a:r>
                      <a:endParaRPr kumimoji="0" lang="ko-KR" altLang="en-US" sz="1100" b="0" i="0" u="none" strike="noStrike" kern="1200" cap="none" spc="-70" normalizeH="0" baseline="0" noProof="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100" b="0" kern="1200" spc="-70" dirty="0" err="1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국외제조자</a:t>
                      </a:r>
                      <a:r>
                        <a:rPr lang="en-US" altLang="ko-KR" sz="1100" b="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2</a:t>
                      </a:r>
                      <a:endParaRPr lang="ko-KR" altLang="en-US" sz="1100" b="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en-US" altLang="ko-KR" sz="110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-</a:t>
                      </a:r>
                      <a:endParaRPr lang="ko-KR" altLang="en-US" sz="11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kumimoji="0" lang="ko-KR" altLang="en-US" sz="1100" b="0" i="0" u="none" strike="noStrike" kern="1200" cap="none" spc="-70" normalizeH="0" baseline="0" noProof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대표자희망</a:t>
                      </a:r>
                      <a:endParaRPr kumimoji="0" lang="ko-KR" altLang="en-US" sz="1100" b="0" i="0" u="none" strike="noStrike" kern="1200" cap="none" spc="-70" normalizeH="0" baseline="0" noProof="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endParaRPr lang="ko-KR" altLang="en-US" sz="11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3062019"/>
                  </a:ext>
                </a:extLst>
              </a:tr>
              <a:tr h="288265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en-US" altLang="ko-KR" sz="110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4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kumimoji="0" lang="en-US" altLang="ko-KR" sz="1100" b="0" i="0" u="none" strike="noStrike" kern="1200" cap="none" spc="-70" normalizeH="0" baseline="0" noProof="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 </a:t>
                      </a:r>
                      <a:r>
                        <a:rPr kumimoji="0" lang="ko-KR" altLang="en-US" sz="1100" b="0" i="0" u="none" strike="noStrike" kern="1200" cap="none" spc="-70" normalizeH="0" baseline="0" noProof="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업체</a:t>
                      </a:r>
                      <a:endParaRPr kumimoji="0" lang="en-US" altLang="ko-KR" sz="1100" b="0" i="0" u="none" strike="noStrike" kern="1200" cap="none" spc="-70" normalizeH="0" baseline="0" noProof="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kumimoji="0" lang="ko-KR" altLang="en-US" sz="1100" b="0" i="0" u="none" strike="noStrike" kern="1200" cap="none" spc="-70" normalizeH="0" baseline="0" noProof="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김영희</a:t>
                      </a:r>
                      <a:endParaRPr kumimoji="0" lang="en-US" altLang="ko-KR" sz="1100" b="0" i="0" u="none" strike="noStrike" kern="1200" cap="none" spc="-70" normalizeH="0" baseline="0" noProof="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en-US" altLang="ko-KR" sz="1100" b="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XXX-XXXX-XXXX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kumimoji="0" lang="en-US" altLang="ko-KR" sz="1100" b="0" i="0" u="none" strike="noStrike" kern="1200" cap="none" spc="-70" normalizeH="0" baseline="0" noProof="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xxx@gmail.com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kumimoji="0" lang="ko-KR" altLang="en-US" sz="1100" b="0" i="0" u="none" strike="noStrike" kern="1200" cap="none" spc="-70" normalizeH="0" baseline="0" noProof="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구성원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100" b="0" kern="1200" spc="-70" dirty="0" err="1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국외제조자</a:t>
                      </a:r>
                      <a:r>
                        <a:rPr lang="en-US" altLang="ko-KR" sz="1100" b="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3</a:t>
                      </a:r>
                      <a:endParaRPr lang="ko-KR" altLang="en-US" sz="1100" b="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en-US" altLang="ko-KR" sz="1100" kern="1200" spc="-70" dirty="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-</a:t>
                      </a:r>
                      <a:endParaRPr lang="ko-KR" altLang="en-US" sz="11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kumimoji="0" lang="ko-KR" altLang="en-US" sz="1100" b="0" i="0" u="none" strike="noStrike" kern="1200" cap="none" spc="-70" normalizeH="0" baseline="0" noProof="0" dirty="0" err="1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대표자희망</a:t>
                      </a:r>
                      <a:endParaRPr kumimoji="0" lang="ko-KR" altLang="en-US" sz="1100" b="0" i="0" u="none" strike="noStrike" kern="1200" cap="none" spc="-70" normalizeH="0" baseline="0" noProof="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endParaRPr lang="ko-KR" altLang="en-US" sz="11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748528"/>
                  </a:ext>
                </a:extLst>
              </a:tr>
            </a:tbl>
          </a:graphicData>
        </a:graphic>
      </p:graphicFrame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04979195-2FBC-4F1A-BE44-0BFDA96540FF}"/>
              </a:ext>
            </a:extLst>
          </p:cNvPr>
          <p:cNvSpPr/>
          <p:nvPr/>
        </p:nvSpPr>
        <p:spPr>
          <a:xfrm>
            <a:off x="834949" y="2120560"/>
            <a:ext cx="8981014" cy="228249"/>
          </a:xfrm>
          <a:prstGeom prst="rect">
            <a:avLst/>
          </a:prstGeom>
          <a:solidFill>
            <a:srgbClr val="C00000">
              <a:alpha val="20000"/>
            </a:srgbClr>
          </a:solidFill>
          <a:ln w="127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7" name="모서리가 둥근 직사각형 547">
            <a:extLst>
              <a:ext uri="{FF2B5EF4-FFF2-40B4-BE49-F238E27FC236}">
                <a16:creationId xmlns:a16="http://schemas.microsoft.com/office/drawing/2014/main" id="{E1CDB958-66B4-4DCF-AE69-F3862D145D92}"/>
              </a:ext>
            </a:extLst>
          </p:cNvPr>
          <p:cNvSpPr/>
          <p:nvPr/>
        </p:nvSpPr>
        <p:spPr>
          <a:xfrm>
            <a:off x="7900416" y="4210790"/>
            <a:ext cx="1685755" cy="566023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</a:pPr>
            <a:r>
              <a:rPr kumimoji="1" lang="ko-KR" altLang="en-US" sz="1400" b="1" kern="0" spc="-80" dirty="0" err="1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유형협의체</a:t>
            </a:r>
            <a:r>
              <a:rPr kumimoji="1" lang="ko-KR" altLang="en-US" sz="1400" b="1" kern="0" spc="-8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대표자 물질승인신청</a:t>
            </a:r>
          </a:p>
        </p:txBody>
      </p:sp>
      <p:sp>
        <p:nvSpPr>
          <p:cNvPr id="135" name="모서리가 둥근 직사각형 547">
            <a:extLst>
              <a:ext uri="{FF2B5EF4-FFF2-40B4-BE49-F238E27FC236}">
                <a16:creationId xmlns:a16="http://schemas.microsoft.com/office/drawing/2014/main" id="{E1CDB958-66B4-4DCF-AE69-F3862D145D92}"/>
              </a:ext>
            </a:extLst>
          </p:cNvPr>
          <p:cNvSpPr/>
          <p:nvPr/>
        </p:nvSpPr>
        <p:spPr>
          <a:xfrm>
            <a:off x="4141386" y="6012942"/>
            <a:ext cx="1685755" cy="566023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</a:pPr>
            <a:r>
              <a:rPr kumimoji="1" lang="ko-KR" altLang="en-US" sz="1400" b="1" kern="0" spc="-8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국립환경과학원 접수 및 서류검토</a:t>
            </a:r>
            <a:r>
              <a:rPr kumimoji="1" lang="en-US" altLang="ko-KR" sz="1400" b="1" kern="0" spc="-8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(1</a:t>
            </a:r>
            <a:r>
              <a:rPr kumimoji="1" lang="ko-KR" altLang="en-US" sz="1400" b="1" kern="0" spc="-8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차 평가 완료</a:t>
            </a:r>
            <a:r>
              <a:rPr kumimoji="1" lang="en-US" altLang="ko-KR" sz="1400" b="1" kern="0" spc="-8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</a:t>
            </a:r>
            <a:endParaRPr kumimoji="1" lang="ko-KR" altLang="en-US" sz="1400" b="1" kern="0" spc="-8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04979195-2FBC-4F1A-BE44-0BFDA96540FF}"/>
              </a:ext>
            </a:extLst>
          </p:cNvPr>
          <p:cNvSpPr/>
          <p:nvPr/>
        </p:nvSpPr>
        <p:spPr>
          <a:xfrm>
            <a:off x="834949" y="2425267"/>
            <a:ext cx="8981014" cy="193165"/>
          </a:xfrm>
          <a:prstGeom prst="rect">
            <a:avLst/>
          </a:prstGeom>
          <a:solidFill>
            <a:schemeClr val="accent1">
              <a:alpha val="20000"/>
            </a:schemeClr>
          </a:solidFill>
          <a:ln w="127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2" name="모서리가 둥근 직사각형 547">
            <a:extLst>
              <a:ext uri="{FF2B5EF4-FFF2-40B4-BE49-F238E27FC236}">
                <a16:creationId xmlns:a16="http://schemas.microsoft.com/office/drawing/2014/main" id="{E1CDB958-66B4-4DCF-AE69-F3862D145D92}"/>
              </a:ext>
            </a:extLst>
          </p:cNvPr>
          <p:cNvSpPr/>
          <p:nvPr/>
        </p:nvSpPr>
        <p:spPr>
          <a:xfrm>
            <a:off x="4141386" y="4210790"/>
            <a:ext cx="1685755" cy="566023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</a:pPr>
            <a:r>
              <a:rPr kumimoji="1" lang="ko-KR" altLang="en-US" sz="1400" b="1" kern="0" spc="-80" dirty="0" err="1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유형협의체</a:t>
            </a:r>
            <a:r>
              <a:rPr kumimoji="1" lang="ko-KR" altLang="en-US" sz="1400" b="1" kern="0" spc="-8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구성원</a:t>
            </a:r>
            <a:r>
              <a:rPr kumimoji="1" lang="en-US" altLang="ko-KR" sz="1400" b="1" kern="0" spc="-8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</a:t>
            </a:r>
            <a:r>
              <a:rPr kumimoji="1" lang="ko-KR" altLang="en-US" sz="1400" b="1" kern="0" spc="-8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선임</a:t>
            </a:r>
            <a:r>
              <a:rPr kumimoji="1" lang="en-US" altLang="ko-KR" sz="1400" b="1" kern="0" spc="-8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</a:t>
            </a:r>
          </a:p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</a:pPr>
            <a:r>
              <a:rPr kumimoji="1" lang="ko-KR" altLang="en-US" sz="1400" b="1" kern="0" spc="-8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물질승인신청</a:t>
            </a:r>
          </a:p>
        </p:txBody>
      </p:sp>
      <p:cxnSp>
        <p:nvCxnSpPr>
          <p:cNvPr id="20" name="구부러진 연결선 19"/>
          <p:cNvCxnSpPr>
            <a:stCxn id="142" idx="2"/>
            <a:endCxn id="135" idx="0"/>
          </p:cNvCxnSpPr>
          <p:nvPr/>
        </p:nvCxnSpPr>
        <p:spPr>
          <a:xfrm rot="5400000">
            <a:off x="4366200" y="5394877"/>
            <a:ext cx="1236129" cy="12700"/>
          </a:xfrm>
          <a:prstGeom prst="curvedConnector3">
            <a:avLst>
              <a:gd name="adj1" fmla="val 50000"/>
            </a:avLst>
          </a:prstGeom>
          <a:ln w="25400">
            <a:solidFill>
              <a:schemeClr val="accent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타원 152"/>
          <p:cNvSpPr/>
          <p:nvPr/>
        </p:nvSpPr>
        <p:spPr>
          <a:xfrm>
            <a:off x="4853549" y="5249115"/>
            <a:ext cx="272975" cy="26793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4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cxnSp>
        <p:nvCxnSpPr>
          <p:cNvPr id="25" name="구부러진 연결선 24"/>
          <p:cNvCxnSpPr>
            <a:stCxn id="127" idx="2"/>
            <a:endCxn id="135" idx="3"/>
          </p:cNvCxnSpPr>
          <p:nvPr/>
        </p:nvCxnSpPr>
        <p:spPr>
          <a:xfrm rot="5400000">
            <a:off x="6525648" y="4078307"/>
            <a:ext cx="1519141" cy="2916153"/>
          </a:xfrm>
          <a:prstGeom prst="curvedConnector2">
            <a:avLst/>
          </a:prstGeom>
          <a:ln w="25400">
            <a:solidFill>
              <a:schemeClr val="accent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타원 137"/>
          <p:cNvSpPr/>
          <p:nvPr/>
        </p:nvSpPr>
        <p:spPr>
          <a:xfrm>
            <a:off x="7407312" y="5827307"/>
            <a:ext cx="272975" cy="26793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2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154" name="모서리가 둥근 직사각형 547">
            <a:extLst>
              <a:ext uri="{FF2B5EF4-FFF2-40B4-BE49-F238E27FC236}">
                <a16:creationId xmlns:a16="http://schemas.microsoft.com/office/drawing/2014/main" id="{E1CDB958-66B4-4DCF-AE69-F3862D145D92}"/>
              </a:ext>
            </a:extLst>
          </p:cNvPr>
          <p:cNvSpPr/>
          <p:nvPr/>
        </p:nvSpPr>
        <p:spPr>
          <a:xfrm>
            <a:off x="1104735" y="4210790"/>
            <a:ext cx="1685755" cy="566023"/>
          </a:xfrm>
          <a:prstGeom prst="roundRect">
            <a:avLst>
              <a:gd name="adj" fmla="val 27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0" tIns="0" rIns="0" bIns="0" anchor="ctr"/>
          <a:lstStyle/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</a:pPr>
            <a:r>
              <a:rPr kumimoji="1" lang="ko-KR" altLang="en-US" sz="1400" b="1" kern="0" spc="-80" dirty="0" err="1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유형협의체</a:t>
            </a:r>
            <a:r>
              <a:rPr kumimoji="1" lang="ko-KR" altLang="en-US" sz="1400" b="1" kern="0" spc="-8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구성원</a:t>
            </a:r>
            <a:endParaRPr kumimoji="1" lang="en-US" altLang="ko-KR" sz="1400" b="1" kern="0" spc="-80" dirty="0">
              <a:ln>
                <a:solidFill>
                  <a:prstClr val="white">
                    <a:lumMod val="85000"/>
                    <a:alpha val="0"/>
                  </a:prst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algn="ctr" defTabSz="936625" eaLnBrk="0" fontAlgn="base" hangingPunct="0">
              <a:spcBef>
                <a:spcPts val="100"/>
              </a:spcBef>
              <a:spcAft>
                <a:spcPct val="0"/>
              </a:spcAft>
              <a:buClr>
                <a:srgbClr val="000000">
                  <a:lumMod val="65000"/>
                  <a:lumOff val="35000"/>
                </a:srgbClr>
              </a:buClr>
              <a:buSzPct val="100000"/>
            </a:pPr>
            <a:r>
              <a:rPr kumimoji="1" lang="ko-KR" altLang="en-US" sz="1400" b="1" kern="0" spc="-80" dirty="0">
                <a:ln>
                  <a:solidFill>
                    <a:prstClr val="white">
                      <a:lumMod val="85000"/>
                      <a:alpha val="0"/>
                    </a:prst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물질승인신청</a:t>
            </a: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04979195-2FBC-4F1A-BE44-0BFDA96540FF}"/>
              </a:ext>
            </a:extLst>
          </p:cNvPr>
          <p:cNvSpPr/>
          <p:nvPr/>
        </p:nvSpPr>
        <p:spPr>
          <a:xfrm>
            <a:off x="834949" y="2716057"/>
            <a:ext cx="8981014" cy="468398"/>
          </a:xfrm>
          <a:prstGeom prst="rect">
            <a:avLst/>
          </a:prstGeom>
          <a:solidFill>
            <a:srgbClr val="FFFF00">
              <a:alpha val="20000"/>
            </a:srgbClr>
          </a:solidFill>
          <a:ln w="127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구부러진 연결선 3"/>
          <p:cNvCxnSpPr>
            <a:stCxn id="126" idx="2"/>
            <a:endCxn id="127" idx="0"/>
          </p:cNvCxnSpPr>
          <p:nvPr/>
        </p:nvCxnSpPr>
        <p:spPr>
          <a:xfrm rot="16200000" flipH="1">
            <a:off x="6103385" y="1570880"/>
            <a:ext cx="1861981" cy="3417838"/>
          </a:xfrm>
          <a:prstGeom prst="curvedConnector3">
            <a:avLst>
              <a:gd name="adj1" fmla="val 50000"/>
            </a:avLst>
          </a:prstGeom>
          <a:ln w="25400">
            <a:solidFill>
              <a:schemeClr val="accent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구부러진 연결선 16"/>
          <p:cNvCxnSpPr>
            <a:endCxn id="142" idx="0"/>
          </p:cNvCxnSpPr>
          <p:nvPr/>
        </p:nvCxnSpPr>
        <p:spPr>
          <a:xfrm rot="5400000">
            <a:off x="4358681" y="3244016"/>
            <a:ext cx="1592358" cy="341191"/>
          </a:xfrm>
          <a:prstGeom prst="curvedConnector3">
            <a:avLst/>
          </a:prstGeom>
          <a:ln w="25400">
            <a:solidFill>
              <a:schemeClr val="accent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타원 10"/>
          <p:cNvSpPr/>
          <p:nvPr/>
        </p:nvSpPr>
        <p:spPr>
          <a:xfrm>
            <a:off x="7148730" y="3147380"/>
            <a:ext cx="272975" cy="26793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1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143" name="타원 142"/>
          <p:cNvSpPr/>
          <p:nvPr/>
        </p:nvSpPr>
        <p:spPr>
          <a:xfrm>
            <a:off x="4878002" y="3572743"/>
            <a:ext cx="272975" cy="26793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3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cxnSp>
        <p:nvCxnSpPr>
          <p:cNvPr id="30" name="구부러진 연결선 29"/>
          <p:cNvCxnSpPr>
            <a:stCxn id="56" idx="2"/>
            <a:endCxn id="154" idx="0"/>
          </p:cNvCxnSpPr>
          <p:nvPr/>
        </p:nvCxnSpPr>
        <p:spPr>
          <a:xfrm rot="5400000">
            <a:off x="2066447" y="3065619"/>
            <a:ext cx="1026337" cy="1264004"/>
          </a:xfrm>
          <a:prstGeom prst="curvedConnector3">
            <a:avLst>
              <a:gd name="adj1" fmla="val 50000"/>
            </a:avLst>
          </a:prstGeom>
          <a:ln w="25400">
            <a:solidFill>
              <a:schemeClr val="accent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구부러진 연결선 47"/>
          <p:cNvCxnSpPr>
            <a:stCxn id="154" idx="2"/>
            <a:endCxn id="135" idx="1"/>
          </p:cNvCxnSpPr>
          <p:nvPr/>
        </p:nvCxnSpPr>
        <p:spPr>
          <a:xfrm rot="16200000" flipH="1">
            <a:off x="2284929" y="4439496"/>
            <a:ext cx="1519141" cy="2193773"/>
          </a:xfrm>
          <a:prstGeom prst="curvedConnector2">
            <a:avLst/>
          </a:prstGeom>
          <a:ln w="25400">
            <a:solidFill>
              <a:schemeClr val="accent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/>
          <p:cNvSpPr/>
          <p:nvPr/>
        </p:nvSpPr>
        <p:spPr>
          <a:xfrm>
            <a:off x="2648094" y="2716057"/>
            <a:ext cx="1127046" cy="4683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178" name="타원 177"/>
          <p:cNvSpPr/>
          <p:nvPr/>
        </p:nvSpPr>
        <p:spPr>
          <a:xfrm>
            <a:off x="2530369" y="3569144"/>
            <a:ext cx="272975" cy="26793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3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179" name="타원 178"/>
          <p:cNvSpPr/>
          <p:nvPr/>
        </p:nvSpPr>
        <p:spPr>
          <a:xfrm>
            <a:off x="2306640" y="5537367"/>
            <a:ext cx="272975" cy="26793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4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66" name="모서리가 둥근 사각형 설명선 65"/>
          <p:cNvSpPr/>
          <p:nvPr/>
        </p:nvSpPr>
        <p:spPr>
          <a:xfrm>
            <a:off x="6035426" y="4333194"/>
            <a:ext cx="1773550" cy="818361"/>
          </a:xfrm>
          <a:prstGeom prst="wedgeRoundRectCallout">
            <a:avLst>
              <a:gd name="adj1" fmla="val -62175"/>
              <a:gd name="adj2" fmla="val -31888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>
                <a:solidFill>
                  <a:schemeClr val="tx1"/>
                </a:solidFill>
              </a:rPr>
              <a:t>선임에 추가된 </a:t>
            </a:r>
            <a:r>
              <a:rPr lang="ko-KR" altLang="en-US" sz="1200" b="1" dirty="0" err="1">
                <a:solidFill>
                  <a:schemeClr val="tx1"/>
                </a:solidFill>
              </a:rPr>
              <a:t>수임자</a:t>
            </a:r>
            <a:r>
              <a:rPr lang="ko-KR" altLang="en-US" sz="1200" b="1" dirty="0">
                <a:solidFill>
                  <a:schemeClr val="tx1"/>
                </a:solidFill>
              </a:rPr>
              <a:t> </a:t>
            </a:r>
            <a:r>
              <a:rPr lang="en-US" altLang="ko-KR" sz="1200" b="1" dirty="0">
                <a:solidFill>
                  <a:schemeClr val="tx1"/>
                </a:solidFill>
              </a:rPr>
              <a:t>B</a:t>
            </a:r>
            <a:r>
              <a:rPr lang="ko-KR" altLang="en-US" sz="1200" b="1" dirty="0">
                <a:solidFill>
                  <a:schemeClr val="tx1"/>
                </a:solidFill>
              </a:rPr>
              <a:t>업체</a:t>
            </a:r>
            <a:r>
              <a:rPr lang="en-US" altLang="ko-KR" sz="1200" b="1" dirty="0">
                <a:solidFill>
                  <a:schemeClr val="tx1"/>
                </a:solidFill>
              </a:rPr>
              <a:t>, C</a:t>
            </a:r>
            <a:r>
              <a:rPr lang="ko-KR" altLang="en-US" sz="1200" b="1" dirty="0">
                <a:solidFill>
                  <a:schemeClr val="tx1"/>
                </a:solidFill>
              </a:rPr>
              <a:t>업체는 선임신청에서 불러옴</a:t>
            </a:r>
          </a:p>
        </p:txBody>
      </p:sp>
      <p:sp>
        <p:nvSpPr>
          <p:cNvPr id="180" name="모서리가 둥근 직사각형 208">
            <a:extLst>
              <a:ext uri="{FF2B5EF4-FFF2-40B4-BE49-F238E27FC236}">
                <a16:creationId xmlns:a16="http://schemas.microsoft.com/office/drawing/2014/main" id="{F79824B6-41D8-4819-ABCB-9FDAD73BA4E8}"/>
              </a:ext>
            </a:extLst>
          </p:cNvPr>
          <p:cNvSpPr/>
          <p:nvPr/>
        </p:nvSpPr>
        <p:spPr>
          <a:xfrm>
            <a:off x="2678262" y="4917399"/>
            <a:ext cx="1671409" cy="632025"/>
          </a:xfrm>
          <a:prstGeom prst="roundRect">
            <a:avLst>
              <a:gd name="adj" fmla="val 0"/>
            </a:avLst>
          </a:prstGeom>
          <a:pattFill prst="pct90">
            <a:fgClr>
              <a:schemeClr val="accent4">
                <a:lumMod val="20000"/>
                <a:lumOff val="80000"/>
              </a:schemeClr>
            </a:fgClr>
            <a:bgClr>
              <a:srgbClr val="FFFFFF"/>
            </a:bgClr>
          </a:pattFill>
          <a:ln w="12700" cap="sq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lIns="93543" tIns="46772" rIns="93543" bIns="46772" rtlCol="0" anchor="ctr"/>
          <a:lstStyle/>
          <a:p>
            <a:pPr marL="182563" marR="0" lvl="0" indent="-182563" defTabSz="1036988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3D7199"/>
              </a:buClr>
              <a:buSzPct val="100000"/>
              <a:buFont typeface="Wingdings" panose="05000000000000000000" pitchFamily="2" charset="2"/>
              <a:buChar char=""/>
              <a:tabLst/>
              <a:defRPr/>
            </a:pPr>
            <a:r>
              <a:rPr kumimoji="1" lang="ko-KR" altLang="en-US" sz="1050" b="1" kern="0" spc="-30" dirty="0" err="1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개별제출</a:t>
            </a:r>
            <a:r>
              <a:rPr kumimoji="1" lang="ko-KR" altLang="en-US" sz="105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 서류만 작성</a:t>
            </a:r>
            <a:endParaRPr kumimoji="1" lang="en-US" altLang="ko-KR" sz="1050" b="1" kern="0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itchFamily="18" charset="-127"/>
              <a:ea typeface="KoPub돋움체 Medium" pitchFamily="18" charset="-127"/>
            </a:endParaRPr>
          </a:p>
          <a:p>
            <a:pPr marL="182563" marR="0" lvl="0" indent="-182563" defTabSz="1036988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3D7199"/>
              </a:buClr>
              <a:buSzPct val="100000"/>
              <a:buFont typeface="Wingdings" panose="05000000000000000000" pitchFamily="2" charset="2"/>
              <a:buChar char=""/>
              <a:tabLst/>
              <a:defRPr/>
            </a:pPr>
            <a:r>
              <a:rPr kumimoji="1" lang="en-US" altLang="ko-KR" sz="105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2.1.4 </a:t>
            </a:r>
            <a:r>
              <a:rPr kumimoji="1" lang="ko-KR" altLang="en-US" sz="105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성분분석</a:t>
            </a:r>
            <a:r>
              <a:rPr kumimoji="1" lang="en-US" altLang="ko-KR" sz="105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(5</a:t>
            </a:r>
            <a:r>
              <a:rPr kumimoji="1" lang="ko-KR" altLang="en-US" sz="105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장 포함</a:t>
            </a:r>
            <a:r>
              <a:rPr kumimoji="1" lang="en-US" altLang="ko-KR" sz="105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)</a:t>
            </a:r>
          </a:p>
          <a:p>
            <a:pPr marL="182563" marR="0" lvl="0" indent="-182563" defTabSz="1036988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3D7199"/>
              </a:buClr>
              <a:buSzPct val="100000"/>
              <a:buFont typeface="Wingdings" panose="05000000000000000000" pitchFamily="2" charset="2"/>
              <a:buChar char=""/>
              <a:tabLst/>
              <a:defRPr/>
            </a:pPr>
            <a:r>
              <a:rPr kumimoji="1" lang="en-US" altLang="ko-KR" sz="105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2.1.7 </a:t>
            </a:r>
            <a:r>
              <a:rPr kumimoji="1" lang="ko-KR" altLang="en-US" sz="1050" b="1" kern="0" spc="-3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원료 및 제조 공정</a:t>
            </a:r>
            <a:endParaRPr kumimoji="1" lang="en-US" altLang="ko-KR" sz="1050" b="1" kern="0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itchFamily="18" charset="-127"/>
              <a:ea typeface="KoPub돋움체 Medium" pitchFamily="18" charset="-127"/>
            </a:endParaRPr>
          </a:p>
        </p:txBody>
      </p:sp>
      <p:cxnSp>
        <p:nvCxnSpPr>
          <p:cNvPr id="78" name="직선 화살표 연결선 77"/>
          <p:cNvCxnSpPr>
            <a:stCxn id="142" idx="1"/>
            <a:endCxn id="180" idx="0"/>
          </p:cNvCxnSpPr>
          <p:nvPr/>
        </p:nvCxnSpPr>
        <p:spPr>
          <a:xfrm flipH="1">
            <a:off x="3513967" y="4493802"/>
            <a:ext cx="627419" cy="423597"/>
          </a:xfrm>
          <a:prstGeom prst="straightConnector1">
            <a:avLst/>
          </a:prstGeom>
          <a:ln w="9525">
            <a:solidFill>
              <a:schemeClr val="accent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화살표 연결선 79"/>
          <p:cNvCxnSpPr>
            <a:stCxn id="154" idx="3"/>
            <a:endCxn id="180" idx="0"/>
          </p:cNvCxnSpPr>
          <p:nvPr/>
        </p:nvCxnSpPr>
        <p:spPr>
          <a:xfrm>
            <a:off x="2790490" y="4493802"/>
            <a:ext cx="723477" cy="423597"/>
          </a:xfrm>
          <a:prstGeom prst="straightConnector1">
            <a:avLst/>
          </a:prstGeom>
          <a:ln w="9525">
            <a:solidFill>
              <a:schemeClr val="accent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모서리가 둥근 직사각형 208">
            <a:extLst>
              <a:ext uri="{FF2B5EF4-FFF2-40B4-BE49-F238E27FC236}">
                <a16:creationId xmlns:a16="http://schemas.microsoft.com/office/drawing/2014/main" id="{43D33AB6-4AB1-4C62-AEF5-C5BF752FB578}"/>
              </a:ext>
            </a:extLst>
          </p:cNvPr>
          <p:cNvSpPr/>
          <p:nvPr/>
        </p:nvSpPr>
        <p:spPr>
          <a:xfrm>
            <a:off x="7993626" y="5749488"/>
            <a:ext cx="1776083" cy="803575"/>
          </a:xfrm>
          <a:prstGeom prst="roundRect">
            <a:avLst>
              <a:gd name="adj" fmla="val 0"/>
            </a:avLst>
          </a:prstGeom>
          <a:pattFill prst="pct90">
            <a:fgClr>
              <a:schemeClr val="accent4">
                <a:lumMod val="20000"/>
                <a:lumOff val="80000"/>
              </a:schemeClr>
            </a:fgClr>
            <a:bgClr>
              <a:srgbClr val="FFFFFF"/>
            </a:bgClr>
          </a:pattFill>
          <a:ln w="12700" cap="sq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lIns="93543" tIns="46772" rIns="93543" bIns="46772" rtlCol="0" anchor="ctr"/>
          <a:lstStyle/>
          <a:p>
            <a:pPr marL="182563" marR="0" lvl="0" indent="-182563" defTabSz="1036988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3D7199"/>
              </a:buClr>
              <a:buSzPct val="100000"/>
              <a:buFont typeface="Wingdings" panose="05000000000000000000" pitchFamily="2" charset="2"/>
              <a:buChar char=""/>
              <a:tabLst/>
              <a:defRPr/>
            </a:pPr>
            <a:r>
              <a:rPr kumimoji="1" lang="ko-KR" altLang="en-US" sz="1050" b="1" kern="0" spc="-3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공동협의체 구성원 정보 불러오기</a:t>
            </a:r>
            <a:endParaRPr kumimoji="1" lang="en-US" altLang="ko-KR" sz="1050" b="1" kern="0" spc="-3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itchFamily="18" charset="-127"/>
              <a:ea typeface="KoPub돋움체 Medium" pitchFamily="18" charset="-127"/>
            </a:endParaRPr>
          </a:p>
          <a:p>
            <a:pPr marL="182563" marR="0" lvl="0" indent="-182563" defTabSz="1036988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3D7199"/>
              </a:buClr>
              <a:buSzPct val="100000"/>
              <a:buFont typeface="Wingdings" panose="05000000000000000000" pitchFamily="2" charset="2"/>
              <a:buChar char=""/>
              <a:tabLst/>
              <a:defRPr/>
            </a:pPr>
            <a:r>
              <a:rPr kumimoji="1" lang="ko-KR" altLang="en-US" sz="1050" b="1" kern="0" spc="-3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000000">
                    <a:lumMod val="75000"/>
                    <a:lumOff val="25000"/>
                  </a:srgbClr>
                </a:solidFill>
                <a:latin typeface="KoPub돋움체 Medium" pitchFamily="18" charset="-127"/>
                <a:ea typeface="KoPub돋움체 Medium" pitchFamily="18" charset="-127"/>
              </a:rPr>
              <a:t>구성원에게 공동제출서류 공유</a:t>
            </a:r>
            <a:endParaRPr kumimoji="1" lang="en-US" altLang="ko-KR" sz="1050" b="1" kern="0" spc="-30" dirty="0">
              <a:ln>
                <a:solidFill>
                  <a:srgbClr val="000000">
                    <a:alpha val="0"/>
                  </a:srgbClr>
                </a:solidFill>
              </a:ln>
              <a:solidFill>
                <a:srgbClr val="000000">
                  <a:lumMod val="75000"/>
                  <a:lumOff val="25000"/>
                </a:srgbClr>
              </a:solidFill>
              <a:latin typeface="KoPub돋움체 Medium" pitchFamily="18" charset="-127"/>
              <a:ea typeface="KoPub돋움체 Medium" pitchFamily="18" charset="-127"/>
            </a:endParaRP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175F35C3-6E45-4308-B6E1-E3C051CE0E3E}"/>
              </a:ext>
            </a:extLst>
          </p:cNvPr>
          <p:cNvCxnSpPr>
            <a:cxnSpLocks/>
            <a:stCxn id="127" idx="2"/>
            <a:endCxn id="47" idx="0"/>
          </p:cNvCxnSpPr>
          <p:nvPr/>
        </p:nvCxnSpPr>
        <p:spPr>
          <a:xfrm>
            <a:off x="8743294" y="4776813"/>
            <a:ext cx="138374" cy="972675"/>
          </a:xfrm>
          <a:prstGeom prst="straightConnector1">
            <a:avLst/>
          </a:prstGeom>
          <a:ln w="9525">
            <a:solidFill>
              <a:schemeClr val="accent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6">
            <a:extLst>
              <a:ext uri="{FF2B5EF4-FFF2-40B4-BE49-F238E27FC236}">
                <a16:creationId xmlns:a16="http://schemas.microsoft.com/office/drawing/2014/main" id="{0063AD5D-A0E1-4664-A320-2B0D3FBC91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13" y="383430"/>
            <a:ext cx="531454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 anchor="b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ko-KR" sz="3600" b="0" i="0" u="none" strike="noStrike" kern="1200" cap="none" spc="-49" normalizeH="0" baseline="0" noProof="0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rgbClr val="A9CE56"/>
                </a:solidFill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  <a:cs typeface="+mn-cs"/>
              </a:rPr>
              <a:t>0</a:t>
            </a:r>
            <a:r>
              <a:rPr lang="en-US" altLang="ko-KR" sz="3600" spc="-49" dirty="0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rgbClr val="4B8E42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6</a:t>
            </a:r>
            <a:endParaRPr kumimoji="0" lang="ko-KR" altLang="en-US" sz="3600" b="0" i="0" u="none" strike="noStrike" kern="1200" cap="none" spc="-49" normalizeH="0" baseline="0" noProof="0" dirty="0">
              <a:ln>
                <a:solidFill>
                  <a:srgbClr val="D64E75">
                    <a:alpha val="0"/>
                  </a:srgbClr>
                </a:solidFill>
              </a:ln>
              <a:solidFill>
                <a:srgbClr val="4B8E42"/>
              </a:solidFill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84709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그룹 30">
            <a:extLst>
              <a:ext uri="{FF2B5EF4-FFF2-40B4-BE49-F238E27FC236}">
                <a16:creationId xmlns:a16="http://schemas.microsoft.com/office/drawing/2014/main" id="{250286FF-91D0-4C43-8A6A-C3CC67000F85}"/>
              </a:ext>
            </a:extLst>
          </p:cNvPr>
          <p:cNvGrpSpPr/>
          <p:nvPr/>
        </p:nvGrpSpPr>
        <p:grpSpPr>
          <a:xfrm>
            <a:off x="565201" y="598511"/>
            <a:ext cx="9250762" cy="763806"/>
            <a:chOff x="565201" y="598511"/>
            <a:chExt cx="9250762" cy="763806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D277BAF4-FB86-4416-9702-1AB832F9C81A}"/>
                </a:ext>
              </a:extLst>
            </p:cNvPr>
            <p:cNvGrpSpPr/>
            <p:nvPr/>
          </p:nvGrpSpPr>
          <p:grpSpPr>
            <a:xfrm>
              <a:off x="565201" y="598511"/>
              <a:ext cx="6983205" cy="763806"/>
              <a:chOff x="565201" y="598511"/>
              <a:chExt cx="6983205" cy="763806"/>
            </a:xfrm>
          </p:grpSpPr>
          <p:sp>
            <p:nvSpPr>
              <p:cNvPr id="60" name="Rectangle 6">
                <a:extLst>
                  <a:ext uri="{FF2B5EF4-FFF2-40B4-BE49-F238E27FC236}">
                    <a16:creationId xmlns:a16="http://schemas.microsoft.com/office/drawing/2014/main" id="{AC352C42-6015-41C4-A05F-F5B59860C4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6235" y="598511"/>
                <a:ext cx="4423515" cy="3077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rIns="0" bIns="0" anchor="b">
                <a:spAutoFit/>
              </a:bodyPr>
              <a:lstStyle/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itchFamily="2" charset="2"/>
                  <a:buNone/>
                  <a:tabLst/>
                  <a:defRPr/>
                </a:pPr>
                <a:r>
                  <a:rPr lang="ko-KR" altLang="en-US" sz="2000" spc="-49" dirty="0">
                    <a:ln>
                      <a:solidFill>
                        <a:srgbClr val="D64E75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기존 </a:t>
                </a:r>
                <a:r>
                  <a:rPr lang="ko-KR" altLang="en-US" sz="2000" spc="-49" dirty="0" err="1">
                    <a:ln>
                      <a:solidFill>
                        <a:srgbClr val="D64E75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살생물물질</a:t>
                </a:r>
                <a:r>
                  <a:rPr lang="ko-KR" altLang="en-US" sz="2000" spc="-49" dirty="0">
                    <a:ln>
                      <a:solidFill>
                        <a:srgbClr val="D64E75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 승인신청</a:t>
                </a:r>
                <a:r>
                  <a:rPr lang="en-US" altLang="ko-KR" sz="2000" spc="-49" dirty="0">
                    <a:ln>
                      <a:solidFill>
                        <a:srgbClr val="D64E75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(7)</a:t>
                </a:r>
                <a:endParaRPr kumimoji="0" lang="ko-KR" altLang="en-US" sz="2000" b="0" i="0" u="none" strike="noStrike" kern="1200" cap="none" spc="-49" normalizeH="0" baseline="0" noProof="0" dirty="0">
                  <a:ln>
                    <a:solidFill>
                      <a:srgbClr val="D64E75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endParaRPr>
              </a:p>
            </p:txBody>
          </p:sp>
          <p:grpSp>
            <p:nvGrpSpPr>
              <p:cNvPr id="61" name="그룹 60">
                <a:extLst>
                  <a:ext uri="{FF2B5EF4-FFF2-40B4-BE49-F238E27FC236}">
                    <a16:creationId xmlns:a16="http://schemas.microsoft.com/office/drawing/2014/main" id="{74D6BEF5-3BF9-4AA3-B7E4-4272E12B19FE}"/>
                  </a:ext>
                </a:extLst>
              </p:cNvPr>
              <p:cNvGrpSpPr/>
              <p:nvPr/>
            </p:nvGrpSpPr>
            <p:grpSpPr>
              <a:xfrm>
                <a:off x="565201" y="1123003"/>
                <a:ext cx="6983205" cy="239314"/>
                <a:chOff x="1283748" y="1193940"/>
                <a:chExt cx="6983205" cy="239314"/>
              </a:xfrm>
            </p:grpSpPr>
            <p:sp>
              <p:nvSpPr>
                <p:cNvPr id="62" name="Freeform 31">
                  <a:extLst>
                    <a:ext uri="{FF2B5EF4-FFF2-40B4-BE49-F238E27FC236}">
                      <a16:creationId xmlns:a16="http://schemas.microsoft.com/office/drawing/2014/main" id="{73EE3838-E26E-4FD7-8A6B-B957D865140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283748" y="1193940"/>
                  <a:ext cx="240252" cy="239314"/>
                </a:xfrm>
                <a:custGeom>
                  <a:avLst/>
                  <a:gdLst>
                    <a:gd name="T0" fmla="*/ 96 w 192"/>
                    <a:gd name="T1" fmla="*/ 0 h 191"/>
                    <a:gd name="T2" fmla="*/ 0 w 192"/>
                    <a:gd name="T3" fmla="*/ 95 h 191"/>
                    <a:gd name="T4" fmla="*/ 96 w 192"/>
                    <a:gd name="T5" fmla="*/ 191 h 191"/>
                    <a:gd name="T6" fmla="*/ 192 w 192"/>
                    <a:gd name="T7" fmla="*/ 95 h 191"/>
                    <a:gd name="T8" fmla="*/ 96 w 192"/>
                    <a:gd name="T9" fmla="*/ 0 h 191"/>
                    <a:gd name="T10" fmla="*/ 156 w 192"/>
                    <a:gd name="T11" fmla="*/ 73 h 191"/>
                    <a:gd name="T12" fmla="*/ 86 w 192"/>
                    <a:gd name="T13" fmla="*/ 142 h 191"/>
                    <a:gd name="T14" fmla="*/ 77 w 192"/>
                    <a:gd name="T15" fmla="*/ 145 h 191"/>
                    <a:gd name="T16" fmla="*/ 68 w 192"/>
                    <a:gd name="T17" fmla="*/ 142 h 191"/>
                    <a:gd name="T18" fmla="*/ 37 w 192"/>
                    <a:gd name="T19" fmla="*/ 110 h 191"/>
                    <a:gd name="T20" fmla="*/ 37 w 192"/>
                    <a:gd name="T21" fmla="*/ 92 h 191"/>
                    <a:gd name="T22" fmla="*/ 55 w 192"/>
                    <a:gd name="T23" fmla="*/ 92 h 191"/>
                    <a:gd name="T24" fmla="*/ 77 w 192"/>
                    <a:gd name="T25" fmla="*/ 115 h 191"/>
                    <a:gd name="T26" fmla="*/ 138 w 192"/>
                    <a:gd name="T27" fmla="*/ 55 h 191"/>
                    <a:gd name="T28" fmla="*/ 156 w 192"/>
                    <a:gd name="T29" fmla="*/ 55 h 191"/>
                    <a:gd name="T30" fmla="*/ 156 w 192"/>
                    <a:gd name="T31" fmla="*/ 73 h 1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192" h="191">
                      <a:moveTo>
                        <a:pt x="96" y="0"/>
                      </a:moveTo>
                      <a:cubicBezTo>
                        <a:pt x="43" y="0"/>
                        <a:pt x="0" y="42"/>
                        <a:pt x="0" y="95"/>
                      </a:cubicBezTo>
                      <a:cubicBezTo>
                        <a:pt x="0" y="148"/>
                        <a:pt x="43" y="191"/>
                        <a:pt x="96" y="191"/>
                      </a:cubicBezTo>
                      <a:cubicBezTo>
                        <a:pt x="149" y="191"/>
                        <a:pt x="192" y="148"/>
                        <a:pt x="192" y="95"/>
                      </a:cubicBezTo>
                      <a:cubicBezTo>
                        <a:pt x="192" y="42"/>
                        <a:pt x="149" y="0"/>
                        <a:pt x="96" y="0"/>
                      </a:cubicBezTo>
                      <a:close/>
                      <a:moveTo>
                        <a:pt x="156" y="73"/>
                      </a:moveTo>
                      <a:cubicBezTo>
                        <a:pt x="86" y="142"/>
                        <a:pt x="86" y="142"/>
                        <a:pt x="86" y="142"/>
                      </a:cubicBezTo>
                      <a:cubicBezTo>
                        <a:pt x="84" y="144"/>
                        <a:pt x="81" y="145"/>
                        <a:pt x="77" y="145"/>
                      </a:cubicBezTo>
                      <a:cubicBezTo>
                        <a:pt x="74" y="145"/>
                        <a:pt x="71" y="144"/>
                        <a:pt x="68" y="142"/>
                      </a:cubicBezTo>
                      <a:cubicBezTo>
                        <a:pt x="37" y="110"/>
                        <a:pt x="37" y="110"/>
                        <a:pt x="37" y="110"/>
                      </a:cubicBezTo>
                      <a:cubicBezTo>
                        <a:pt x="32" y="105"/>
                        <a:pt x="32" y="97"/>
                        <a:pt x="37" y="92"/>
                      </a:cubicBezTo>
                      <a:cubicBezTo>
                        <a:pt x="42" y="87"/>
                        <a:pt x="50" y="87"/>
                        <a:pt x="55" y="92"/>
                      </a:cubicBezTo>
                      <a:cubicBezTo>
                        <a:pt x="77" y="115"/>
                        <a:pt x="77" y="115"/>
                        <a:pt x="77" y="115"/>
                      </a:cubicBezTo>
                      <a:cubicBezTo>
                        <a:pt x="138" y="55"/>
                        <a:pt x="138" y="55"/>
                        <a:pt x="138" y="55"/>
                      </a:cubicBezTo>
                      <a:cubicBezTo>
                        <a:pt x="143" y="50"/>
                        <a:pt x="151" y="50"/>
                        <a:pt x="156" y="55"/>
                      </a:cubicBezTo>
                      <a:cubicBezTo>
                        <a:pt x="161" y="60"/>
                        <a:pt x="161" y="68"/>
                        <a:pt x="156" y="7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92F256F7-5BEA-46B9-9462-EECE20BB170E}"/>
                    </a:ext>
                  </a:extLst>
                </p:cNvPr>
                <p:cNvSpPr txBox="1"/>
                <p:nvPr/>
              </p:nvSpPr>
              <p:spPr>
                <a:xfrm>
                  <a:off x="1627315" y="1205875"/>
                  <a:ext cx="6639638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400" b="1" i="0" u="none" strike="noStrike" kern="1200" cap="none" spc="0" normalizeH="0" baseline="0" dirty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+mj-ea"/>
                      <a:ea typeface="+mj-ea"/>
                      <a:cs typeface="+mn-cs"/>
                    </a:rPr>
                    <a:t>기존 </a:t>
                  </a:r>
                  <a:r>
                    <a:rPr kumimoji="0" lang="ko-KR" altLang="en-US" sz="1400" b="1" i="0" u="none" strike="noStrike" kern="1200" cap="none" spc="0" normalizeH="0" baseline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+mj-ea"/>
                      <a:ea typeface="+mj-ea"/>
                      <a:cs typeface="+mn-cs"/>
                    </a:rPr>
                    <a:t>살생물물질 승인신청에 대한 공동협의체</a:t>
                  </a:r>
                  <a:r>
                    <a:rPr kumimoji="0" lang="en-US" altLang="ko-KR" sz="1400" b="1" i="0" u="none" strike="noStrike" kern="1200" cap="none" spc="0" normalizeH="0" baseline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+mj-ea"/>
                      <a:ea typeface="+mj-ea"/>
                      <a:cs typeface="+mn-cs"/>
                    </a:rPr>
                    <a:t>, </a:t>
                  </a:r>
                  <a:r>
                    <a:rPr kumimoji="0" lang="ko-KR" altLang="en-US" sz="1400" b="1" i="0" u="none" strike="noStrike" kern="1200" cap="none" spc="0" normalizeH="0" baseline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+mj-ea"/>
                      <a:ea typeface="+mj-ea"/>
                      <a:cs typeface="+mn-cs"/>
                    </a:rPr>
                    <a:t>선임 연계와 연계 없이 직접 신청시 장단점 비교</a:t>
                  </a:r>
                  <a:endParaRPr kumimoji="0" lang="ko-KR" altLang="en-US" sz="1400" b="1" i="0" u="none" strike="noStrike" kern="1200" cap="none" spc="0" normalizeH="0" baseline="0" noProof="0" dirty="0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+mj-ea"/>
                    <a:ea typeface="+mj-ea"/>
                    <a:cs typeface="+mn-cs"/>
                  </a:endParaRPr>
                </a:p>
              </p:txBody>
            </p:sp>
          </p:grpSp>
        </p:grp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28061A1D-5541-4FF3-BEB4-8C892FA0F642}"/>
                </a:ext>
              </a:extLst>
            </p:cNvPr>
            <p:cNvGrpSpPr/>
            <p:nvPr/>
          </p:nvGrpSpPr>
          <p:grpSpPr>
            <a:xfrm>
              <a:off x="8934005" y="699034"/>
              <a:ext cx="881958" cy="245691"/>
              <a:chOff x="8458455" y="782973"/>
              <a:chExt cx="881958" cy="245691"/>
            </a:xfrm>
          </p:grpSpPr>
          <p:grpSp>
            <p:nvGrpSpPr>
              <p:cNvPr id="34" name="그룹 33">
                <a:extLst>
                  <a:ext uri="{FF2B5EF4-FFF2-40B4-BE49-F238E27FC236}">
                    <a16:creationId xmlns:a16="http://schemas.microsoft.com/office/drawing/2014/main" id="{F30FD26E-0958-4BE7-937E-0350C66D6C7A}"/>
                  </a:ext>
                </a:extLst>
              </p:cNvPr>
              <p:cNvGrpSpPr/>
              <p:nvPr/>
            </p:nvGrpSpPr>
            <p:grpSpPr>
              <a:xfrm>
                <a:off x="8697949" y="782973"/>
                <a:ext cx="163476" cy="245691"/>
                <a:chOff x="8658927" y="782973"/>
                <a:chExt cx="163476" cy="245691"/>
              </a:xfrm>
            </p:grpSpPr>
            <p:sp>
              <p:nvSpPr>
                <p:cNvPr id="44" name="사각형: 둥근 위쪽 모서리 43">
                  <a:extLst>
                    <a:ext uri="{FF2B5EF4-FFF2-40B4-BE49-F238E27FC236}">
                      <a16:creationId xmlns:a16="http://schemas.microsoft.com/office/drawing/2014/main" id="{0ACFC5AA-E705-4466-ACC8-776E2596F441}"/>
                    </a:ext>
                  </a:extLst>
                </p:cNvPr>
                <p:cNvSpPr/>
                <p:nvPr/>
              </p:nvSpPr>
              <p:spPr>
                <a:xfrm>
                  <a:off x="8658927" y="956664"/>
                  <a:ext cx="163476" cy="72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rgbClr val="66B35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58" name="직사각형 57">
                  <a:extLst>
                    <a:ext uri="{FF2B5EF4-FFF2-40B4-BE49-F238E27FC236}">
                      <a16:creationId xmlns:a16="http://schemas.microsoft.com/office/drawing/2014/main" id="{A354ED15-3D73-4E95-A2EB-18D813D3ECED}"/>
                    </a:ext>
                  </a:extLst>
                </p:cNvPr>
                <p:cNvSpPr/>
                <p:nvPr/>
              </p:nvSpPr>
              <p:spPr>
                <a:xfrm>
                  <a:off x="8658927" y="782973"/>
                  <a:ext cx="163476" cy="14933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00" b="0" i="0" u="none" strike="noStrike" kern="0" cap="none" spc="-30" normalizeH="0" baseline="0" noProof="0" dirty="0">
                      <a:ln w="3175">
                        <a:solidFill>
                          <a:prstClr val="white">
                            <a:lumMod val="75000"/>
                            <a:alpha val="0"/>
                          </a:prstClr>
                        </a:solidFill>
                      </a:ln>
                      <a:solidFill>
                        <a:srgbClr val="4B8E42"/>
                      </a:solidFill>
                      <a:effectLst/>
                      <a:uLnTx/>
                      <a:uFillTx/>
                      <a:latin typeface="KoPub바탕체 Medium" panose="00000600000000000000" pitchFamily="2" charset="-127"/>
                      <a:ea typeface="KoPub바탕체 Medium" panose="00000600000000000000" pitchFamily="2" charset="-127"/>
                      <a:cs typeface="+mn-cs"/>
                    </a:rPr>
                    <a:t>Ⅱ</a:t>
                  </a:r>
                  <a:endParaRPr kumimoji="0" lang="ko-KR" altLang="en-US" sz="10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srgbClr val="4B8E42"/>
                    </a:solidFill>
                    <a:effectLst/>
                    <a:uLnTx/>
                    <a:uFillTx/>
                    <a:latin typeface="KoPub바탕체 Medium" panose="00000600000000000000" pitchFamily="2" charset="-127"/>
                    <a:ea typeface="KoPub바탕체 Medium" panose="00000600000000000000" pitchFamily="2" charset="-127"/>
                    <a:cs typeface="+mn-cs"/>
                  </a:endParaRPr>
                </a:p>
              </p:txBody>
            </p:sp>
          </p:grpSp>
          <p:grpSp>
            <p:nvGrpSpPr>
              <p:cNvPr id="35" name="그룹 34">
                <a:extLst>
                  <a:ext uri="{FF2B5EF4-FFF2-40B4-BE49-F238E27FC236}">
                    <a16:creationId xmlns:a16="http://schemas.microsoft.com/office/drawing/2014/main" id="{26ACEB8C-6E03-4863-A7A4-3BC3CEB11C32}"/>
                  </a:ext>
                </a:extLst>
              </p:cNvPr>
              <p:cNvGrpSpPr/>
              <p:nvPr/>
            </p:nvGrpSpPr>
            <p:grpSpPr>
              <a:xfrm>
                <a:off x="8458455" y="782973"/>
                <a:ext cx="163476" cy="245691"/>
                <a:chOff x="8458455" y="782973"/>
                <a:chExt cx="163476" cy="245691"/>
              </a:xfrm>
            </p:grpSpPr>
            <p:sp>
              <p:nvSpPr>
                <p:cNvPr id="42" name="사각형: 둥근 위쪽 모서리 41">
                  <a:extLst>
                    <a:ext uri="{FF2B5EF4-FFF2-40B4-BE49-F238E27FC236}">
                      <a16:creationId xmlns:a16="http://schemas.microsoft.com/office/drawing/2014/main" id="{FE1C1CA9-E907-4258-B1CD-F41BB1456DB3}"/>
                    </a:ext>
                  </a:extLst>
                </p:cNvPr>
                <p:cNvSpPr/>
                <p:nvPr/>
              </p:nvSpPr>
              <p:spPr>
                <a:xfrm>
                  <a:off x="8458455" y="956664"/>
                  <a:ext cx="163476" cy="72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43" name="직사각형 42">
                  <a:extLst>
                    <a:ext uri="{FF2B5EF4-FFF2-40B4-BE49-F238E27FC236}">
                      <a16:creationId xmlns:a16="http://schemas.microsoft.com/office/drawing/2014/main" id="{B366C2DA-8481-4B43-A2F3-3BDCD266FFB1}"/>
                    </a:ext>
                  </a:extLst>
                </p:cNvPr>
                <p:cNvSpPr/>
                <p:nvPr/>
              </p:nvSpPr>
              <p:spPr>
                <a:xfrm>
                  <a:off x="8458455" y="782973"/>
                  <a:ext cx="163476" cy="14933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0" cap="none" spc="-30" normalizeH="0" baseline="0" noProof="0" dirty="0">
                      <a:ln w="3175">
                        <a:solidFill>
                          <a:prstClr val="white">
                            <a:lumMod val="75000"/>
                            <a:alpha val="0"/>
                          </a:prstClr>
                        </a:solidFill>
                      </a:ln>
                      <a:solidFill>
                        <a:prstClr val="white">
                          <a:lumMod val="75000"/>
                        </a:prstClr>
                      </a:solidFill>
                      <a:effectLst/>
                      <a:uLnTx/>
                      <a:uFillTx/>
                      <a:latin typeface="KoPub바탕체 Light" panose="00000300000000000000" pitchFamily="2" charset="-127"/>
                      <a:ea typeface="KoPub바탕체 Light" panose="00000300000000000000" pitchFamily="2" charset="-127"/>
                      <a:cs typeface="+mn-cs"/>
                    </a:rPr>
                    <a:t>Ⅰ</a:t>
                  </a:r>
                  <a:endParaRPr kumimoji="0" lang="ko-KR" altLang="en-US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endParaRPr>
                </a:p>
              </p:txBody>
            </p:sp>
          </p:grpSp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122E0346-086D-4809-A62F-39C65F358112}"/>
                  </a:ext>
                </a:extLst>
              </p:cNvPr>
              <p:cNvGrpSpPr/>
              <p:nvPr/>
            </p:nvGrpSpPr>
            <p:grpSpPr>
              <a:xfrm>
                <a:off x="9176937" y="782973"/>
                <a:ext cx="163476" cy="245691"/>
                <a:chOff x="9059871" y="782973"/>
                <a:chExt cx="163476" cy="245691"/>
              </a:xfrm>
            </p:grpSpPr>
            <p:sp>
              <p:nvSpPr>
                <p:cNvPr id="40" name="사각형: 둥근 위쪽 모서리 39">
                  <a:extLst>
                    <a:ext uri="{FF2B5EF4-FFF2-40B4-BE49-F238E27FC236}">
                      <a16:creationId xmlns:a16="http://schemas.microsoft.com/office/drawing/2014/main" id="{DC7FE71B-6330-4A14-8680-F52DC38022CF}"/>
                    </a:ext>
                  </a:extLst>
                </p:cNvPr>
                <p:cNvSpPr/>
                <p:nvPr/>
              </p:nvSpPr>
              <p:spPr>
                <a:xfrm>
                  <a:off x="9059871" y="956664"/>
                  <a:ext cx="163476" cy="72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41" name="직사각형 40">
                  <a:extLst>
                    <a:ext uri="{FF2B5EF4-FFF2-40B4-BE49-F238E27FC236}">
                      <a16:creationId xmlns:a16="http://schemas.microsoft.com/office/drawing/2014/main" id="{7E0E38FB-D78C-4D26-BFC3-9C58E922ED8D}"/>
                    </a:ext>
                  </a:extLst>
                </p:cNvPr>
                <p:cNvSpPr/>
                <p:nvPr/>
              </p:nvSpPr>
              <p:spPr>
                <a:xfrm>
                  <a:off x="9059871" y="782973"/>
                  <a:ext cx="163476" cy="14933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0" cap="none" spc="-30" normalizeH="0" baseline="0" noProof="0" dirty="0">
                      <a:ln w="3175">
                        <a:solidFill>
                          <a:prstClr val="white">
                            <a:lumMod val="75000"/>
                            <a:alpha val="0"/>
                          </a:prstClr>
                        </a:solidFill>
                      </a:ln>
                      <a:solidFill>
                        <a:prstClr val="white">
                          <a:lumMod val="75000"/>
                        </a:prstClr>
                      </a:solidFill>
                      <a:effectLst/>
                      <a:uLnTx/>
                      <a:uFillTx/>
                      <a:latin typeface="KoPub바탕체 Light" panose="00000300000000000000" pitchFamily="2" charset="-127"/>
                      <a:ea typeface="KoPub바탕체 Light" panose="00000300000000000000" pitchFamily="2" charset="-127"/>
                      <a:cs typeface="+mn-cs"/>
                    </a:rPr>
                    <a:t>Ⅳ</a:t>
                  </a:r>
                  <a:endParaRPr kumimoji="0" lang="ko-KR" altLang="en-US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endParaRPr>
                </a:p>
              </p:txBody>
            </p:sp>
          </p:grp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4AD7B291-FC38-4497-9E25-49FA78B668C8}"/>
                  </a:ext>
                </a:extLst>
              </p:cNvPr>
              <p:cNvGrpSpPr/>
              <p:nvPr/>
            </p:nvGrpSpPr>
            <p:grpSpPr>
              <a:xfrm>
                <a:off x="8937443" y="782973"/>
                <a:ext cx="163476" cy="245691"/>
                <a:chOff x="8859399" y="782973"/>
                <a:chExt cx="163476" cy="245691"/>
              </a:xfrm>
            </p:grpSpPr>
            <p:sp>
              <p:nvSpPr>
                <p:cNvPr id="38" name="사각형: 둥근 위쪽 모서리 37">
                  <a:extLst>
                    <a:ext uri="{FF2B5EF4-FFF2-40B4-BE49-F238E27FC236}">
                      <a16:creationId xmlns:a16="http://schemas.microsoft.com/office/drawing/2014/main" id="{D4713393-CFC2-4122-877E-3034FE85FCDB}"/>
                    </a:ext>
                  </a:extLst>
                </p:cNvPr>
                <p:cNvSpPr/>
                <p:nvPr/>
              </p:nvSpPr>
              <p:spPr>
                <a:xfrm>
                  <a:off x="8859399" y="956664"/>
                  <a:ext cx="163476" cy="720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39" name="직사각형 38">
                  <a:extLst>
                    <a:ext uri="{FF2B5EF4-FFF2-40B4-BE49-F238E27FC236}">
                      <a16:creationId xmlns:a16="http://schemas.microsoft.com/office/drawing/2014/main" id="{1564775C-D34F-46E6-9891-2890F6AC79E1}"/>
                    </a:ext>
                  </a:extLst>
                </p:cNvPr>
                <p:cNvSpPr/>
                <p:nvPr/>
              </p:nvSpPr>
              <p:spPr>
                <a:xfrm>
                  <a:off x="8859399" y="782973"/>
                  <a:ext cx="163476" cy="14933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0" cap="none" spc="-30" normalizeH="0" baseline="0" noProof="0" dirty="0">
                      <a:ln w="3175">
                        <a:solidFill>
                          <a:prstClr val="white">
                            <a:lumMod val="75000"/>
                            <a:alpha val="0"/>
                          </a:prstClr>
                        </a:solidFill>
                      </a:ln>
                      <a:solidFill>
                        <a:prstClr val="white">
                          <a:lumMod val="75000"/>
                        </a:prstClr>
                      </a:solidFill>
                      <a:effectLst/>
                      <a:uLnTx/>
                      <a:uFillTx/>
                      <a:latin typeface="KoPub바탕체 Light" panose="00000300000000000000" pitchFamily="2" charset="-127"/>
                      <a:ea typeface="KoPub바탕체 Light" panose="00000300000000000000" pitchFamily="2" charset="-127"/>
                      <a:cs typeface="+mn-cs"/>
                    </a:rPr>
                    <a:t>Ⅲ</a:t>
                  </a:r>
                  <a:endParaRPr kumimoji="0" lang="ko-KR" altLang="en-US" sz="800" b="0" i="0" u="none" strike="noStrike" kern="0" cap="none" spc="-30" normalizeH="0" baseline="0" noProof="0" dirty="0">
                    <a:ln w="3175">
                      <a:solidFill>
                        <a:prstClr val="white">
                          <a:lumMod val="75000"/>
                          <a:alpha val="0"/>
                        </a:prstClr>
                      </a:solidFill>
                    </a:ln>
                    <a:solidFill>
                      <a:prstClr val="white">
                        <a:lumMod val="75000"/>
                      </a:prstClr>
                    </a:solidFill>
                    <a:effectLst/>
                    <a:uLnTx/>
                    <a:uFillTx/>
                    <a:latin typeface="KoPub바탕체 Light" panose="00000300000000000000" pitchFamily="2" charset="-127"/>
                    <a:ea typeface="KoPub바탕체 Light" panose="00000300000000000000" pitchFamily="2" charset="-127"/>
                    <a:cs typeface="+mn-cs"/>
                  </a:endParaRPr>
                </a:p>
              </p:txBody>
            </p:sp>
          </p:grpSp>
        </p:grpSp>
      </p:grpSp>
      <p:graphicFrame>
        <p:nvGraphicFramePr>
          <p:cNvPr id="124" name="Table 73">
            <a:extLst>
              <a:ext uri="{FF2B5EF4-FFF2-40B4-BE49-F238E27FC236}">
                <a16:creationId xmlns:a16="http://schemas.microsoft.com/office/drawing/2014/main" id="{DD0B836A-E271-4AB9-8DBD-15652BA05A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1530258"/>
              </p:ext>
            </p:extLst>
          </p:nvPr>
        </p:nvGraphicFramePr>
        <p:xfrm>
          <a:off x="834949" y="1818968"/>
          <a:ext cx="9010509" cy="4940987"/>
        </p:xfrm>
        <a:graphic>
          <a:graphicData uri="http://schemas.openxmlformats.org/drawingml/2006/table">
            <a:tbl>
              <a:tblPr firstCol="1"/>
              <a:tblGrid>
                <a:gridCol w="1623116">
                  <a:extLst>
                    <a:ext uri="{9D8B030D-6E8A-4147-A177-3AD203B41FA5}">
                      <a16:colId xmlns:a16="http://schemas.microsoft.com/office/drawing/2014/main" val="1204586597"/>
                    </a:ext>
                  </a:extLst>
                </a:gridCol>
                <a:gridCol w="3647767">
                  <a:extLst>
                    <a:ext uri="{9D8B030D-6E8A-4147-A177-3AD203B41FA5}">
                      <a16:colId xmlns:a16="http://schemas.microsoft.com/office/drawing/2014/main" val="3269138702"/>
                    </a:ext>
                  </a:extLst>
                </a:gridCol>
                <a:gridCol w="3739626">
                  <a:extLst>
                    <a:ext uri="{9D8B030D-6E8A-4147-A177-3AD203B41FA5}">
                      <a16:colId xmlns:a16="http://schemas.microsoft.com/office/drawing/2014/main" val="884628398"/>
                    </a:ext>
                  </a:extLst>
                </a:gridCol>
              </a:tblGrid>
              <a:tr h="407279">
                <a:tc>
                  <a:txBody>
                    <a:bodyPr/>
                    <a:lstStyle/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+mj-ea"/>
                          <a:ea typeface="+mj-ea"/>
                          <a:cs typeface="+mn-cs"/>
                        </a:rPr>
                        <a:t>업무</a:t>
                      </a:r>
                      <a:endParaRPr lang="ko-KR" altLang="en-US" sz="14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+mj-ea"/>
                          <a:ea typeface="+mj-ea"/>
                          <a:cs typeface="+mn-cs"/>
                        </a:rPr>
                        <a:t>장점</a:t>
                      </a:r>
                      <a:endParaRPr lang="ko-KR" altLang="en-US" sz="14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19175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+mj-ea"/>
                          <a:ea typeface="+mj-ea"/>
                          <a:cs typeface="+mn-cs"/>
                        </a:rPr>
                        <a:t>단점</a:t>
                      </a:r>
                      <a:endParaRPr lang="ko-KR" altLang="en-US" sz="140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54000" marR="540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68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공동협의체 연계</a:t>
                      </a:r>
                      <a:endParaRPr lang="en-US" altLang="ko-KR" sz="1400" kern="1200" spc="-7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en-US" altLang="ko-KR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선임연계 포함</a:t>
                      </a:r>
                      <a:r>
                        <a:rPr lang="en-US" altLang="ko-KR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0" indent="-11430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유형대표자와 구성원간 시험자료 등 자료 공유가 용이</a:t>
                      </a:r>
                      <a:endParaRPr lang="en-US" altLang="ko-KR" sz="1400" b="0" kern="1200" spc="-7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marL="114300" marR="0" lvl="0" indent="-11430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국립환경과학원 업무담당자의 평가 업무 용이</a:t>
                      </a:r>
                      <a:r>
                        <a:rPr lang="en-US" altLang="ko-KR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구성원의 개별제출 서류만 확인</a:t>
                      </a:r>
                      <a:r>
                        <a:rPr lang="en-US" altLang="ko-KR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</a:p>
                    <a:p>
                      <a:pPr marL="114300" marR="0" lvl="0" indent="-11430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유형협의체 대표자 수정보완 시 일반 구성원 공동제출 서류 자동 반영 등</a:t>
                      </a:r>
                      <a:endParaRPr lang="en-US" altLang="ko-KR" sz="1400" b="0" kern="1200" spc="-7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0" indent="-11430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구현이 복잡하고 개발기간이 공동협의체 연계 없이 신청 하는 것보다 많이 소요</a:t>
                      </a:r>
                      <a:endParaRPr lang="en-US" altLang="ko-KR" sz="1400" b="0" kern="1200" spc="-7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991677"/>
                  </a:ext>
                </a:extLst>
              </a:tr>
              <a:tr h="22668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Tx/>
                        <a:buNone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공동협의체 연계 없이 신청</a:t>
                      </a:r>
                      <a:endParaRPr lang="en-US" altLang="ko-KR" sz="1400" kern="1200" spc="-7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0" indent="-11430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구현이 간단하고 개발기간 단축</a:t>
                      </a:r>
                      <a:endParaRPr lang="en-US" altLang="ko-KR" sz="1400" b="0" kern="1200" spc="-7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marL="114300" marR="0" lvl="0" indent="-11430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향후 기존 살생물물질 승인신청에 대한 유지관리가 쉽고 변경에 크게 영향을 받지 않음</a:t>
                      </a:r>
                      <a:endParaRPr lang="en-US" altLang="ko-KR" sz="1400" b="0" kern="1200" spc="-7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0" lvl="0" indent="-11430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유형대표자와 구성원간 시험자료 등 모든 자료에 대하여 오프라인 공유</a:t>
                      </a:r>
                      <a:r>
                        <a:rPr lang="en-US" altLang="ko-KR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이메일 등</a:t>
                      </a:r>
                      <a:r>
                        <a:rPr lang="en-US" altLang="ko-KR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  <a:r>
                        <a:rPr lang="ko-KR" altLang="en-US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필요</a:t>
                      </a:r>
                      <a:endParaRPr lang="en-US" altLang="ko-KR" sz="1400" b="0" kern="1200" spc="-7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marL="114300" marR="0" lvl="0" indent="-11430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구성원은 유형협의체 대표자와 동일한 작업 수행</a:t>
                      </a:r>
                      <a:endParaRPr lang="en-US" altLang="ko-KR" sz="1400" b="0" kern="1200" spc="-7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marL="114300" marR="0" lvl="0" indent="-11430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r>
                        <a:rPr lang="ko-KR" altLang="en-US" sz="1400" b="0" kern="1200" spc="-70">
                          <a:ln w="3175">
                            <a:solidFill>
                              <a:prstClr val="white">
                                <a:lumMod val="75000"/>
                                <a:alpha val="0"/>
                              </a:prstClr>
                            </a:solidFill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공동제출 서류 변경 시 구성원 전체가 재작업 필요</a:t>
                      </a:r>
                      <a:endParaRPr lang="en-US" altLang="ko-KR" sz="1400" b="0" kern="1200" spc="-7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marL="114300" marR="0" lvl="0" indent="-11430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65000"/>
                          </a:prstClr>
                        </a:buClr>
                        <a:buSzPct val="110000"/>
                        <a:buFont typeface="Arial" panose="020B0604020202020204" pitchFamily="34" charset="0"/>
                        <a:buChar char="•"/>
                        <a:tabLst>
                          <a:tab pos="525463" algn="l"/>
                        </a:tabLst>
                        <a:defRPr/>
                      </a:pPr>
                      <a:endParaRPr lang="ko-KR" altLang="en-US" sz="1400" b="0" kern="1200" spc="-70" dirty="0">
                        <a:ln w="3175">
                          <a:solidFill>
                            <a:prstClr val="white">
                              <a:lumMod val="75000"/>
                              <a:alpha val="0"/>
                            </a:prstClr>
                          </a:solidFill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3200" marR="43200" marT="36000" marB="36000" anchor="ctr" horzOverflow="overflow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378230"/>
                  </a:ext>
                </a:extLst>
              </a:tr>
            </a:tbl>
          </a:graphicData>
        </a:graphic>
      </p:graphicFrame>
      <p:sp>
        <p:nvSpPr>
          <p:cNvPr id="23" name="Rectangle 6">
            <a:extLst>
              <a:ext uri="{FF2B5EF4-FFF2-40B4-BE49-F238E27FC236}">
                <a16:creationId xmlns:a16="http://schemas.microsoft.com/office/drawing/2014/main" id="{E4213962-97ED-48DF-9912-26E6F1444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13" y="383430"/>
            <a:ext cx="531454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 anchor="b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ko-KR" sz="3600" b="0" i="0" u="none" strike="noStrike" kern="1200" cap="none" spc="-49" normalizeH="0" baseline="0" noProof="0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rgbClr val="A9CE56"/>
                </a:solidFill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  <a:cs typeface="+mn-cs"/>
              </a:rPr>
              <a:t>0</a:t>
            </a:r>
            <a:r>
              <a:rPr kumimoji="0" lang="en-US" altLang="ko-KR" sz="3600" b="0" i="0" u="none" strike="noStrike" kern="1200" cap="none" spc="-49" normalizeH="0" baseline="0" noProof="0" dirty="0">
                <a:ln>
                  <a:solidFill>
                    <a:srgbClr val="D64E75">
                      <a:alpha val="0"/>
                    </a:srgbClr>
                  </a:solidFill>
                </a:ln>
                <a:solidFill>
                  <a:srgbClr val="4B8E42"/>
                </a:solidFill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  <a:cs typeface="+mn-cs"/>
              </a:rPr>
              <a:t>6</a:t>
            </a:r>
            <a:endParaRPr kumimoji="0" lang="ko-KR" altLang="en-US" sz="3600" b="0" i="0" u="none" strike="noStrike" kern="1200" cap="none" spc="-49" normalizeH="0" baseline="0" noProof="0" dirty="0">
              <a:ln>
                <a:solidFill>
                  <a:srgbClr val="D64E75">
                    <a:alpha val="0"/>
                  </a:srgbClr>
                </a:solidFill>
              </a:ln>
              <a:solidFill>
                <a:srgbClr val="4B8E42"/>
              </a:solidFill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77292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E698227-134D-47F8-B3AC-14DCB3D7B4CC}"/>
              </a:ext>
            </a:extLst>
          </p:cNvPr>
          <p:cNvSpPr/>
          <p:nvPr/>
        </p:nvSpPr>
        <p:spPr>
          <a:xfrm>
            <a:off x="0" y="0"/>
            <a:ext cx="10691813" cy="75596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E144C6E-A283-4587-AB5E-E877C5FD7935}"/>
              </a:ext>
            </a:extLst>
          </p:cNvPr>
          <p:cNvSpPr/>
          <p:nvPr/>
        </p:nvSpPr>
        <p:spPr>
          <a:xfrm>
            <a:off x="2804748" y="1724619"/>
            <a:ext cx="327220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fontAlgn="base"/>
            <a:r>
              <a:rPr lang="en-US" altLang="ko-KR" sz="1100" kern="0" spc="-8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2021 </a:t>
            </a:r>
            <a:r>
              <a:rPr lang="ko-KR" altLang="en-US" sz="1100" kern="0" spc="-8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화학제품관리시스템 </a:t>
            </a:r>
            <a:r>
              <a:rPr lang="ko-KR" altLang="en-US" sz="1100" kern="0" spc="-80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개선</a:t>
            </a:r>
            <a:r>
              <a:rPr lang="ko-KR" altLang="en-US" sz="1100" kern="0" spc="-80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〮</a:t>
            </a:r>
            <a:r>
              <a:rPr lang="ko-KR" altLang="en-US" sz="1100" kern="0" spc="-80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운영</a:t>
            </a:r>
            <a:r>
              <a:rPr lang="ko-KR" altLang="en-US" sz="1100" kern="0" spc="-8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사업 </a:t>
            </a:r>
            <a:r>
              <a:rPr lang="ko-KR" altLang="en-US" sz="1100" kern="0" spc="-8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제</a:t>
            </a:r>
            <a:r>
              <a:rPr lang="en-US" altLang="ko-KR" sz="1100" kern="0" spc="-8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/</a:t>
            </a:r>
            <a:r>
              <a:rPr lang="ko-KR" altLang="en-US" sz="1100" kern="0" spc="-8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안</a:t>
            </a:r>
            <a:r>
              <a:rPr lang="en-US" altLang="ko-KR" sz="1100" kern="0" spc="-8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/</a:t>
            </a:r>
            <a:r>
              <a:rPr lang="ko-KR" altLang="en-US" sz="1100" kern="0" spc="-8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설</a:t>
            </a:r>
            <a:r>
              <a:rPr lang="en-US" altLang="ko-KR" sz="1100" kern="0" spc="-8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/</a:t>
            </a:r>
            <a:r>
              <a:rPr lang="ko-KR" altLang="en-US" sz="1100" kern="0" spc="-8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명</a:t>
            </a:r>
            <a:r>
              <a:rPr lang="en-US" altLang="ko-KR" sz="1100" kern="0" spc="-8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/</a:t>
            </a:r>
            <a:r>
              <a:rPr lang="ko-KR" altLang="en-US" sz="1100" kern="0" spc="-8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회</a:t>
            </a:r>
          </a:p>
          <a:p>
            <a:pPr defTabSz="914400" fontAlgn="base"/>
            <a:endParaRPr lang="ko-KR" altLang="en-US" sz="1100" kern="0" spc="-8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965A57F-1E7E-473C-97D3-3E130727AF0E}"/>
              </a:ext>
            </a:extLst>
          </p:cNvPr>
          <p:cNvGrpSpPr/>
          <p:nvPr/>
        </p:nvGrpSpPr>
        <p:grpSpPr>
          <a:xfrm>
            <a:off x="2025776" y="1565798"/>
            <a:ext cx="2498719" cy="1015663"/>
            <a:chOff x="8544561" y="2252096"/>
            <a:chExt cx="2498719" cy="1015663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651CDBE6-A0E1-451D-B267-23A87CF86186}"/>
                </a:ext>
              </a:extLst>
            </p:cNvPr>
            <p:cNvSpPr/>
            <p:nvPr/>
          </p:nvSpPr>
          <p:spPr>
            <a:xfrm>
              <a:off x="9294083" y="2594603"/>
              <a:ext cx="174919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400" fontAlgn="base"/>
              <a:r>
                <a:rPr lang="ko-KR" altLang="en-US" sz="2800" b="1" kern="0" spc="-1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4642E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rPr>
                <a:t>시스템 시연</a:t>
              </a:r>
              <a:endParaRPr lang="ko-KR" altLang="en-US" sz="2800" b="1" kern="0" spc="-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4642E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D32F5C01-C57F-4165-9EF5-E73D911DA2E2}"/>
                </a:ext>
              </a:extLst>
            </p:cNvPr>
            <p:cNvSpPr/>
            <p:nvPr/>
          </p:nvSpPr>
          <p:spPr>
            <a:xfrm>
              <a:off x="8544561" y="2252096"/>
              <a:ext cx="891591" cy="101566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914400" fontAlgn="base" latinLnBrk="0"/>
              <a:r>
                <a:rPr lang="en-US" altLang="ko-KR" sz="6000" kern="0" spc="-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4642E"/>
                  </a:solidFill>
                  <a:latin typeface="KoPub바탕체 Light" panose="02020603020101020101" pitchFamily="18" charset="-127"/>
                  <a:ea typeface="KoPub바탕체 Light" panose="02020603020101020101" pitchFamily="18" charset="-127"/>
                </a:rPr>
                <a:t>Ⅲ</a:t>
              </a:r>
            </a:p>
          </p:txBody>
        </p:sp>
      </p:grp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494C29D-CFB1-4BA7-BA47-DC47366512C0}"/>
              </a:ext>
            </a:extLst>
          </p:cNvPr>
          <p:cNvSpPr/>
          <p:nvPr/>
        </p:nvSpPr>
        <p:spPr>
          <a:xfrm>
            <a:off x="0" y="6539706"/>
            <a:ext cx="10691813" cy="10199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>
              <a:spcBef>
                <a:spcPts val="300"/>
              </a:spcBef>
              <a:buClr>
                <a:schemeClr val="tx1">
                  <a:lumMod val="75000"/>
                  <a:lumOff val="25000"/>
                </a:schemeClr>
              </a:buClr>
            </a:pPr>
            <a:endParaRPr lang="ko-KR" altLang="en-US" sz="1000" b="1">
              <a:ln w="3175"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FA56A5C-763A-4C4E-9710-528836E18176}"/>
              </a:ext>
            </a:extLst>
          </p:cNvPr>
          <p:cNvSpPr/>
          <p:nvPr/>
        </p:nvSpPr>
        <p:spPr>
          <a:xfrm>
            <a:off x="0" y="-1"/>
            <a:ext cx="1407886" cy="7559675"/>
          </a:xfrm>
          <a:prstGeom prst="rect">
            <a:avLst/>
          </a:prstGeom>
          <a:gradFill>
            <a:gsLst>
              <a:gs pos="75000">
                <a:srgbClr val="82BA38"/>
              </a:gs>
              <a:gs pos="0">
                <a:srgbClr val="A9CE56"/>
              </a:gs>
            </a:gsLst>
            <a:lin ang="5400000" scaled="1"/>
          </a:gradFill>
          <a:ln>
            <a:noFill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>
              <a:spcBef>
                <a:spcPts val="300"/>
              </a:spcBef>
              <a:buClr>
                <a:schemeClr val="tx1">
                  <a:lumMod val="75000"/>
                  <a:lumOff val="25000"/>
                </a:schemeClr>
              </a:buClr>
            </a:pPr>
            <a:endParaRPr lang="ko-KR" altLang="en-US" sz="1000" b="1">
              <a:ln w="3175"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552BC4C7-037B-49D3-88AA-71083351EDC5}"/>
              </a:ext>
            </a:extLst>
          </p:cNvPr>
          <p:cNvGrpSpPr/>
          <p:nvPr/>
        </p:nvGrpSpPr>
        <p:grpSpPr>
          <a:xfrm>
            <a:off x="6226629" y="2090268"/>
            <a:ext cx="4465184" cy="5469407"/>
            <a:chOff x="6226629" y="2090268"/>
            <a:chExt cx="4465184" cy="5469407"/>
          </a:xfrm>
        </p:grpSpPr>
        <p:pic>
          <p:nvPicPr>
            <p:cNvPr id="55" name="그림 54">
              <a:extLst>
                <a:ext uri="{FF2B5EF4-FFF2-40B4-BE49-F238E27FC236}">
                  <a16:creationId xmlns:a16="http://schemas.microsoft.com/office/drawing/2014/main" id="{002A2DDC-674C-403C-B9FB-16350B09615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373" t="12022" r="14114" b="21248"/>
            <a:stretch/>
          </p:blipFill>
          <p:spPr>
            <a:xfrm>
              <a:off x="6226629" y="2090268"/>
              <a:ext cx="4465184" cy="5469407"/>
            </a:xfrm>
            <a:prstGeom prst="rect">
              <a:avLst/>
            </a:prstGeom>
          </p:spPr>
        </p:pic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F52EA5EF-67D6-4246-9F1A-54B91EFABE35}"/>
                </a:ext>
              </a:extLst>
            </p:cNvPr>
            <p:cNvGrpSpPr/>
            <p:nvPr/>
          </p:nvGrpSpPr>
          <p:grpSpPr>
            <a:xfrm>
              <a:off x="6931881" y="2672388"/>
              <a:ext cx="3452801" cy="2991417"/>
              <a:chOff x="6931881" y="2672388"/>
              <a:chExt cx="3452801" cy="2991417"/>
            </a:xfrm>
          </p:grpSpPr>
          <p:grpSp>
            <p:nvGrpSpPr>
              <p:cNvPr id="57" name="그룹 56">
                <a:extLst>
                  <a:ext uri="{FF2B5EF4-FFF2-40B4-BE49-F238E27FC236}">
                    <a16:creationId xmlns:a16="http://schemas.microsoft.com/office/drawing/2014/main" id="{D0159CB3-7196-46ED-8F0C-A294E0F08A26}"/>
                  </a:ext>
                </a:extLst>
              </p:cNvPr>
              <p:cNvGrpSpPr/>
              <p:nvPr/>
            </p:nvGrpSpPr>
            <p:grpSpPr>
              <a:xfrm>
                <a:off x="7772650" y="3055747"/>
                <a:ext cx="511048" cy="513862"/>
                <a:chOff x="3075744" y="1599659"/>
                <a:chExt cx="576723" cy="579898"/>
              </a:xfrm>
              <a:solidFill>
                <a:schemeClr val="bg1"/>
              </a:solidFill>
            </p:grpSpPr>
            <p:sp>
              <p:nvSpPr>
                <p:cNvPr id="81" name="Freeform 60">
                  <a:extLst>
                    <a:ext uri="{FF2B5EF4-FFF2-40B4-BE49-F238E27FC236}">
                      <a16:creationId xmlns:a16="http://schemas.microsoft.com/office/drawing/2014/main" id="{7729C64E-887C-48DC-A112-1E86C8E656E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075744" y="1599659"/>
                  <a:ext cx="576723" cy="579898"/>
                </a:xfrm>
                <a:custGeom>
                  <a:avLst/>
                  <a:gdLst>
                    <a:gd name="T0" fmla="*/ 203 w 204"/>
                    <a:gd name="T1" fmla="*/ 114 h 205"/>
                    <a:gd name="T2" fmla="*/ 203 w 204"/>
                    <a:gd name="T3" fmla="*/ 93 h 205"/>
                    <a:gd name="T4" fmla="*/ 178 w 204"/>
                    <a:gd name="T5" fmla="*/ 71 h 205"/>
                    <a:gd name="T6" fmla="*/ 183 w 204"/>
                    <a:gd name="T7" fmla="*/ 39 h 205"/>
                    <a:gd name="T8" fmla="*/ 168 w 204"/>
                    <a:gd name="T9" fmla="*/ 24 h 205"/>
                    <a:gd name="T10" fmla="*/ 133 w 204"/>
                    <a:gd name="T11" fmla="*/ 30 h 205"/>
                    <a:gd name="T12" fmla="*/ 112 w 204"/>
                    <a:gd name="T13" fmla="*/ 1 h 205"/>
                    <a:gd name="T14" fmla="*/ 91 w 204"/>
                    <a:gd name="T15" fmla="*/ 1 h 205"/>
                    <a:gd name="T16" fmla="*/ 71 w 204"/>
                    <a:gd name="T17" fmla="*/ 26 h 205"/>
                    <a:gd name="T18" fmla="*/ 38 w 204"/>
                    <a:gd name="T19" fmla="*/ 24 h 205"/>
                    <a:gd name="T20" fmla="*/ 23 w 204"/>
                    <a:gd name="T21" fmla="*/ 38 h 205"/>
                    <a:gd name="T22" fmla="*/ 30 w 204"/>
                    <a:gd name="T23" fmla="*/ 72 h 205"/>
                    <a:gd name="T24" fmla="*/ 1 w 204"/>
                    <a:gd name="T25" fmla="*/ 93 h 205"/>
                    <a:gd name="T26" fmla="*/ 1 w 204"/>
                    <a:gd name="T27" fmla="*/ 114 h 205"/>
                    <a:gd name="T28" fmla="*/ 26 w 204"/>
                    <a:gd name="T29" fmla="*/ 133 h 205"/>
                    <a:gd name="T30" fmla="*/ 21 w 204"/>
                    <a:gd name="T31" fmla="*/ 165 h 205"/>
                    <a:gd name="T32" fmla="*/ 36 w 204"/>
                    <a:gd name="T33" fmla="*/ 180 h 205"/>
                    <a:gd name="T34" fmla="*/ 72 w 204"/>
                    <a:gd name="T35" fmla="*/ 175 h 205"/>
                    <a:gd name="T36" fmla="*/ 93 w 204"/>
                    <a:gd name="T37" fmla="*/ 204 h 205"/>
                    <a:gd name="T38" fmla="*/ 114 w 204"/>
                    <a:gd name="T39" fmla="*/ 204 h 205"/>
                    <a:gd name="T40" fmla="*/ 133 w 204"/>
                    <a:gd name="T41" fmla="*/ 178 h 205"/>
                    <a:gd name="T42" fmla="*/ 166 w 204"/>
                    <a:gd name="T43" fmla="*/ 181 h 205"/>
                    <a:gd name="T44" fmla="*/ 181 w 204"/>
                    <a:gd name="T45" fmla="*/ 166 h 205"/>
                    <a:gd name="T46" fmla="*/ 175 w 204"/>
                    <a:gd name="T47" fmla="*/ 133 h 205"/>
                    <a:gd name="T48" fmla="*/ 203 w 204"/>
                    <a:gd name="T49" fmla="*/ 114 h 205"/>
                    <a:gd name="T50" fmla="*/ 102 w 204"/>
                    <a:gd name="T51" fmla="*/ 158 h 205"/>
                    <a:gd name="T52" fmla="*/ 46 w 204"/>
                    <a:gd name="T53" fmla="*/ 102 h 205"/>
                    <a:gd name="T54" fmla="*/ 102 w 204"/>
                    <a:gd name="T55" fmla="*/ 46 h 205"/>
                    <a:gd name="T56" fmla="*/ 158 w 204"/>
                    <a:gd name="T57" fmla="*/ 102 h 205"/>
                    <a:gd name="T58" fmla="*/ 102 w 204"/>
                    <a:gd name="T59" fmla="*/ 158 h 2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204" h="205">
                      <a:moveTo>
                        <a:pt x="203" y="114"/>
                      </a:moveTo>
                      <a:cubicBezTo>
                        <a:pt x="204" y="107"/>
                        <a:pt x="204" y="100"/>
                        <a:pt x="203" y="93"/>
                      </a:cubicBezTo>
                      <a:cubicBezTo>
                        <a:pt x="190" y="91"/>
                        <a:pt x="183" y="83"/>
                        <a:pt x="178" y="71"/>
                      </a:cubicBezTo>
                      <a:cubicBezTo>
                        <a:pt x="173" y="60"/>
                        <a:pt x="175" y="50"/>
                        <a:pt x="183" y="39"/>
                      </a:cubicBezTo>
                      <a:cubicBezTo>
                        <a:pt x="179" y="34"/>
                        <a:pt x="174" y="29"/>
                        <a:pt x="168" y="24"/>
                      </a:cubicBezTo>
                      <a:cubicBezTo>
                        <a:pt x="158" y="32"/>
                        <a:pt x="144" y="34"/>
                        <a:pt x="133" y="30"/>
                      </a:cubicBezTo>
                      <a:cubicBezTo>
                        <a:pt x="122" y="25"/>
                        <a:pt x="113" y="14"/>
                        <a:pt x="112" y="1"/>
                      </a:cubicBezTo>
                      <a:cubicBezTo>
                        <a:pt x="105" y="0"/>
                        <a:pt x="98" y="0"/>
                        <a:pt x="91" y="1"/>
                      </a:cubicBezTo>
                      <a:cubicBezTo>
                        <a:pt x="89" y="13"/>
                        <a:pt x="83" y="22"/>
                        <a:pt x="71" y="26"/>
                      </a:cubicBezTo>
                      <a:cubicBezTo>
                        <a:pt x="60" y="31"/>
                        <a:pt x="49" y="32"/>
                        <a:pt x="38" y="24"/>
                      </a:cubicBezTo>
                      <a:cubicBezTo>
                        <a:pt x="33" y="28"/>
                        <a:pt x="28" y="33"/>
                        <a:pt x="23" y="38"/>
                      </a:cubicBezTo>
                      <a:cubicBezTo>
                        <a:pt x="31" y="49"/>
                        <a:pt x="35" y="61"/>
                        <a:pt x="30" y="72"/>
                      </a:cubicBezTo>
                      <a:cubicBezTo>
                        <a:pt x="25" y="83"/>
                        <a:pt x="14" y="91"/>
                        <a:pt x="1" y="93"/>
                      </a:cubicBezTo>
                      <a:cubicBezTo>
                        <a:pt x="0" y="100"/>
                        <a:pt x="0" y="107"/>
                        <a:pt x="1" y="114"/>
                      </a:cubicBezTo>
                      <a:cubicBezTo>
                        <a:pt x="13" y="116"/>
                        <a:pt x="22" y="122"/>
                        <a:pt x="26" y="133"/>
                      </a:cubicBezTo>
                      <a:cubicBezTo>
                        <a:pt x="31" y="144"/>
                        <a:pt x="29" y="155"/>
                        <a:pt x="21" y="165"/>
                      </a:cubicBezTo>
                      <a:cubicBezTo>
                        <a:pt x="26" y="171"/>
                        <a:pt x="31" y="176"/>
                        <a:pt x="36" y="180"/>
                      </a:cubicBezTo>
                      <a:cubicBezTo>
                        <a:pt x="47" y="172"/>
                        <a:pt x="61" y="170"/>
                        <a:pt x="72" y="175"/>
                      </a:cubicBezTo>
                      <a:cubicBezTo>
                        <a:pt x="83" y="179"/>
                        <a:pt x="91" y="191"/>
                        <a:pt x="93" y="204"/>
                      </a:cubicBezTo>
                      <a:cubicBezTo>
                        <a:pt x="100" y="205"/>
                        <a:pt x="107" y="205"/>
                        <a:pt x="114" y="204"/>
                      </a:cubicBezTo>
                      <a:cubicBezTo>
                        <a:pt x="115" y="191"/>
                        <a:pt x="122" y="183"/>
                        <a:pt x="133" y="178"/>
                      </a:cubicBezTo>
                      <a:cubicBezTo>
                        <a:pt x="144" y="173"/>
                        <a:pt x="156" y="173"/>
                        <a:pt x="166" y="181"/>
                      </a:cubicBezTo>
                      <a:cubicBezTo>
                        <a:pt x="171" y="176"/>
                        <a:pt x="176" y="171"/>
                        <a:pt x="181" y="166"/>
                      </a:cubicBezTo>
                      <a:cubicBezTo>
                        <a:pt x="173" y="156"/>
                        <a:pt x="170" y="144"/>
                        <a:pt x="175" y="133"/>
                      </a:cubicBezTo>
                      <a:cubicBezTo>
                        <a:pt x="179" y="122"/>
                        <a:pt x="190" y="116"/>
                        <a:pt x="203" y="114"/>
                      </a:cubicBezTo>
                      <a:moveTo>
                        <a:pt x="102" y="158"/>
                      </a:moveTo>
                      <a:cubicBezTo>
                        <a:pt x="71" y="158"/>
                        <a:pt x="46" y="133"/>
                        <a:pt x="46" y="102"/>
                      </a:cubicBezTo>
                      <a:cubicBezTo>
                        <a:pt x="46" y="71"/>
                        <a:pt x="71" y="46"/>
                        <a:pt x="102" y="46"/>
                      </a:cubicBezTo>
                      <a:cubicBezTo>
                        <a:pt x="133" y="46"/>
                        <a:pt x="158" y="71"/>
                        <a:pt x="158" y="102"/>
                      </a:cubicBezTo>
                      <a:cubicBezTo>
                        <a:pt x="158" y="133"/>
                        <a:pt x="133" y="158"/>
                        <a:pt x="102" y="158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82" name="Oval 61">
                  <a:extLst>
                    <a:ext uri="{FF2B5EF4-FFF2-40B4-BE49-F238E27FC236}">
                      <a16:creationId xmlns:a16="http://schemas.microsoft.com/office/drawing/2014/main" id="{8E2A1651-272A-4D17-B04F-60C67870F1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8338" y="1794369"/>
                  <a:ext cx="189419" cy="189419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58" name="그룹 57">
                <a:extLst>
                  <a:ext uri="{FF2B5EF4-FFF2-40B4-BE49-F238E27FC236}">
                    <a16:creationId xmlns:a16="http://schemas.microsoft.com/office/drawing/2014/main" id="{D04E9159-F5F7-4F69-8D9E-F32E120C61DE}"/>
                  </a:ext>
                </a:extLst>
              </p:cNvPr>
              <p:cNvGrpSpPr/>
              <p:nvPr/>
            </p:nvGrpSpPr>
            <p:grpSpPr>
              <a:xfrm>
                <a:off x="7108455" y="4574320"/>
                <a:ext cx="368545" cy="386243"/>
                <a:chOff x="2109788" y="5735638"/>
                <a:chExt cx="561975" cy="588962"/>
              </a:xfrm>
              <a:solidFill>
                <a:schemeClr val="bg1"/>
              </a:solidFill>
            </p:grpSpPr>
            <p:sp>
              <p:nvSpPr>
                <p:cNvPr id="78" name="Freeform 218">
                  <a:extLst>
                    <a:ext uri="{FF2B5EF4-FFF2-40B4-BE49-F238E27FC236}">
                      <a16:creationId xmlns:a16="http://schemas.microsoft.com/office/drawing/2014/main" id="{707A0C9A-277F-4CD7-A8A5-7C310CE64E8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109788" y="5735638"/>
                  <a:ext cx="452437" cy="212725"/>
                </a:xfrm>
                <a:custGeom>
                  <a:avLst/>
                  <a:gdLst>
                    <a:gd name="T0" fmla="*/ 79 w 157"/>
                    <a:gd name="T1" fmla="*/ 74 h 74"/>
                    <a:gd name="T2" fmla="*/ 157 w 157"/>
                    <a:gd name="T3" fmla="*/ 51 h 74"/>
                    <a:gd name="T4" fmla="*/ 157 w 157"/>
                    <a:gd name="T5" fmla="*/ 42 h 74"/>
                    <a:gd name="T6" fmla="*/ 157 w 157"/>
                    <a:gd name="T7" fmla="*/ 33 h 74"/>
                    <a:gd name="T8" fmla="*/ 157 w 157"/>
                    <a:gd name="T9" fmla="*/ 24 h 74"/>
                    <a:gd name="T10" fmla="*/ 79 w 157"/>
                    <a:gd name="T11" fmla="*/ 0 h 74"/>
                    <a:gd name="T12" fmla="*/ 0 w 157"/>
                    <a:gd name="T13" fmla="*/ 24 h 74"/>
                    <a:gd name="T14" fmla="*/ 0 w 157"/>
                    <a:gd name="T15" fmla="*/ 33 h 74"/>
                    <a:gd name="T16" fmla="*/ 0 w 157"/>
                    <a:gd name="T17" fmla="*/ 42 h 74"/>
                    <a:gd name="T18" fmla="*/ 0 w 157"/>
                    <a:gd name="T19" fmla="*/ 51 h 74"/>
                    <a:gd name="T20" fmla="*/ 79 w 157"/>
                    <a:gd name="T21" fmla="*/ 74 h 74"/>
                    <a:gd name="T22" fmla="*/ 79 w 157"/>
                    <a:gd name="T23" fmla="*/ 12 h 74"/>
                    <a:gd name="T24" fmla="*/ 132 w 157"/>
                    <a:gd name="T25" fmla="*/ 25 h 74"/>
                    <a:gd name="T26" fmla="*/ 79 w 157"/>
                    <a:gd name="T27" fmla="*/ 38 h 74"/>
                    <a:gd name="T28" fmla="*/ 25 w 157"/>
                    <a:gd name="T29" fmla="*/ 25 h 74"/>
                    <a:gd name="T30" fmla="*/ 79 w 157"/>
                    <a:gd name="T31" fmla="*/ 12 h 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157" h="74">
                      <a:moveTo>
                        <a:pt x="79" y="74"/>
                      </a:moveTo>
                      <a:cubicBezTo>
                        <a:pt x="122" y="74"/>
                        <a:pt x="157" y="64"/>
                        <a:pt x="157" y="51"/>
                      </a:cubicBezTo>
                      <a:cubicBezTo>
                        <a:pt x="157" y="42"/>
                        <a:pt x="157" y="42"/>
                        <a:pt x="157" y="42"/>
                      </a:cubicBezTo>
                      <a:cubicBezTo>
                        <a:pt x="157" y="33"/>
                        <a:pt x="157" y="33"/>
                        <a:pt x="157" y="33"/>
                      </a:cubicBezTo>
                      <a:cubicBezTo>
                        <a:pt x="157" y="24"/>
                        <a:pt x="157" y="24"/>
                        <a:pt x="157" y="24"/>
                      </a:cubicBezTo>
                      <a:cubicBezTo>
                        <a:pt x="157" y="11"/>
                        <a:pt x="122" y="0"/>
                        <a:pt x="79" y="0"/>
                      </a:cubicBezTo>
                      <a:cubicBezTo>
                        <a:pt x="35" y="0"/>
                        <a:pt x="0" y="11"/>
                        <a:pt x="0" y="24"/>
                      </a:cubicBezTo>
                      <a:cubicBezTo>
                        <a:pt x="0" y="33"/>
                        <a:pt x="0" y="33"/>
                        <a:pt x="0" y="33"/>
                      </a:cubicBezTo>
                      <a:cubicBezTo>
                        <a:pt x="0" y="42"/>
                        <a:pt x="0" y="42"/>
                        <a:pt x="0" y="42"/>
                      </a:cubicBezTo>
                      <a:cubicBezTo>
                        <a:pt x="0" y="51"/>
                        <a:pt x="0" y="51"/>
                        <a:pt x="0" y="51"/>
                      </a:cubicBezTo>
                      <a:cubicBezTo>
                        <a:pt x="0" y="64"/>
                        <a:pt x="35" y="74"/>
                        <a:pt x="79" y="74"/>
                      </a:cubicBezTo>
                      <a:close/>
                      <a:moveTo>
                        <a:pt x="79" y="12"/>
                      </a:moveTo>
                      <a:cubicBezTo>
                        <a:pt x="108" y="12"/>
                        <a:pt x="132" y="18"/>
                        <a:pt x="132" y="25"/>
                      </a:cubicBezTo>
                      <a:cubicBezTo>
                        <a:pt x="132" y="32"/>
                        <a:pt x="108" y="38"/>
                        <a:pt x="79" y="38"/>
                      </a:cubicBezTo>
                      <a:cubicBezTo>
                        <a:pt x="49" y="38"/>
                        <a:pt x="25" y="32"/>
                        <a:pt x="25" y="25"/>
                      </a:cubicBezTo>
                      <a:cubicBezTo>
                        <a:pt x="25" y="18"/>
                        <a:pt x="49" y="12"/>
                        <a:pt x="79" y="1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79" name="Freeform 219">
                  <a:extLst>
                    <a:ext uri="{FF2B5EF4-FFF2-40B4-BE49-F238E27FC236}">
                      <a16:creationId xmlns:a16="http://schemas.microsoft.com/office/drawing/2014/main" id="{FD0CDC7B-3050-41F2-8FF8-FD2C04055D8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109788" y="5905500"/>
                  <a:ext cx="561975" cy="419100"/>
                </a:xfrm>
                <a:custGeom>
                  <a:avLst/>
                  <a:gdLst>
                    <a:gd name="T0" fmla="*/ 157 w 195"/>
                    <a:gd name="T1" fmla="*/ 34 h 146"/>
                    <a:gd name="T2" fmla="*/ 157 w 195"/>
                    <a:gd name="T3" fmla="*/ 33 h 146"/>
                    <a:gd name="T4" fmla="*/ 157 w 195"/>
                    <a:gd name="T5" fmla="*/ 0 h 146"/>
                    <a:gd name="T6" fmla="*/ 79 w 195"/>
                    <a:gd name="T7" fmla="*/ 20 h 146"/>
                    <a:gd name="T8" fmla="*/ 0 w 195"/>
                    <a:gd name="T9" fmla="*/ 0 h 146"/>
                    <a:gd name="T10" fmla="*/ 0 w 195"/>
                    <a:gd name="T11" fmla="*/ 33 h 146"/>
                    <a:gd name="T12" fmla="*/ 79 w 195"/>
                    <a:gd name="T13" fmla="*/ 57 h 146"/>
                    <a:gd name="T14" fmla="*/ 89 w 195"/>
                    <a:gd name="T15" fmla="*/ 56 h 146"/>
                    <a:gd name="T16" fmla="*/ 86 w 195"/>
                    <a:gd name="T17" fmla="*/ 62 h 146"/>
                    <a:gd name="T18" fmla="*/ 79 w 195"/>
                    <a:gd name="T19" fmla="*/ 62 h 146"/>
                    <a:gd name="T20" fmla="*/ 0 w 195"/>
                    <a:gd name="T21" fmla="*/ 42 h 146"/>
                    <a:gd name="T22" fmla="*/ 0 w 195"/>
                    <a:gd name="T23" fmla="*/ 75 h 146"/>
                    <a:gd name="T24" fmla="*/ 79 w 195"/>
                    <a:gd name="T25" fmla="*/ 99 h 146"/>
                    <a:gd name="T26" fmla="*/ 81 w 195"/>
                    <a:gd name="T27" fmla="*/ 99 h 146"/>
                    <a:gd name="T28" fmla="*/ 82 w 195"/>
                    <a:gd name="T29" fmla="*/ 104 h 146"/>
                    <a:gd name="T30" fmla="*/ 79 w 195"/>
                    <a:gd name="T31" fmla="*/ 104 h 146"/>
                    <a:gd name="T32" fmla="*/ 0 w 195"/>
                    <a:gd name="T33" fmla="*/ 84 h 146"/>
                    <a:gd name="T34" fmla="*/ 0 w 195"/>
                    <a:gd name="T35" fmla="*/ 117 h 146"/>
                    <a:gd name="T36" fmla="*/ 79 w 195"/>
                    <a:gd name="T37" fmla="*/ 141 h 146"/>
                    <a:gd name="T38" fmla="*/ 109 w 195"/>
                    <a:gd name="T39" fmla="*/ 139 h 146"/>
                    <a:gd name="T40" fmla="*/ 137 w 195"/>
                    <a:gd name="T41" fmla="*/ 146 h 146"/>
                    <a:gd name="T42" fmla="*/ 195 w 195"/>
                    <a:gd name="T43" fmla="*/ 88 h 146"/>
                    <a:gd name="T44" fmla="*/ 157 w 195"/>
                    <a:gd name="T45" fmla="*/ 34 h 146"/>
                    <a:gd name="T46" fmla="*/ 137 w 195"/>
                    <a:gd name="T47" fmla="*/ 138 h 146"/>
                    <a:gd name="T48" fmla="*/ 124 w 195"/>
                    <a:gd name="T49" fmla="*/ 136 h 146"/>
                    <a:gd name="T50" fmla="*/ 90 w 195"/>
                    <a:gd name="T51" fmla="*/ 104 h 146"/>
                    <a:gd name="T52" fmla="*/ 88 w 195"/>
                    <a:gd name="T53" fmla="*/ 98 h 146"/>
                    <a:gd name="T54" fmla="*/ 87 w 195"/>
                    <a:gd name="T55" fmla="*/ 88 h 146"/>
                    <a:gd name="T56" fmla="*/ 95 w 195"/>
                    <a:gd name="T57" fmla="*/ 62 h 146"/>
                    <a:gd name="T58" fmla="*/ 99 w 195"/>
                    <a:gd name="T59" fmla="*/ 56 h 146"/>
                    <a:gd name="T60" fmla="*/ 137 w 195"/>
                    <a:gd name="T61" fmla="*/ 38 h 146"/>
                    <a:gd name="T62" fmla="*/ 153 w 195"/>
                    <a:gd name="T63" fmla="*/ 41 h 146"/>
                    <a:gd name="T64" fmla="*/ 188 w 195"/>
                    <a:gd name="T65" fmla="*/ 88 h 146"/>
                    <a:gd name="T66" fmla="*/ 137 w 195"/>
                    <a:gd name="T67" fmla="*/ 138 h 1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195" h="146">
                      <a:moveTo>
                        <a:pt x="157" y="34"/>
                      </a:moveTo>
                      <a:cubicBezTo>
                        <a:pt x="157" y="34"/>
                        <a:pt x="157" y="33"/>
                        <a:pt x="157" y="33"/>
                      </a:cubicBezTo>
                      <a:cubicBezTo>
                        <a:pt x="157" y="0"/>
                        <a:pt x="157" y="0"/>
                        <a:pt x="157" y="0"/>
                      </a:cubicBezTo>
                      <a:cubicBezTo>
                        <a:pt x="157" y="11"/>
                        <a:pt x="122" y="20"/>
                        <a:pt x="79" y="20"/>
                      </a:cubicBezTo>
                      <a:cubicBezTo>
                        <a:pt x="35" y="20"/>
                        <a:pt x="0" y="11"/>
                        <a:pt x="0" y="0"/>
                      </a:cubicBezTo>
                      <a:cubicBezTo>
                        <a:pt x="0" y="33"/>
                        <a:pt x="0" y="33"/>
                        <a:pt x="0" y="33"/>
                      </a:cubicBezTo>
                      <a:cubicBezTo>
                        <a:pt x="0" y="46"/>
                        <a:pt x="35" y="57"/>
                        <a:pt x="79" y="57"/>
                      </a:cubicBezTo>
                      <a:cubicBezTo>
                        <a:pt x="82" y="57"/>
                        <a:pt x="86" y="57"/>
                        <a:pt x="89" y="56"/>
                      </a:cubicBezTo>
                      <a:cubicBezTo>
                        <a:pt x="88" y="58"/>
                        <a:pt x="87" y="60"/>
                        <a:pt x="86" y="62"/>
                      </a:cubicBezTo>
                      <a:cubicBezTo>
                        <a:pt x="83" y="62"/>
                        <a:pt x="81" y="62"/>
                        <a:pt x="79" y="62"/>
                      </a:cubicBezTo>
                      <a:cubicBezTo>
                        <a:pt x="35" y="62"/>
                        <a:pt x="0" y="53"/>
                        <a:pt x="0" y="42"/>
                      </a:cubicBezTo>
                      <a:cubicBezTo>
                        <a:pt x="0" y="75"/>
                        <a:pt x="0" y="75"/>
                        <a:pt x="0" y="75"/>
                      </a:cubicBezTo>
                      <a:cubicBezTo>
                        <a:pt x="0" y="88"/>
                        <a:pt x="35" y="99"/>
                        <a:pt x="79" y="99"/>
                      </a:cubicBezTo>
                      <a:cubicBezTo>
                        <a:pt x="79" y="99"/>
                        <a:pt x="80" y="99"/>
                        <a:pt x="81" y="99"/>
                      </a:cubicBezTo>
                      <a:cubicBezTo>
                        <a:pt x="81" y="101"/>
                        <a:pt x="81" y="103"/>
                        <a:pt x="82" y="104"/>
                      </a:cubicBezTo>
                      <a:cubicBezTo>
                        <a:pt x="81" y="104"/>
                        <a:pt x="80" y="104"/>
                        <a:pt x="79" y="104"/>
                      </a:cubicBezTo>
                      <a:cubicBezTo>
                        <a:pt x="35" y="104"/>
                        <a:pt x="0" y="95"/>
                        <a:pt x="0" y="84"/>
                      </a:cubicBezTo>
                      <a:cubicBezTo>
                        <a:pt x="0" y="117"/>
                        <a:pt x="0" y="117"/>
                        <a:pt x="0" y="117"/>
                      </a:cubicBezTo>
                      <a:cubicBezTo>
                        <a:pt x="0" y="130"/>
                        <a:pt x="35" y="141"/>
                        <a:pt x="79" y="141"/>
                      </a:cubicBezTo>
                      <a:cubicBezTo>
                        <a:pt x="90" y="141"/>
                        <a:pt x="100" y="140"/>
                        <a:pt x="109" y="139"/>
                      </a:cubicBezTo>
                      <a:cubicBezTo>
                        <a:pt x="118" y="143"/>
                        <a:pt x="127" y="146"/>
                        <a:pt x="137" y="146"/>
                      </a:cubicBezTo>
                      <a:cubicBezTo>
                        <a:pt x="169" y="146"/>
                        <a:pt x="195" y="120"/>
                        <a:pt x="195" y="88"/>
                      </a:cubicBezTo>
                      <a:cubicBezTo>
                        <a:pt x="195" y="63"/>
                        <a:pt x="179" y="42"/>
                        <a:pt x="157" y="34"/>
                      </a:cubicBezTo>
                      <a:close/>
                      <a:moveTo>
                        <a:pt x="137" y="138"/>
                      </a:moveTo>
                      <a:cubicBezTo>
                        <a:pt x="133" y="138"/>
                        <a:pt x="128" y="138"/>
                        <a:pt x="124" y="136"/>
                      </a:cubicBezTo>
                      <a:cubicBezTo>
                        <a:pt x="108" y="132"/>
                        <a:pt x="95" y="120"/>
                        <a:pt x="90" y="104"/>
                      </a:cubicBezTo>
                      <a:cubicBezTo>
                        <a:pt x="89" y="102"/>
                        <a:pt x="89" y="100"/>
                        <a:pt x="88" y="98"/>
                      </a:cubicBezTo>
                      <a:cubicBezTo>
                        <a:pt x="88" y="95"/>
                        <a:pt x="87" y="92"/>
                        <a:pt x="87" y="88"/>
                      </a:cubicBezTo>
                      <a:cubicBezTo>
                        <a:pt x="87" y="79"/>
                        <a:pt x="90" y="70"/>
                        <a:pt x="95" y="62"/>
                      </a:cubicBezTo>
                      <a:cubicBezTo>
                        <a:pt x="96" y="60"/>
                        <a:pt x="98" y="58"/>
                        <a:pt x="99" y="56"/>
                      </a:cubicBezTo>
                      <a:cubicBezTo>
                        <a:pt x="108" y="45"/>
                        <a:pt x="122" y="38"/>
                        <a:pt x="137" y="38"/>
                      </a:cubicBezTo>
                      <a:cubicBezTo>
                        <a:pt x="143" y="38"/>
                        <a:pt x="148" y="39"/>
                        <a:pt x="153" y="41"/>
                      </a:cubicBezTo>
                      <a:cubicBezTo>
                        <a:pt x="173" y="47"/>
                        <a:pt x="188" y="66"/>
                        <a:pt x="188" y="88"/>
                      </a:cubicBezTo>
                      <a:cubicBezTo>
                        <a:pt x="188" y="116"/>
                        <a:pt x="165" y="138"/>
                        <a:pt x="137" y="13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80" name="Freeform 220">
                  <a:extLst>
                    <a:ext uri="{FF2B5EF4-FFF2-40B4-BE49-F238E27FC236}">
                      <a16:creationId xmlns:a16="http://schemas.microsoft.com/office/drawing/2014/main" id="{6E36737D-CAA1-4ED0-8604-C14E0487396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455863" y="6072188"/>
                  <a:ext cx="114300" cy="158750"/>
                </a:xfrm>
                <a:custGeom>
                  <a:avLst/>
                  <a:gdLst>
                    <a:gd name="T0" fmla="*/ 38 w 40"/>
                    <a:gd name="T1" fmla="*/ 19 h 55"/>
                    <a:gd name="T2" fmla="*/ 37 w 40"/>
                    <a:gd name="T3" fmla="*/ 19 h 55"/>
                    <a:gd name="T4" fmla="*/ 37 w 40"/>
                    <a:gd name="T5" fmla="*/ 19 h 55"/>
                    <a:gd name="T6" fmla="*/ 37 w 40"/>
                    <a:gd name="T7" fmla="*/ 17 h 55"/>
                    <a:gd name="T8" fmla="*/ 20 w 40"/>
                    <a:gd name="T9" fmla="*/ 0 h 55"/>
                    <a:gd name="T10" fmla="*/ 3 w 40"/>
                    <a:gd name="T11" fmla="*/ 17 h 55"/>
                    <a:gd name="T12" fmla="*/ 3 w 40"/>
                    <a:gd name="T13" fmla="*/ 19 h 55"/>
                    <a:gd name="T14" fmla="*/ 2 w 40"/>
                    <a:gd name="T15" fmla="*/ 19 h 55"/>
                    <a:gd name="T16" fmla="*/ 0 w 40"/>
                    <a:gd name="T17" fmla="*/ 21 h 55"/>
                    <a:gd name="T18" fmla="*/ 0 w 40"/>
                    <a:gd name="T19" fmla="*/ 37 h 55"/>
                    <a:gd name="T20" fmla="*/ 0 w 40"/>
                    <a:gd name="T21" fmla="*/ 44 h 55"/>
                    <a:gd name="T22" fmla="*/ 0 w 40"/>
                    <a:gd name="T23" fmla="*/ 53 h 55"/>
                    <a:gd name="T24" fmla="*/ 2 w 40"/>
                    <a:gd name="T25" fmla="*/ 55 h 55"/>
                    <a:gd name="T26" fmla="*/ 37 w 40"/>
                    <a:gd name="T27" fmla="*/ 55 h 55"/>
                    <a:gd name="T28" fmla="*/ 38 w 40"/>
                    <a:gd name="T29" fmla="*/ 55 h 55"/>
                    <a:gd name="T30" fmla="*/ 40 w 40"/>
                    <a:gd name="T31" fmla="*/ 53 h 55"/>
                    <a:gd name="T32" fmla="*/ 40 w 40"/>
                    <a:gd name="T33" fmla="*/ 21 h 55"/>
                    <a:gd name="T34" fmla="*/ 38 w 40"/>
                    <a:gd name="T35" fmla="*/ 19 h 55"/>
                    <a:gd name="T36" fmla="*/ 23 w 40"/>
                    <a:gd name="T37" fmla="*/ 38 h 55"/>
                    <a:gd name="T38" fmla="*/ 23 w 40"/>
                    <a:gd name="T39" fmla="*/ 38 h 55"/>
                    <a:gd name="T40" fmla="*/ 23 w 40"/>
                    <a:gd name="T41" fmla="*/ 47 h 55"/>
                    <a:gd name="T42" fmla="*/ 17 w 40"/>
                    <a:gd name="T43" fmla="*/ 47 h 55"/>
                    <a:gd name="T44" fmla="*/ 17 w 40"/>
                    <a:gd name="T45" fmla="*/ 40 h 55"/>
                    <a:gd name="T46" fmla="*/ 17 w 40"/>
                    <a:gd name="T47" fmla="*/ 38 h 55"/>
                    <a:gd name="T48" fmla="*/ 15 w 40"/>
                    <a:gd name="T49" fmla="*/ 34 h 55"/>
                    <a:gd name="T50" fmla="*/ 15 w 40"/>
                    <a:gd name="T51" fmla="*/ 33 h 55"/>
                    <a:gd name="T52" fmla="*/ 20 w 40"/>
                    <a:gd name="T53" fmla="*/ 28 h 55"/>
                    <a:gd name="T54" fmla="*/ 24 w 40"/>
                    <a:gd name="T55" fmla="*/ 30 h 55"/>
                    <a:gd name="T56" fmla="*/ 25 w 40"/>
                    <a:gd name="T57" fmla="*/ 33 h 55"/>
                    <a:gd name="T58" fmla="*/ 23 w 40"/>
                    <a:gd name="T59" fmla="*/ 38 h 55"/>
                    <a:gd name="T60" fmla="*/ 30 w 40"/>
                    <a:gd name="T61" fmla="*/ 19 h 55"/>
                    <a:gd name="T62" fmla="*/ 10 w 40"/>
                    <a:gd name="T63" fmla="*/ 19 h 55"/>
                    <a:gd name="T64" fmla="*/ 10 w 40"/>
                    <a:gd name="T65" fmla="*/ 17 h 55"/>
                    <a:gd name="T66" fmla="*/ 20 w 40"/>
                    <a:gd name="T67" fmla="*/ 7 h 55"/>
                    <a:gd name="T68" fmla="*/ 30 w 40"/>
                    <a:gd name="T69" fmla="*/ 17 h 55"/>
                    <a:gd name="T70" fmla="*/ 30 w 40"/>
                    <a:gd name="T71" fmla="*/ 19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40" h="55">
                      <a:moveTo>
                        <a:pt x="38" y="19"/>
                      </a:moveTo>
                      <a:cubicBezTo>
                        <a:pt x="37" y="19"/>
                        <a:pt x="37" y="19"/>
                        <a:pt x="37" y="19"/>
                      </a:cubicBezTo>
                      <a:cubicBezTo>
                        <a:pt x="37" y="19"/>
                        <a:pt x="37" y="19"/>
                        <a:pt x="37" y="19"/>
                      </a:cubicBezTo>
                      <a:cubicBezTo>
                        <a:pt x="37" y="17"/>
                        <a:pt x="37" y="17"/>
                        <a:pt x="37" y="17"/>
                      </a:cubicBezTo>
                      <a:cubicBezTo>
                        <a:pt x="37" y="8"/>
                        <a:pt x="29" y="0"/>
                        <a:pt x="20" y="0"/>
                      </a:cubicBezTo>
                      <a:cubicBezTo>
                        <a:pt x="11" y="0"/>
                        <a:pt x="3" y="8"/>
                        <a:pt x="3" y="17"/>
                      </a:cubicBezTo>
                      <a:cubicBezTo>
                        <a:pt x="3" y="19"/>
                        <a:pt x="3" y="19"/>
                        <a:pt x="3" y="19"/>
                      </a:cubicBezTo>
                      <a:cubicBezTo>
                        <a:pt x="2" y="19"/>
                        <a:pt x="2" y="19"/>
                        <a:pt x="2" y="19"/>
                      </a:cubicBezTo>
                      <a:cubicBezTo>
                        <a:pt x="1" y="19"/>
                        <a:pt x="0" y="20"/>
                        <a:pt x="0" y="21"/>
                      </a:cubicBezTo>
                      <a:cubicBezTo>
                        <a:pt x="0" y="37"/>
                        <a:pt x="0" y="37"/>
                        <a:pt x="0" y="37"/>
                      </a:cubicBezTo>
                      <a:cubicBezTo>
                        <a:pt x="0" y="44"/>
                        <a:pt x="0" y="44"/>
                        <a:pt x="0" y="44"/>
                      </a:cubicBezTo>
                      <a:cubicBezTo>
                        <a:pt x="0" y="53"/>
                        <a:pt x="0" y="53"/>
                        <a:pt x="0" y="53"/>
                      </a:cubicBezTo>
                      <a:cubicBezTo>
                        <a:pt x="0" y="54"/>
                        <a:pt x="1" y="55"/>
                        <a:pt x="2" y="55"/>
                      </a:cubicBezTo>
                      <a:cubicBezTo>
                        <a:pt x="37" y="55"/>
                        <a:pt x="37" y="55"/>
                        <a:pt x="37" y="55"/>
                      </a:cubicBezTo>
                      <a:cubicBezTo>
                        <a:pt x="38" y="55"/>
                        <a:pt x="38" y="55"/>
                        <a:pt x="38" y="55"/>
                      </a:cubicBezTo>
                      <a:cubicBezTo>
                        <a:pt x="39" y="55"/>
                        <a:pt x="40" y="54"/>
                        <a:pt x="40" y="53"/>
                      </a:cubicBezTo>
                      <a:cubicBezTo>
                        <a:pt x="40" y="21"/>
                        <a:pt x="40" y="21"/>
                        <a:pt x="40" y="21"/>
                      </a:cubicBezTo>
                      <a:cubicBezTo>
                        <a:pt x="40" y="20"/>
                        <a:pt x="39" y="19"/>
                        <a:pt x="38" y="19"/>
                      </a:cubicBezTo>
                      <a:close/>
                      <a:moveTo>
                        <a:pt x="23" y="38"/>
                      </a:moveTo>
                      <a:cubicBezTo>
                        <a:pt x="23" y="38"/>
                        <a:pt x="23" y="38"/>
                        <a:pt x="23" y="38"/>
                      </a:cubicBezTo>
                      <a:cubicBezTo>
                        <a:pt x="23" y="47"/>
                        <a:pt x="23" y="47"/>
                        <a:pt x="23" y="47"/>
                      </a:cubicBezTo>
                      <a:cubicBezTo>
                        <a:pt x="17" y="47"/>
                        <a:pt x="17" y="47"/>
                        <a:pt x="17" y="47"/>
                      </a:cubicBezTo>
                      <a:cubicBezTo>
                        <a:pt x="17" y="40"/>
                        <a:pt x="17" y="40"/>
                        <a:pt x="17" y="40"/>
                      </a:cubicBezTo>
                      <a:cubicBezTo>
                        <a:pt x="17" y="38"/>
                        <a:pt x="17" y="38"/>
                        <a:pt x="17" y="38"/>
                      </a:cubicBezTo>
                      <a:cubicBezTo>
                        <a:pt x="16" y="37"/>
                        <a:pt x="15" y="35"/>
                        <a:pt x="15" y="34"/>
                      </a:cubicBezTo>
                      <a:cubicBezTo>
                        <a:pt x="15" y="33"/>
                        <a:pt x="15" y="33"/>
                        <a:pt x="15" y="33"/>
                      </a:cubicBezTo>
                      <a:cubicBezTo>
                        <a:pt x="15" y="30"/>
                        <a:pt x="17" y="28"/>
                        <a:pt x="20" y="28"/>
                      </a:cubicBezTo>
                      <a:cubicBezTo>
                        <a:pt x="22" y="28"/>
                        <a:pt x="23" y="29"/>
                        <a:pt x="24" y="30"/>
                      </a:cubicBezTo>
                      <a:cubicBezTo>
                        <a:pt x="25" y="31"/>
                        <a:pt x="25" y="32"/>
                        <a:pt x="25" y="33"/>
                      </a:cubicBezTo>
                      <a:cubicBezTo>
                        <a:pt x="25" y="35"/>
                        <a:pt x="24" y="37"/>
                        <a:pt x="23" y="38"/>
                      </a:cubicBezTo>
                      <a:close/>
                      <a:moveTo>
                        <a:pt x="30" y="19"/>
                      </a:moveTo>
                      <a:cubicBezTo>
                        <a:pt x="10" y="19"/>
                        <a:pt x="10" y="19"/>
                        <a:pt x="10" y="19"/>
                      </a:cubicBezTo>
                      <a:cubicBezTo>
                        <a:pt x="10" y="17"/>
                        <a:pt x="10" y="17"/>
                        <a:pt x="10" y="17"/>
                      </a:cubicBezTo>
                      <a:cubicBezTo>
                        <a:pt x="10" y="11"/>
                        <a:pt x="14" y="7"/>
                        <a:pt x="20" y="7"/>
                      </a:cubicBezTo>
                      <a:cubicBezTo>
                        <a:pt x="26" y="7"/>
                        <a:pt x="30" y="11"/>
                        <a:pt x="30" y="17"/>
                      </a:cubicBezTo>
                      <a:lnTo>
                        <a:pt x="30" y="1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7F0589AC-A07F-4CC5-AC77-24CB58CE4736}"/>
                  </a:ext>
                </a:extLst>
              </p:cNvPr>
              <p:cNvGrpSpPr/>
              <p:nvPr/>
            </p:nvGrpSpPr>
            <p:grpSpPr>
              <a:xfrm>
                <a:off x="9055079" y="2672388"/>
                <a:ext cx="586055" cy="401944"/>
                <a:chOff x="4310672" y="4155231"/>
                <a:chExt cx="680428" cy="466670"/>
              </a:xfrm>
              <a:solidFill>
                <a:schemeClr val="bg1"/>
              </a:solidFill>
            </p:grpSpPr>
            <p:sp>
              <p:nvSpPr>
                <p:cNvPr id="75" name="Oval 57">
                  <a:extLst>
                    <a:ext uri="{FF2B5EF4-FFF2-40B4-BE49-F238E27FC236}">
                      <a16:creationId xmlns:a16="http://schemas.microsoft.com/office/drawing/2014/main" id="{EB32F3CF-5AB6-4E20-91B3-495326B821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11733" y="4322428"/>
                  <a:ext cx="79366" cy="79366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76" name="Oval 58">
                  <a:extLst>
                    <a:ext uri="{FF2B5EF4-FFF2-40B4-BE49-F238E27FC236}">
                      <a16:creationId xmlns:a16="http://schemas.microsoft.com/office/drawing/2014/main" id="{0102C1F2-75F2-41D8-8F6F-5686644062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17023" y="4415550"/>
                  <a:ext cx="130160" cy="130160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77" name="Freeform 59">
                  <a:extLst>
                    <a:ext uri="{FF2B5EF4-FFF2-40B4-BE49-F238E27FC236}">
                      <a16:creationId xmlns:a16="http://schemas.microsoft.com/office/drawing/2014/main" id="{609B3D46-2717-4360-AFE9-21DDFA77395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310672" y="4155231"/>
                  <a:ext cx="680428" cy="466670"/>
                </a:xfrm>
                <a:custGeom>
                  <a:avLst/>
                  <a:gdLst>
                    <a:gd name="T0" fmla="*/ 214 w 241"/>
                    <a:gd name="T1" fmla="*/ 78 h 165"/>
                    <a:gd name="T2" fmla="*/ 149 w 241"/>
                    <a:gd name="T3" fmla="*/ 31 h 165"/>
                    <a:gd name="T4" fmla="*/ 41 w 241"/>
                    <a:gd name="T5" fmla="*/ 57 h 165"/>
                    <a:gd name="T6" fmla="*/ 0 w 241"/>
                    <a:gd name="T7" fmla="*/ 114 h 165"/>
                    <a:gd name="T8" fmla="*/ 199 w 241"/>
                    <a:gd name="T9" fmla="*/ 165 h 165"/>
                    <a:gd name="T10" fmla="*/ 199 w 241"/>
                    <a:gd name="T11" fmla="*/ 165 h 165"/>
                    <a:gd name="T12" fmla="*/ 214 w 241"/>
                    <a:gd name="T13" fmla="*/ 84 h 165"/>
                    <a:gd name="T14" fmla="*/ 126 w 241"/>
                    <a:gd name="T15" fmla="*/ 128 h 165"/>
                    <a:gd name="T16" fmla="*/ 122 w 241"/>
                    <a:gd name="T17" fmla="*/ 147 h 165"/>
                    <a:gd name="T18" fmla="*/ 101 w 241"/>
                    <a:gd name="T19" fmla="*/ 157 h 165"/>
                    <a:gd name="T20" fmla="*/ 84 w 241"/>
                    <a:gd name="T21" fmla="*/ 145 h 165"/>
                    <a:gd name="T22" fmla="*/ 63 w 241"/>
                    <a:gd name="T23" fmla="*/ 141 h 165"/>
                    <a:gd name="T24" fmla="*/ 55 w 241"/>
                    <a:gd name="T25" fmla="*/ 120 h 165"/>
                    <a:gd name="T26" fmla="*/ 67 w 241"/>
                    <a:gd name="T27" fmla="*/ 103 h 165"/>
                    <a:gd name="T28" fmla="*/ 70 w 241"/>
                    <a:gd name="T29" fmla="*/ 83 h 165"/>
                    <a:gd name="T30" fmla="*/ 92 w 241"/>
                    <a:gd name="T31" fmla="*/ 74 h 165"/>
                    <a:gd name="T32" fmla="*/ 109 w 241"/>
                    <a:gd name="T33" fmla="*/ 86 h 165"/>
                    <a:gd name="T34" fmla="*/ 129 w 241"/>
                    <a:gd name="T35" fmla="*/ 90 h 165"/>
                    <a:gd name="T36" fmla="*/ 138 w 241"/>
                    <a:gd name="T37" fmla="*/ 112 h 165"/>
                    <a:gd name="T38" fmla="*/ 181 w 241"/>
                    <a:gd name="T39" fmla="*/ 76 h 165"/>
                    <a:gd name="T40" fmla="*/ 176 w 241"/>
                    <a:gd name="T41" fmla="*/ 89 h 165"/>
                    <a:gd name="T42" fmla="*/ 164 w 241"/>
                    <a:gd name="T43" fmla="*/ 92 h 165"/>
                    <a:gd name="T44" fmla="*/ 154 w 241"/>
                    <a:gd name="T45" fmla="*/ 99 h 165"/>
                    <a:gd name="T46" fmla="*/ 139 w 241"/>
                    <a:gd name="T47" fmla="*/ 93 h 165"/>
                    <a:gd name="T48" fmla="*/ 137 w 241"/>
                    <a:gd name="T49" fmla="*/ 81 h 165"/>
                    <a:gd name="T50" fmla="*/ 130 w 241"/>
                    <a:gd name="T51" fmla="*/ 71 h 165"/>
                    <a:gd name="T52" fmla="*/ 136 w 241"/>
                    <a:gd name="T53" fmla="*/ 57 h 165"/>
                    <a:gd name="T54" fmla="*/ 148 w 241"/>
                    <a:gd name="T55" fmla="*/ 54 h 165"/>
                    <a:gd name="T56" fmla="*/ 158 w 241"/>
                    <a:gd name="T57" fmla="*/ 48 h 165"/>
                    <a:gd name="T58" fmla="*/ 173 w 241"/>
                    <a:gd name="T59" fmla="*/ 54 h 165"/>
                    <a:gd name="T60" fmla="*/ 175 w 241"/>
                    <a:gd name="T61" fmla="*/ 65 h 165"/>
                    <a:gd name="T62" fmla="*/ 181 w 241"/>
                    <a:gd name="T63" fmla="*/ 76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241" h="165">
                      <a:moveTo>
                        <a:pt x="214" y="84"/>
                      </a:moveTo>
                      <a:cubicBezTo>
                        <a:pt x="214" y="82"/>
                        <a:pt x="214" y="80"/>
                        <a:pt x="214" y="78"/>
                      </a:cubicBezTo>
                      <a:cubicBezTo>
                        <a:pt x="214" y="51"/>
                        <a:pt x="192" y="28"/>
                        <a:pt x="164" y="28"/>
                      </a:cubicBezTo>
                      <a:cubicBezTo>
                        <a:pt x="159" y="28"/>
                        <a:pt x="154" y="29"/>
                        <a:pt x="149" y="31"/>
                      </a:cubicBezTo>
                      <a:cubicBezTo>
                        <a:pt x="139" y="12"/>
                        <a:pt x="120" y="0"/>
                        <a:pt x="98" y="0"/>
                      </a:cubicBezTo>
                      <a:cubicBezTo>
                        <a:pt x="66" y="0"/>
                        <a:pt x="41" y="25"/>
                        <a:pt x="41" y="57"/>
                      </a:cubicBezTo>
                      <a:cubicBezTo>
                        <a:pt x="41" y="60"/>
                        <a:pt x="41" y="62"/>
                        <a:pt x="41" y="65"/>
                      </a:cubicBezTo>
                      <a:cubicBezTo>
                        <a:pt x="18" y="69"/>
                        <a:pt x="0" y="90"/>
                        <a:pt x="0" y="114"/>
                      </a:cubicBezTo>
                      <a:cubicBezTo>
                        <a:pt x="0" y="142"/>
                        <a:pt x="22" y="165"/>
                        <a:pt x="50" y="165"/>
                      </a:cubicBezTo>
                      <a:cubicBezTo>
                        <a:pt x="199" y="165"/>
                        <a:pt x="199" y="165"/>
                        <a:pt x="199" y="165"/>
                      </a:cubicBezTo>
                      <a:cubicBezTo>
                        <a:pt x="199" y="165"/>
                        <a:pt x="199" y="165"/>
                        <a:pt x="199" y="165"/>
                      </a:cubicBezTo>
                      <a:cubicBezTo>
                        <a:pt x="199" y="165"/>
                        <a:pt x="199" y="165"/>
                        <a:pt x="199" y="165"/>
                      </a:cubicBezTo>
                      <a:cubicBezTo>
                        <a:pt x="222" y="165"/>
                        <a:pt x="241" y="146"/>
                        <a:pt x="241" y="123"/>
                      </a:cubicBezTo>
                      <a:cubicBezTo>
                        <a:pt x="241" y="105"/>
                        <a:pt x="230" y="90"/>
                        <a:pt x="214" y="84"/>
                      </a:cubicBezTo>
                      <a:moveTo>
                        <a:pt x="137" y="120"/>
                      </a:moveTo>
                      <a:cubicBezTo>
                        <a:pt x="132" y="121"/>
                        <a:pt x="128" y="123"/>
                        <a:pt x="126" y="128"/>
                      </a:cubicBezTo>
                      <a:cubicBezTo>
                        <a:pt x="124" y="132"/>
                        <a:pt x="125" y="137"/>
                        <a:pt x="129" y="141"/>
                      </a:cubicBezTo>
                      <a:cubicBezTo>
                        <a:pt x="127" y="144"/>
                        <a:pt x="125" y="146"/>
                        <a:pt x="122" y="147"/>
                      </a:cubicBezTo>
                      <a:cubicBezTo>
                        <a:pt x="118" y="144"/>
                        <a:pt x="114" y="144"/>
                        <a:pt x="109" y="146"/>
                      </a:cubicBezTo>
                      <a:cubicBezTo>
                        <a:pt x="104" y="148"/>
                        <a:pt x="102" y="152"/>
                        <a:pt x="101" y="157"/>
                      </a:cubicBezTo>
                      <a:cubicBezTo>
                        <a:pt x="98" y="157"/>
                        <a:pt x="95" y="157"/>
                        <a:pt x="92" y="157"/>
                      </a:cubicBezTo>
                      <a:cubicBezTo>
                        <a:pt x="92" y="152"/>
                        <a:pt x="88" y="147"/>
                        <a:pt x="84" y="145"/>
                      </a:cubicBezTo>
                      <a:cubicBezTo>
                        <a:pt x="79" y="143"/>
                        <a:pt x="74" y="144"/>
                        <a:pt x="69" y="147"/>
                      </a:cubicBezTo>
                      <a:cubicBezTo>
                        <a:pt x="67" y="145"/>
                        <a:pt x="65" y="143"/>
                        <a:pt x="63" y="141"/>
                      </a:cubicBezTo>
                      <a:cubicBezTo>
                        <a:pt x="67" y="137"/>
                        <a:pt x="67" y="133"/>
                        <a:pt x="65" y="128"/>
                      </a:cubicBezTo>
                      <a:cubicBezTo>
                        <a:pt x="63" y="123"/>
                        <a:pt x="60" y="121"/>
                        <a:pt x="55" y="120"/>
                      </a:cubicBezTo>
                      <a:cubicBezTo>
                        <a:pt x="54" y="117"/>
                        <a:pt x="54" y="114"/>
                        <a:pt x="55" y="111"/>
                      </a:cubicBezTo>
                      <a:cubicBezTo>
                        <a:pt x="60" y="111"/>
                        <a:pt x="65" y="107"/>
                        <a:pt x="67" y="103"/>
                      </a:cubicBezTo>
                      <a:cubicBezTo>
                        <a:pt x="69" y="98"/>
                        <a:pt x="67" y="94"/>
                        <a:pt x="64" y="89"/>
                      </a:cubicBezTo>
                      <a:cubicBezTo>
                        <a:pt x="66" y="87"/>
                        <a:pt x="68" y="85"/>
                        <a:pt x="70" y="83"/>
                      </a:cubicBezTo>
                      <a:cubicBezTo>
                        <a:pt x="74" y="86"/>
                        <a:pt x="79" y="86"/>
                        <a:pt x="84" y="84"/>
                      </a:cubicBezTo>
                      <a:cubicBezTo>
                        <a:pt x="88" y="82"/>
                        <a:pt x="91" y="79"/>
                        <a:pt x="92" y="74"/>
                      </a:cubicBezTo>
                      <a:cubicBezTo>
                        <a:pt x="94" y="73"/>
                        <a:pt x="97" y="74"/>
                        <a:pt x="100" y="74"/>
                      </a:cubicBezTo>
                      <a:cubicBezTo>
                        <a:pt x="101" y="79"/>
                        <a:pt x="104" y="84"/>
                        <a:pt x="109" y="86"/>
                      </a:cubicBezTo>
                      <a:cubicBezTo>
                        <a:pt x="113" y="88"/>
                        <a:pt x="119" y="87"/>
                        <a:pt x="123" y="84"/>
                      </a:cubicBezTo>
                      <a:cubicBezTo>
                        <a:pt x="126" y="85"/>
                        <a:pt x="128" y="87"/>
                        <a:pt x="129" y="90"/>
                      </a:cubicBezTo>
                      <a:cubicBezTo>
                        <a:pt x="126" y="94"/>
                        <a:pt x="125" y="98"/>
                        <a:pt x="127" y="103"/>
                      </a:cubicBezTo>
                      <a:cubicBezTo>
                        <a:pt x="129" y="107"/>
                        <a:pt x="132" y="111"/>
                        <a:pt x="138" y="112"/>
                      </a:cubicBezTo>
                      <a:cubicBezTo>
                        <a:pt x="138" y="114"/>
                        <a:pt x="138" y="117"/>
                        <a:pt x="137" y="120"/>
                      </a:cubicBezTo>
                      <a:moveTo>
                        <a:pt x="181" y="76"/>
                      </a:moveTo>
                      <a:cubicBezTo>
                        <a:pt x="178" y="77"/>
                        <a:pt x="175" y="78"/>
                        <a:pt x="174" y="81"/>
                      </a:cubicBezTo>
                      <a:cubicBezTo>
                        <a:pt x="173" y="84"/>
                        <a:pt x="174" y="87"/>
                        <a:pt x="176" y="89"/>
                      </a:cubicBezTo>
                      <a:cubicBezTo>
                        <a:pt x="175" y="91"/>
                        <a:pt x="173" y="92"/>
                        <a:pt x="172" y="93"/>
                      </a:cubicBezTo>
                      <a:cubicBezTo>
                        <a:pt x="169" y="91"/>
                        <a:pt x="167" y="91"/>
                        <a:pt x="164" y="92"/>
                      </a:cubicBezTo>
                      <a:cubicBezTo>
                        <a:pt x="161" y="93"/>
                        <a:pt x="159" y="95"/>
                        <a:pt x="159" y="99"/>
                      </a:cubicBezTo>
                      <a:cubicBezTo>
                        <a:pt x="157" y="99"/>
                        <a:pt x="155" y="99"/>
                        <a:pt x="154" y="99"/>
                      </a:cubicBezTo>
                      <a:cubicBezTo>
                        <a:pt x="153" y="95"/>
                        <a:pt x="151" y="93"/>
                        <a:pt x="148" y="91"/>
                      </a:cubicBezTo>
                      <a:cubicBezTo>
                        <a:pt x="146" y="90"/>
                        <a:pt x="142" y="91"/>
                        <a:pt x="139" y="93"/>
                      </a:cubicBezTo>
                      <a:cubicBezTo>
                        <a:pt x="138" y="92"/>
                        <a:pt x="137" y="90"/>
                        <a:pt x="136" y="89"/>
                      </a:cubicBezTo>
                      <a:cubicBezTo>
                        <a:pt x="138" y="86"/>
                        <a:pt x="138" y="84"/>
                        <a:pt x="137" y="81"/>
                      </a:cubicBezTo>
                      <a:cubicBezTo>
                        <a:pt x="136" y="78"/>
                        <a:pt x="134" y="76"/>
                        <a:pt x="130" y="76"/>
                      </a:cubicBezTo>
                      <a:cubicBezTo>
                        <a:pt x="130" y="74"/>
                        <a:pt x="130" y="73"/>
                        <a:pt x="130" y="71"/>
                      </a:cubicBezTo>
                      <a:cubicBezTo>
                        <a:pt x="134" y="70"/>
                        <a:pt x="137" y="68"/>
                        <a:pt x="138" y="65"/>
                      </a:cubicBezTo>
                      <a:cubicBezTo>
                        <a:pt x="139" y="63"/>
                        <a:pt x="138" y="60"/>
                        <a:pt x="136" y="57"/>
                      </a:cubicBezTo>
                      <a:cubicBezTo>
                        <a:pt x="137" y="56"/>
                        <a:pt x="139" y="54"/>
                        <a:pt x="140" y="53"/>
                      </a:cubicBezTo>
                      <a:cubicBezTo>
                        <a:pt x="143" y="55"/>
                        <a:pt x="145" y="55"/>
                        <a:pt x="148" y="54"/>
                      </a:cubicBezTo>
                      <a:cubicBezTo>
                        <a:pt x="151" y="53"/>
                        <a:pt x="153" y="51"/>
                        <a:pt x="153" y="48"/>
                      </a:cubicBezTo>
                      <a:cubicBezTo>
                        <a:pt x="155" y="47"/>
                        <a:pt x="157" y="47"/>
                        <a:pt x="158" y="48"/>
                      </a:cubicBezTo>
                      <a:cubicBezTo>
                        <a:pt x="159" y="51"/>
                        <a:pt x="161" y="54"/>
                        <a:pt x="164" y="55"/>
                      </a:cubicBezTo>
                      <a:cubicBezTo>
                        <a:pt x="167" y="56"/>
                        <a:pt x="170" y="56"/>
                        <a:pt x="173" y="54"/>
                      </a:cubicBezTo>
                      <a:cubicBezTo>
                        <a:pt x="174" y="55"/>
                        <a:pt x="175" y="56"/>
                        <a:pt x="176" y="57"/>
                      </a:cubicBezTo>
                      <a:cubicBezTo>
                        <a:pt x="174" y="60"/>
                        <a:pt x="174" y="63"/>
                        <a:pt x="175" y="65"/>
                      </a:cubicBezTo>
                      <a:cubicBezTo>
                        <a:pt x="176" y="68"/>
                        <a:pt x="178" y="70"/>
                        <a:pt x="181" y="71"/>
                      </a:cubicBezTo>
                      <a:cubicBezTo>
                        <a:pt x="182" y="73"/>
                        <a:pt x="182" y="74"/>
                        <a:pt x="181" y="76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</p:grpSp>
          <p:sp>
            <p:nvSpPr>
              <p:cNvPr id="60" name="Freeform 50">
                <a:extLst>
                  <a:ext uri="{FF2B5EF4-FFF2-40B4-BE49-F238E27FC236}">
                    <a16:creationId xmlns:a16="http://schemas.microsoft.com/office/drawing/2014/main" id="{BF145BD2-E353-4C48-8E1F-DD98E135154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252166" y="3538399"/>
                <a:ext cx="132516" cy="180704"/>
              </a:xfrm>
              <a:custGeom>
                <a:avLst/>
                <a:gdLst>
                  <a:gd name="T0" fmla="*/ 131 w 144"/>
                  <a:gd name="T1" fmla="*/ 87 h 196"/>
                  <a:gd name="T2" fmla="*/ 131 w 144"/>
                  <a:gd name="T3" fmla="*/ 59 h 196"/>
                  <a:gd name="T4" fmla="*/ 72 w 144"/>
                  <a:gd name="T5" fmla="*/ 0 h 196"/>
                  <a:gd name="T6" fmla="*/ 13 w 144"/>
                  <a:gd name="T7" fmla="*/ 59 h 196"/>
                  <a:gd name="T8" fmla="*/ 13 w 144"/>
                  <a:gd name="T9" fmla="*/ 87 h 196"/>
                  <a:gd name="T10" fmla="*/ 0 w 144"/>
                  <a:gd name="T11" fmla="*/ 87 h 196"/>
                  <a:gd name="T12" fmla="*/ 0 w 144"/>
                  <a:gd name="T13" fmla="*/ 196 h 196"/>
                  <a:gd name="T14" fmla="*/ 144 w 144"/>
                  <a:gd name="T15" fmla="*/ 196 h 196"/>
                  <a:gd name="T16" fmla="*/ 144 w 144"/>
                  <a:gd name="T17" fmla="*/ 87 h 196"/>
                  <a:gd name="T18" fmla="*/ 131 w 144"/>
                  <a:gd name="T19" fmla="*/ 87 h 196"/>
                  <a:gd name="T20" fmla="*/ 79 w 144"/>
                  <a:gd name="T21" fmla="*/ 139 h 196"/>
                  <a:gd name="T22" fmla="*/ 79 w 144"/>
                  <a:gd name="T23" fmla="*/ 140 h 196"/>
                  <a:gd name="T24" fmla="*/ 79 w 144"/>
                  <a:gd name="T25" fmla="*/ 156 h 196"/>
                  <a:gd name="T26" fmla="*/ 72 w 144"/>
                  <a:gd name="T27" fmla="*/ 163 h 196"/>
                  <a:gd name="T28" fmla="*/ 65 w 144"/>
                  <a:gd name="T29" fmla="*/ 156 h 196"/>
                  <a:gd name="T30" fmla="*/ 65 w 144"/>
                  <a:gd name="T31" fmla="*/ 140 h 196"/>
                  <a:gd name="T32" fmla="*/ 65 w 144"/>
                  <a:gd name="T33" fmla="*/ 139 h 196"/>
                  <a:gd name="T34" fmla="*/ 59 w 144"/>
                  <a:gd name="T35" fmla="*/ 127 h 196"/>
                  <a:gd name="T36" fmla="*/ 72 w 144"/>
                  <a:gd name="T37" fmla="*/ 114 h 196"/>
                  <a:gd name="T38" fmla="*/ 86 w 144"/>
                  <a:gd name="T39" fmla="*/ 127 h 196"/>
                  <a:gd name="T40" fmla="*/ 79 w 144"/>
                  <a:gd name="T41" fmla="*/ 139 h 196"/>
                  <a:gd name="T42" fmla="*/ 113 w 144"/>
                  <a:gd name="T43" fmla="*/ 87 h 196"/>
                  <a:gd name="T44" fmla="*/ 31 w 144"/>
                  <a:gd name="T45" fmla="*/ 87 h 196"/>
                  <a:gd name="T46" fmla="*/ 31 w 144"/>
                  <a:gd name="T47" fmla="*/ 59 h 196"/>
                  <a:gd name="T48" fmla="*/ 72 w 144"/>
                  <a:gd name="T49" fmla="*/ 18 h 196"/>
                  <a:gd name="T50" fmla="*/ 113 w 144"/>
                  <a:gd name="T51" fmla="*/ 59 h 196"/>
                  <a:gd name="T52" fmla="*/ 113 w 144"/>
                  <a:gd name="T53" fmla="*/ 87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44" h="196">
                    <a:moveTo>
                      <a:pt x="131" y="87"/>
                    </a:moveTo>
                    <a:cubicBezTo>
                      <a:pt x="131" y="59"/>
                      <a:pt x="131" y="59"/>
                      <a:pt x="131" y="59"/>
                    </a:cubicBezTo>
                    <a:cubicBezTo>
                      <a:pt x="131" y="27"/>
                      <a:pt x="105" y="0"/>
                      <a:pt x="72" y="0"/>
                    </a:cubicBezTo>
                    <a:cubicBezTo>
                      <a:pt x="40" y="0"/>
                      <a:pt x="13" y="27"/>
                      <a:pt x="13" y="59"/>
                    </a:cubicBezTo>
                    <a:cubicBezTo>
                      <a:pt x="13" y="87"/>
                      <a:pt x="13" y="87"/>
                      <a:pt x="13" y="87"/>
                    </a:cubicBezTo>
                    <a:cubicBezTo>
                      <a:pt x="0" y="87"/>
                      <a:pt x="0" y="87"/>
                      <a:pt x="0" y="87"/>
                    </a:cubicBezTo>
                    <a:cubicBezTo>
                      <a:pt x="0" y="196"/>
                      <a:pt x="0" y="196"/>
                      <a:pt x="0" y="196"/>
                    </a:cubicBezTo>
                    <a:cubicBezTo>
                      <a:pt x="144" y="196"/>
                      <a:pt x="144" y="196"/>
                      <a:pt x="144" y="196"/>
                    </a:cubicBezTo>
                    <a:cubicBezTo>
                      <a:pt x="144" y="87"/>
                      <a:pt x="144" y="87"/>
                      <a:pt x="144" y="87"/>
                    </a:cubicBezTo>
                    <a:lnTo>
                      <a:pt x="131" y="87"/>
                    </a:lnTo>
                    <a:close/>
                    <a:moveTo>
                      <a:pt x="79" y="139"/>
                    </a:moveTo>
                    <a:cubicBezTo>
                      <a:pt x="79" y="139"/>
                      <a:pt x="79" y="139"/>
                      <a:pt x="79" y="140"/>
                    </a:cubicBezTo>
                    <a:cubicBezTo>
                      <a:pt x="79" y="156"/>
                      <a:pt x="79" y="156"/>
                      <a:pt x="79" y="156"/>
                    </a:cubicBezTo>
                    <a:cubicBezTo>
                      <a:pt x="79" y="160"/>
                      <a:pt x="76" y="163"/>
                      <a:pt x="72" y="163"/>
                    </a:cubicBezTo>
                    <a:cubicBezTo>
                      <a:pt x="68" y="163"/>
                      <a:pt x="65" y="160"/>
                      <a:pt x="65" y="156"/>
                    </a:cubicBezTo>
                    <a:cubicBezTo>
                      <a:pt x="65" y="140"/>
                      <a:pt x="65" y="140"/>
                      <a:pt x="65" y="140"/>
                    </a:cubicBezTo>
                    <a:cubicBezTo>
                      <a:pt x="65" y="139"/>
                      <a:pt x="65" y="139"/>
                      <a:pt x="65" y="139"/>
                    </a:cubicBezTo>
                    <a:cubicBezTo>
                      <a:pt x="61" y="137"/>
                      <a:pt x="59" y="132"/>
                      <a:pt x="59" y="127"/>
                    </a:cubicBezTo>
                    <a:cubicBezTo>
                      <a:pt x="59" y="120"/>
                      <a:pt x="65" y="114"/>
                      <a:pt x="72" y="114"/>
                    </a:cubicBezTo>
                    <a:cubicBezTo>
                      <a:pt x="80" y="114"/>
                      <a:pt x="86" y="120"/>
                      <a:pt x="86" y="127"/>
                    </a:cubicBezTo>
                    <a:cubicBezTo>
                      <a:pt x="86" y="132"/>
                      <a:pt x="83" y="137"/>
                      <a:pt x="79" y="139"/>
                    </a:cubicBezTo>
                    <a:close/>
                    <a:moveTo>
                      <a:pt x="113" y="87"/>
                    </a:moveTo>
                    <a:cubicBezTo>
                      <a:pt x="31" y="87"/>
                      <a:pt x="31" y="87"/>
                      <a:pt x="31" y="87"/>
                    </a:cubicBezTo>
                    <a:cubicBezTo>
                      <a:pt x="31" y="59"/>
                      <a:pt x="31" y="59"/>
                      <a:pt x="31" y="59"/>
                    </a:cubicBezTo>
                    <a:cubicBezTo>
                      <a:pt x="31" y="37"/>
                      <a:pt x="50" y="18"/>
                      <a:pt x="72" y="18"/>
                    </a:cubicBezTo>
                    <a:cubicBezTo>
                      <a:pt x="95" y="18"/>
                      <a:pt x="113" y="37"/>
                      <a:pt x="113" y="59"/>
                    </a:cubicBezTo>
                    <a:lnTo>
                      <a:pt x="113" y="8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61" name="Freeform 34">
                <a:extLst>
                  <a:ext uri="{FF2B5EF4-FFF2-40B4-BE49-F238E27FC236}">
                    <a16:creationId xmlns:a16="http://schemas.microsoft.com/office/drawing/2014/main" id="{0283A8BB-467B-4844-B678-C967597F80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14806" y="4414632"/>
                <a:ext cx="137292" cy="145316"/>
              </a:xfrm>
              <a:custGeom>
                <a:avLst/>
                <a:gdLst>
                  <a:gd name="T0" fmla="*/ 143 w 173"/>
                  <a:gd name="T1" fmla="*/ 61 h 183"/>
                  <a:gd name="T2" fmla="*/ 173 w 173"/>
                  <a:gd name="T3" fmla="*/ 30 h 183"/>
                  <a:gd name="T4" fmla="*/ 143 w 173"/>
                  <a:gd name="T5" fmla="*/ 0 h 183"/>
                  <a:gd name="T6" fmla="*/ 112 w 173"/>
                  <a:gd name="T7" fmla="*/ 30 h 183"/>
                  <a:gd name="T8" fmla="*/ 114 w 173"/>
                  <a:gd name="T9" fmla="*/ 42 h 183"/>
                  <a:gd name="T10" fmla="*/ 62 w 173"/>
                  <a:gd name="T11" fmla="*/ 84 h 183"/>
                  <a:gd name="T12" fmla="*/ 37 w 173"/>
                  <a:gd name="T13" fmla="*/ 73 h 183"/>
                  <a:gd name="T14" fmla="*/ 0 w 173"/>
                  <a:gd name="T15" fmla="*/ 111 h 183"/>
                  <a:gd name="T16" fmla="*/ 37 w 173"/>
                  <a:gd name="T17" fmla="*/ 148 h 183"/>
                  <a:gd name="T18" fmla="*/ 64 w 173"/>
                  <a:gd name="T19" fmla="*/ 136 h 183"/>
                  <a:gd name="T20" fmla="*/ 100 w 173"/>
                  <a:gd name="T21" fmla="*/ 155 h 183"/>
                  <a:gd name="T22" fmla="*/ 100 w 173"/>
                  <a:gd name="T23" fmla="*/ 158 h 183"/>
                  <a:gd name="T24" fmla="*/ 125 w 173"/>
                  <a:gd name="T25" fmla="*/ 183 h 183"/>
                  <a:gd name="T26" fmla="*/ 150 w 173"/>
                  <a:gd name="T27" fmla="*/ 158 h 183"/>
                  <a:gd name="T28" fmla="*/ 125 w 173"/>
                  <a:gd name="T29" fmla="*/ 133 h 183"/>
                  <a:gd name="T30" fmla="*/ 108 w 173"/>
                  <a:gd name="T31" fmla="*/ 140 h 183"/>
                  <a:gd name="T32" fmla="*/ 73 w 173"/>
                  <a:gd name="T33" fmla="*/ 120 h 183"/>
                  <a:gd name="T34" fmla="*/ 74 w 173"/>
                  <a:gd name="T35" fmla="*/ 111 h 183"/>
                  <a:gd name="T36" fmla="*/ 72 w 173"/>
                  <a:gd name="T37" fmla="*/ 99 h 183"/>
                  <a:gd name="T38" fmla="*/ 126 w 173"/>
                  <a:gd name="T39" fmla="*/ 56 h 183"/>
                  <a:gd name="T40" fmla="*/ 143 w 173"/>
                  <a:gd name="T41" fmla="*/ 61 h 1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73" h="183">
                    <a:moveTo>
                      <a:pt x="143" y="61"/>
                    </a:moveTo>
                    <a:cubicBezTo>
                      <a:pt x="160" y="61"/>
                      <a:pt x="173" y="47"/>
                      <a:pt x="173" y="30"/>
                    </a:cubicBezTo>
                    <a:cubicBezTo>
                      <a:pt x="173" y="13"/>
                      <a:pt x="160" y="0"/>
                      <a:pt x="143" y="0"/>
                    </a:cubicBezTo>
                    <a:cubicBezTo>
                      <a:pt x="126" y="0"/>
                      <a:pt x="112" y="13"/>
                      <a:pt x="112" y="30"/>
                    </a:cubicBezTo>
                    <a:cubicBezTo>
                      <a:pt x="112" y="35"/>
                      <a:pt x="113" y="39"/>
                      <a:pt x="114" y="42"/>
                    </a:cubicBezTo>
                    <a:cubicBezTo>
                      <a:pt x="62" y="84"/>
                      <a:pt x="62" y="84"/>
                      <a:pt x="62" y="84"/>
                    </a:cubicBezTo>
                    <a:cubicBezTo>
                      <a:pt x="56" y="77"/>
                      <a:pt x="47" y="73"/>
                      <a:pt x="37" y="73"/>
                    </a:cubicBezTo>
                    <a:cubicBezTo>
                      <a:pt x="16" y="73"/>
                      <a:pt x="0" y="90"/>
                      <a:pt x="0" y="111"/>
                    </a:cubicBezTo>
                    <a:cubicBezTo>
                      <a:pt x="0" y="131"/>
                      <a:pt x="16" y="148"/>
                      <a:pt x="37" y="148"/>
                    </a:cubicBezTo>
                    <a:cubicBezTo>
                      <a:pt x="48" y="148"/>
                      <a:pt x="57" y="143"/>
                      <a:pt x="64" y="136"/>
                    </a:cubicBezTo>
                    <a:cubicBezTo>
                      <a:pt x="100" y="155"/>
                      <a:pt x="100" y="155"/>
                      <a:pt x="100" y="155"/>
                    </a:cubicBezTo>
                    <a:cubicBezTo>
                      <a:pt x="100" y="156"/>
                      <a:pt x="100" y="157"/>
                      <a:pt x="100" y="158"/>
                    </a:cubicBezTo>
                    <a:cubicBezTo>
                      <a:pt x="100" y="172"/>
                      <a:pt x="111" y="183"/>
                      <a:pt x="125" y="183"/>
                    </a:cubicBezTo>
                    <a:cubicBezTo>
                      <a:pt x="139" y="183"/>
                      <a:pt x="150" y="172"/>
                      <a:pt x="150" y="158"/>
                    </a:cubicBezTo>
                    <a:cubicBezTo>
                      <a:pt x="150" y="144"/>
                      <a:pt x="139" y="133"/>
                      <a:pt x="125" y="133"/>
                    </a:cubicBezTo>
                    <a:cubicBezTo>
                      <a:pt x="118" y="133"/>
                      <a:pt x="113" y="135"/>
                      <a:pt x="108" y="140"/>
                    </a:cubicBezTo>
                    <a:cubicBezTo>
                      <a:pt x="73" y="120"/>
                      <a:pt x="73" y="120"/>
                      <a:pt x="73" y="120"/>
                    </a:cubicBezTo>
                    <a:cubicBezTo>
                      <a:pt x="73" y="117"/>
                      <a:pt x="74" y="114"/>
                      <a:pt x="74" y="111"/>
                    </a:cubicBezTo>
                    <a:cubicBezTo>
                      <a:pt x="74" y="106"/>
                      <a:pt x="73" y="102"/>
                      <a:pt x="72" y="99"/>
                    </a:cubicBezTo>
                    <a:cubicBezTo>
                      <a:pt x="126" y="56"/>
                      <a:pt x="126" y="56"/>
                      <a:pt x="126" y="56"/>
                    </a:cubicBezTo>
                    <a:cubicBezTo>
                      <a:pt x="131" y="59"/>
                      <a:pt x="136" y="61"/>
                      <a:pt x="143" y="6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grpSp>
            <p:nvGrpSpPr>
              <p:cNvPr id="62" name="그룹 61">
                <a:extLst>
                  <a:ext uri="{FF2B5EF4-FFF2-40B4-BE49-F238E27FC236}">
                    <a16:creationId xmlns:a16="http://schemas.microsoft.com/office/drawing/2014/main" id="{0C5C6304-3F00-4EF9-800F-18B57BBA18F7}"/>
                  </a:ext>
                </a:extLst>
              </p:cNvPr>
              <p:cNvGrpSpPr/>
              <p:nvPr/>
            </p:nvGrpSpPr>
            <p:grpSpPr>
              <a:xfrm>
                <a:off x="7079722" y="5433867"/>
                <a:ext cx="255690" cy="229938"/>
                <a:chOff x="4039279" y="5597233"/>
                <a:chExt cx="661987" cy="595313"/>
              </a:xfrm>
              <a:solidFill>
                <a:schemeClr val="bg1">
                  <a:lumMod val="85000"/>
                </a:schemeClr>
              </a:solidFill>
            </p:grpSpPr>
            <p:sp>
              <p:nvSpPr>
                <p:cNvPr id="71" name="Freeform 202">
                  <a:extLst>
                    <a:ext uri="{FF2B5EF4-FFF2-40B4-BE49-F238E27FC236}">
                      <a16:creationId xmlns:a16="http://schemas.microsoft.com/office/drawing/2014/main" id="{C857CE26-9F03-4937-808C-F0FF33F68C6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231366" y="5881396"/>
                  <a:ext cx="276225" cy="74613"/>
                </a:xfrm>
                <a:custGeom>
                  <a:avLst/>
                  <a:gdLst>
                    <a:gd name="T0" fmla="*/ 2 w 96"/>
                    <a:gd name="T1" fmla="*/ 26 h 26"/>
                    <a:gd name="T2" fmla="*/ 95 w 96"/>
                    <a:gd name="T3" fmla="*/ 26 h 26"/>
                    <a:gd name="T4" fmla="*/ 96 w 96"/>
                    <a:gd name="T5" fmla="*/ 25 h 26"/>
                    <a:gd name="T6" fmla="*/ 96 w 96"/>
                    <a:gd name="T7" fmla="*/ 1 h 26"/>
                    <a:gd name="T8" fmla="*/ 95 w 96"/>
                    <a:gd name="T9" fmla="*/ 0 h 26"/>
                    <a:gd name="T10" fmla="*/ 2 w 96"/>
                    <a:gd name="T11" fmla="*/ 0 h 26"/>
                    <a:gd name="T12" fmla="*/ 0 w 96"/>
                    <a:gd name="T13" fmla="*/ 1 h 26"/>
                    <a:gd name="T14" fmla="*/ 0 w 96"/>
                    <a:gd name="T15" fmla="*/ 25 h 26"/>
                    <a:gd name="T16" fmla="*/ 2 w 96"/>
                    <a:gd name="T17" fmla="*/ 26 h 26"/>
                    <a:gd name="T18" fmla="*/ 82 w 96"/>
                    <a:gd name="T19" fmla="*/ 11 h 26"/>
                    <a:gd name="T20" fmla="*/ 89 w 96"/>
                    <a:gd name="T21" fmla="*/ 11 h 26"/>
                    <a:gd name="T22" fmla="*/ 89 w 96"/>
                    <a:gd name="T23" fmla="*/ 17 h 26"/>
                    <a:gd name="T24" fmla="*/ 82 w 96"/>
                    <a:gd name="T25" fmla="*/ 17 h 26"/>
                    <a:gd name="T26" fmla="*/ 82 w 96"/>
                    <a:gd name="T27" fmla="*/ 11 h 26"/>
                    <a:gd name="T28" fmla="*/ 8 w 96"/>
                    <a:gd name="T29" fmla="*/ 6 h 26"/>
                    <a:gd name="T30" fmla="*/ 28 w 96"/>
                    <a:gd name="T31" fmla="*/ 6 h 26"/>
                    <a:gd name="T32" fmla="*/ 28 w 96"/>
                    <a:gd name="T33" fmla="*/ 8 h 26"/>
                    <a:gd name="T34" fmla="*/ 8 w 96"/>
                    <a:gd name="T35" fmla="*/ 8 h 26"/>
                    <a:gd name="T36" fmla="*/ 8 w 96"/>
                    <a:gd name="T37" fmla="*/ 6 h 26"/>
                    <a:gd name="T38" fmla="*/ 8 w 96"/>
                    <a:gd name="T39" fmla="*/ 12 h 26"/>
                    <a:gd name="T40" fmla="*/ 28 w 96"/>
                    <a:gd name="T41" fmla="*/ 12 h 26"/>
                    <a:gd name="T42" fmla="*/ 28 w 96"/>
                    <a:gd name="T43" fmla="*/ 14 h 26"/>
                    <a:gd name="T44" fmla="*/ 8 w 96"/>
                    <a:gd name="T45" fmla="*/ 14 h 26"/>
                    <a:gd name="T46" fmla="*/ 8 w 96"/>
                    <a:gd name="T47" fmla="*/ 12 h 26"/>
                    <a:gd name="T48" fmla="*/ 8 w 96"/>
                    <a:gd name="T49" fmla="*/ 18 h 26"/>
                    <a:gd name="T50" fmla="*/ 28 w 96"/>
                    <a:gd name="T51" fmla="*/ 18 h 26"/>
                    <a:gd name="T52" fmla="*/ 28 w 96"/>
                    <a:gd name="T53" fmla="*/ 21 h 26"/>
                    <a:gd name="T54" fmla="*/ 8 w 96"/>
                    <a:gd name="T55" fmla="*/ 21 h 26"/>
                    <a:gd name="T56" fmla="*/ 8 w 96"/>
                    <a:gd name="T57" fmla="*/ 18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96" h="26">
                      <a:moveTo>
                        <a:pt x="2" y="26"/>
                      </a:moveTo>
                      <a:cubicBezTo>
                        <a:pt x="95" y="26"/>
                        <a:pt x="95" y="26"/>
                        <a:pt x="95" y="26"/>
                      </a:cubicBezTo>
                      <a:cubicBezTo>
                        <a:pt x="96" y="26"/>
                        <a:pt x="96" y="26"/>
                        <a:pt x="96" y="25"/>
                      </a:cubicBezTo>
                      <a:cubicBezTo>
                        <a:pt x="96" y="1"/>
                        <a:pt x="96" y="1"/>
                        <a:pt x="96" y="1"/>
                      </a:cubicBezTo>
                      <a:cubicBezTo>
                        <a:pt x="96" y="1"/>
                        <a:pt x="96" y="0"/>
                        <a:pt x="95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0" y="1"/>
                        <a:pt x="0" y="1"/>
                      </a:cubicBezTo>
                      <a:cubicBezTo>
                        <a:pt x="0" y="25"/>
                        <a:pt x="0" y="25"/>
                        <a:pt x="0" y="25"/>
                      </a:cubicBezTo>
                      <a:cubicBezTo>
                        <a:pt x="0" y="26"/>
                        <a:pt x="1" y="26"/>
                        <a:pt x="2" y="26"/>
                      </a:cubicBezTo>
                      <a:close/>
                      <a:moveTo>
                        <a:pt x="82" y="11"/>
                      </a:moveTo>
                      <a:cubicBezTo>
                        <a:pt x="89" y="11"/>
                        <a:pt x="89" y="11"/>
                        <a:pt x="89" y="11"/>
                      </a:cubicBezTo>
                      <a:cubicBezTo>
                        <a:pt x="89" y="17"/>
                        <a:pt x="89" y="17"/>
                        <a:pt x="89" y="17"/>
                      </a:cubicBezTo>
                      <a:cubicBezTo>
                        <a:pt x="82" y="17"/>
                        <a:pt x="82" y="17"/>
                        <a:pt x="82" y="17"/>
                      </a:cubicBezTo>
                      <a:lnTo>
                        <a:pt x="82" y="11"/>
                      </a:lnTo>
                      <a:close/>
                      <a:moveTo>
                        <a:pt x="8" y="6"/>
                      </a:moveTo>
                      <a:cubicBezTo>
                        <a:pt x="28" y="6"/>
                        <a:pt x="28" y="6"/>
                        <a:pt x="28" y="6"/>
                      </a:cubicBezTo>
                      <a:cubicBezTo>
                        <a:pt x="28" y="8"/>
                        <a:pt x="28" y="8"/>
                        <a:pt x="28" y="8"/>
                      </a:cubicBezTo>
                      <a:cubicBezTo>
                        <a:pt x="8" y="8"/>
                        <a:pt x="8" y="8"/>
                        <a:pt x="8" y="8"/>
                      </a:cubicBezTo>
                      <a:lnTo>
                        <a:pt x="8" y="6"/>
                      </a:lnTo>
                      <a:close/>
                      <a:moveTo>
                        <a:pt x="8" y="12"/>
                      </a:moveTo>
                      <a:cubicBezTo>
                        <a:pt x="28" y="12"/>
                        <a:pt x="28" y="12"/>
                        <a:pt x="28" y="12"/>
                      </a:cubicBezTo>
                      <a:cubicBezTo>
                        <a:pt x="28" y="14"/>
                        <a:pt x="28" y="14"/>
                        <a:pt x="28" y="14"/>
                      </a:cubicBezTo>
                      <a:cubicBezTo>
                        <a:pt x="8" y="14"/>
                        <a:pt x="8" y="14"/>
                        <a:pt x="8" y="14"/>
                      </a:cubicBezTo>
                      <a:lnTo>
                        <a:pt x="8" y="12"/>
                      </a:lnTo>
                      <a:close/>
                      <a:moveTo>
                        <a:pt x="8" y="18"/>
                      </a:moveTo>
                      <a:cubicBezTo>
                        <a:pt x="28" y="18"/>
                        <a:pt x="28" y="18"/>
                        <a:pt x="28" y="18"/>
                      </a:cubicBezTo>
                      <a:cubicBezTo>
                        <a:pt x="28" y="21"/>
                        <a:pt x="28" y="21"/>
                        <a:pt x="28" y="21"/>
                      </a:cubicBezTo>
                      <a:cubicBezTo>
                        <a:pt x="8" y="21"/>
                        <a:pt x="8" y="21"/>
                        <a:pt x="8" y="21"/>
                      </a:cubicBezTo>
                      <a:lnTo>
                        <a:pt x="8" y="1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72" name="Freeform 203">
                  <a:extLst>
                    <a:ext uri="{FF2B5EF4-FFF2-40B4-BE49-F238E27FC236}">
                      <a16:creationId xmlns:a16="http://schemas.microsoft.com/office/drawing/2014/main" id="{4E4E6FAE-CB47-465E-A1D8-0EF5547BFBF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231366" y="5967121"/>
                  <a:ext cx="276225" cy="77788"/>
                </a:xfrm>
                <a:custGeom>
                  <a:avLst/>
                  <a:gdLst>
                    <a:gd name="T0" fmla="*/ 0 w 96"/>
                    <a:gd name="T1" fmla="*/ 25 h 27"/>
                    <a:gd name="T2" fmla="*/ 2 w 96"/>
                    <a:gd name="T3" fmla="*/ 27 h 27"/>
                    <a:gd name="T4" fmla="*/ 95 w 96"/>
                    <a:gd name="T5" fmla="*/ 27 h 27"/>
                    <a:gd name="T6" fmla="*/ 96 w 96"/>
                    <a:gd name="T7" fmla="*/ 25 h 27"/>
                    <a:gd name="T8" fmla="*/ 96 w 96"/>
                    <a:gd name="T9" fmla="*/ 2 h 27"/>
                    <a:gd name="T10" fmla="*/ 95 w 96"/>
                    <a:gd name="T11" fmla="*/ 0 h 27"/>
                    <a:gd name="T12" fmla="*/ 2 w 96"/>
                    <a:gd name="T13" fmla="*/ 0 h 27"/>
                    <a:gd name="T14" fmla="*/ 0 w 96"/>
                    <a:gd name="T15" fmla="*/ 2 h 27"/>
                    <a:gd name="T16" fmla="*/ 0 w 96"/>
                    <a:gd name="T17" fmla="*/ 25 h 27"/>
                    <a:gd name="T18" fmla="*/ 82 w 96"/>
                    <a:gd name="T19" fmla="*/ 11 h 27"/>
                    <a:gd name="T20" fmla="*/ 89 w 96"/>
                    <a:gd name="T21" fmla="*/ 11 h 27"/>
                    <a:gd name="T22" fmla="*/ 89 w 96"/>
                    <a:gd name="T23" fmla="*/ 17 h 27"/>
                    <a:gd name="T24" fmla="*/ 82 w 96"/>
                    <a:gd name="T25" fmla="*/ 17 h 27"/>
                    <a:gd name="T26" fmla="*/ 82 w 96"/>
                    <a:gd name="T27" fmla="*/ 11 h 27"/>
                    <a:gd name="T28" fmla="*/ 8 w 96"/>
                    <a:gd name="T29" fmla="*/ 6 h 27"/>
                    <a:gd name="T30" fmla="*/ 28 w 96"/>
                    <a:gd name="T31" fmla="*/ 6 h 27"/>
                    <a:gd name="T32" fmla="*/ 28 w 96"/>
                    <a:gd name="T33" fmla="*/ 8 h 27"/>
                    <a:gd name="T34" fmla="*/ 8 w 96"/>
                    <a:gd name="T35" fmla="*/ 8 h 27"/>
                    <a:gd name="T36" fmla="*/ 8 w 96"/>
                    <a:gd name="T37" fmla="*/ 6 h 27"/>
                    <a:gd name="T38" fmla="*/ 8 w 96"/>
                    <a:gd name="T39" fmla="*/ 12 h 27"/>
                    <a:gd name="T40" fmla="*/ 28 w 96"/>
                    <a:gd name="T41" fmla="*/ 12 h 27"/>
                    <a:gd name="T42" fmla="*/ 28 w 96"/>
                    <a:gd name="T43" fmla="*/ 15 h 27"/>
                    <a:gd name="T44" fmla="*/ 8 w 96"/>
                    <a:gd name="T45" fmla="*/ 15 h 27"/>
                    <a:gd name="T46" fmla="*/ 8 w 96"/>
                    <a:gd name="T47" fmla="*/ 12 h 27"/>
                    <a:gd name="T48" fmla="*/ 8 w 96"/>
                    <a:gd name="T49" fmla="*/ 19 h 27"/>
                    <a:gd name="T50" fmla="*/ 28 w 96"/>
                    <a:gd name="T51" fmla="*/ 19 h 27"/>
                    <a:gd name="T52" fmla="*/ 28 w 96"/>
                    <a:gd name="T53" fmla="*/ 21 h 27"/>
                    <a:gd name="T54" fmla="*/ 8 w 96"/>
                    <a:gd name="T55" fmla="*/ 21 h 27"/>
                    <a:gd name="T56" fmla="*/ 8 w 96"/>
                    <a:gd name="T57" fmla="*/ 19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96" h="27">
                      <a:moveTo>
                        <a:pt x="0" y="25"/>
                      </a:moveTo>
                      <a:cubicBezTo>
                        <a:pt x="0" y="26"/>
                        <a:pt x="1" y="27"/>
                        <a:pt x="2" y="27"/>
                      </a:cubicBezTo>
                      <a:cubicBezTo>
                        <a:pt x="95" y="27"/>
                        <a:pt x="95" y="27"/>
                        <a:pt x="95" y="27"/>
                      </a:cubicBezTo>
                      <a:cubicBezTo>
                        <a:pt x="96" y="27"/>
                        <a:pt x="96" y="26"/>
                        <a:pt x="96" y="25"/>
                      </a:cubicBezTo>
                      <a:cubicBezTo>
                        <a:pt x="96" y="2"/>
                        <a:pt x="96" y="2"/>
                        <a:pt x="96" y="2"/>
                      </a:cubicBezTo>
                      <a:cubicBezTo>
                        <a:pt x="96" y="1"/>
                        <a:pt x="96" y="0"/>
                        <a:pt x="95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0" y="1"/>
                        <a:pt x="0" y="2"/>
                      </a:cubicBezTo>
                      <a:lnTo>
                        <a:pt x="0" y="25"/>
                      </a:lnTo>
                      <a:close/>
                      <a:moveTo>
                        <a:pt x="82" y="11"/>
                      </a:moveTo>
                      <a:cubicBezTo>
                        <a:pt x="89" y="11"/>
                        <a:pt x="89" y="11"/>
                        <a:pt x="89" y="11"/>
                      </a:cubicBezTo>
                      <a:cubicBezTo>
                        <a:pt x="89" y="17"/>
                        <a:pt x="89" y="17"/>
                        <a:pt x="89" y="17"/>
                      </a:cubicBezTo>
                      <a:cubicBezTo>
                        <a:pt x="82" y="17"/>
                        <a:pt x="82" y="17"/>
                        <a:pt x="82" y="17"/>
                      </a:cubicBezTo>
                      <a:lnTo>
                        <a:pt x="82" y="11"/>
                      </a:lnTo>
                      <a:close/>
                      <a:moveTo>
                        <a:pt x="8" y="6"/>
                      </a:moveTo>
                      <a:cubicBezTo>
                        <a:pt x="28" y="6"/>
                        <a:pt x="28" y="6"/>
                        <a:pt x="28" y="6"/>
                      </a:cubicBezTo>
                      <a:cubicBezTo>
                        <a:pt x="28" y="8"/>
                        <a:pt x="28" y="8"/>
                        <a:pt x="28" y="8"/>
                      </a:cubicBezTo>
                      <a:cubicBezTo>
                        <a:pt x="8" y="8"/>
                        <a:pt x="8" y="8"/>
                        <a:pt x="8" y="8"/>
                      </a:cubicBezTo>
                      <a:lnTo>
                        <a:pt x="8" y="6"/>
                      </a:lnTo>
                      <a:close/>
                      <a:moveTo>
                        <a:pt x="8" y="12"/>
                      </a:moveTo>
                      <a:cubicBezTo>
                        <a:pt x="28" y="12"/>
                        <a:pt x="28" y="12"/>
                        <a:pt x="28" y="12"/>
                      </a:cubicBezTo>
                      <a:cubicBezTo>
                        <a:pt x="28" y="15"/>
                        <a:pt x="28" y="15"/>
                        <a:pt x="28" y="15"/>
                      </a:cubicBezTo>
                      <a:cubicBezTo>
                        <a:pt x="8" y="15"/>
                        <a:pt x="8" y="15"/>
                        <a:pt x="8" y="15"/>
                      </a:cubicBezTo>
                      <a:lnTo>
                        <a:pt x="8" y="12"/>
                      </a:lnTo>
                      <a:close/>
                      <a:moveTo>
                        <a:pt x="8" y="19"/>
                      </a:moveTo>
                      <a:cubicBezTo>
                        <a:pt x="28" y="19"/>
                        <a:pt x="28" y="19"/>
                        <a:pt x="28" y="19"/>
                      </a:cubicBezTo>
                      <a:cubicBezTo>
                        <a:pt x="28" y="21"/>
                        <a:pt x="28" y="21"/>
                        <a:pt x="28" y="21"/>
                      </a:cubicBezTo>
                      <a:cubicBezTo>
                        <a:pt x="8" y="21"/>
                        <a:pt x="8" y="21"/>
                        <a:pt x="8" y="21"/>
                      </a:cubicBezTo>
                      <a:lnTo>
                        <a:pt x="8" y="19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73" name="Freeform 204">
                  <a:extLst>
                    <a:ext uri="{FF2B5EF4-FFF2-40B4-BE49-F238E27FC236}">
                      <a16:creationId xmlns:a16="http://schemas.microsoft.com/office/drawing/2014/main" id="{15E58901-2162-4784-921F-32716035AF4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125004" y="6057608"/>
                  <a:ext cx="488950" cy="134938"/>
                </a:xfrm>
                <a:custGeom>
                  <a:avLst/>
                  <a:gdLst>
                    <a:gd name="T0" fmla="*/ 96 w 170"/>
                    <a:gd name="T1" fmla="*/ 41 h 47"/>
                    <a:gd name="T2" fmla="*/ 87 w 170"/>
                    <a:gd name="T3" fmla="*/ 41 h 47"/>
                    <a:gd name="T4" fmla="*/ 87 w 170"/>
                    <a:gd name="T5" fmla="*/ 26 h 47"/>
                    <a:gd name="T6" fmla="*/ 132 w 170"/>
                    <a:gd name="T7" fmla="*/ 26 h 47"/>
                    <a:gd name="T8" fmla="*/ 133 w 170"/>
                    <a:gd name="T9" fmla="*/ 25 h 47"/>
                    <a:gd name="T10" fmla="*/ 133 w 170"/>
                    <a:gd name="T11" fmla="*/ 1 h 47"/>
                    <a:gd name="T12" fmla="*/ 132 w 170"/>
                    <a:gd name="T13" fmla="*/ 0 h 47"/>
                    <a:gd name="T14" fmla="*/ 39 w 170"/>
                    <a:gd name="T15" fmla="*/ 0 h 47"/>
                    <a:gd name="T16" fmla="*/ 37 w 170"/>
                    <a:gd name="T17" fmla="*/ 1 h 47"/>
                    <a:gd name="T18" fmla="*/ 37 w 170"/>
                    <a:gd name="T19" fmla="*/ 25 h 47"/>
                    <a:gd name="T20" fmla="*/ 39 w 170"/>
                    <a:gd name="T21" fmla="*/ 26 h 47"/>
                    <a:gd name="T22" fmla="*/ 84 w 170"/>
                    <a:gd name="T23" fmla="*/ 26 h 47"/>
                    <a:gd name="T24" fmla="*/ 84 w 170"/>
                    <a:gd name="T25" fmla="*/ 41 h 47"/>
                    <a:gd name="T26" fmla="*/ 74 w 170"/>
                    <a:gd name="T27" fmla="*/ 41 h 47"/>
                    <a:gd name="T28" fmla="*/ 74 w 170"/>
                    <a:gd name="T29" fmla="*/ 43 h 47"/>
                    <a:gd name="T30" fmla="*/ 0 w 170"/>
                    <a:gd name="T31" fmla="*/ 43 h 47"/>
                    <a:gd name="T32" fmla="*/ 0 w 170"/>
                    <a:gd name="T33" fmla="*/ 45 h 47"/>
                    <a:gd name="T34" fmla="*/ 74 w 170"/>
                    <a:gd name="T35" fmla="*/ 45 h 47"/>
                    <a:gd name="T36" fmla="*/ 74 w 170"/>
                    <a:gd name="T37" fmla="*/ 47 h 47"/>
                    <a:gd name="T38" fmla="*/ 96 w 170"/>
                    <a:gd name="T39" fmla="*/ 47 h 47"/>
                    <a:gd name="T40" fmla="*/ 96 w 170"/>
                    <a:gd name="T41" fmla="*/ 45 h 47"/>
                    <a:gd name="T42" fmla="*/ 170 w 170"/>
                    <a:gd name="T43" fmla="*/ 45 h 47"/>
                    <a:gd name="T44" fmla="*/ 170 w 170"/>
                    <a:gd name="T45" fmla="*/ 43 h 47"/>
                    <a:gd name="T46" fmla="*/ 96 w 170"/>
                    <a:gd name="T47" fmla="*/ 43 h 47"/>
                    <a:gd name="T48" fmla="*/ 96 w 170"/>
                    <a:gd name="T49" fmla="*/ 41 h 47"/>
                    <a:gd name="T50" fmla="*/ 119 w 170"/>
                    <a:gd name="T51" fmla="*/ 10 h 47"/>
                    <a:gd name="T52" fmla="*/ 126 w 170"/>
                    <a:gd name="T53" fmla="*/ 10 h 47"/>
                    <a:gd name="T54" fmla="*/ 126 w 170"/>
                    <a:gd name="T55" fmla="*/ 17 h 47"/>
                    <a:gd name="T56" fmla="*/ 119 w 170"/>
                    <a:gd name="T57" fmla="*/ 17 h 47"/>
                    <a:gd name="T58" fmla="*/ 119 w 170"/>
                    <a:gd name="T59" fmla="*/ 10 h 47"/>
                    <a:gd name="T60" fmla="*/ 65 w 170"/>
                    <a:gd name="T61" fmla="*/ 20 h 47"/>
                    <a:gd name="T62" fmla="*/ 45 w 170"/>
                    <a:gd name="T63" fmla="*/ 20 h 47"/>
                    <a:gd name="T64" fmla="*/ 45 w 170"/>
                    <a:gd name="T65" fmla="*/ 18 h 47"/>
                    <a:gd name="T66" fmla="*/ 65 w 170"/>
                    <a:gd name="T67" fmla="*/ 18 h 47"/>
                    <a:gd name="T68" fmla="*/ 65 w 170"/>
                    <a:gd name="T69" fmla="*/ 20 h 47"/>
                    <a:gd name="T70" fmla="*/ 65 w 170"/>
                    <a:gd name="T71" fmla="*/ 14 h 47"/>
                    <a:gd name="T72" fmla="*/ 45 w 170"/>
                    <a:gd name="T73" fmla="*/ 14 h 47"/>
                    <a:gd name="T74" fmla="*/ 45 w 170"/>
                    <a:gd name="T75" fmla="*/ 12 h 47"/>
                    <a:gd name="T76" fmla="*/ 65 w 170"/>
                    <a:gd name="T77" fmla="*/ 12 h 47"/>
                    <a:gd name="T78" fmla="*/ 65 w 170"/>
                    <a:gd name="T79" fmla="*/ 14 h 47"/>
                    <a:gd name="T80" fmla="*/ 65 w 170"/>
                    <a:gd name="T81" fmla="*/ 8 h 47"/>
                    <a:gd name="T82" fmla="*/ 45 w 170"/>
                    <a:gd name="T83" fmla="*/ 8 h 47"/>
                    <a:gd name="T84" fmla="*/ 45 w 170"/>
                    <a:gd name="T85" fmla="*/ 5 h 47"/>
                    <a:gd name="T86" fmla="*/ 65 w 170"/>
                    <a:gd name="T87" fmla="*/ 5 h 47"/>
                    <a:gd name="T88" fmla="*/ 65 w 170"/>
                    <a:gd name="T89" fmla="*/ 8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70" h="47">
                      <a:moveTo>
                        <a:pt x="96" y="41"/>
                      </a:moveTo>
                      <a:cubicBezTo>
                        <a:pt x="87" y="41"/>
                        <a:pt x="87" y="41"/>
                        <a:pt x="87" y="41"/>
                      </a:cubicBezTo>
                      <a:cubicBezTo>
                        <a:pt x="87" y="26"/>
                        <a:pt x="87" y="26"/>
                        <a:pt x="87" y="26"/>
                      </a:cubicBezTo>
                      <a:cubicBezTo>
                        <a:pt x="132" y="26"/>
                        <a:pt x="132" y="26"/>
                        <a:pt x="132" y="26"/>
                      </a:cubicBezTo>
                      <a:cubicBezTo>
                        <a:pt x="133" y="26"/>
                        <a:pt x="133" y="25"/>
                        <a:pt x="133" y="25"/>
                      </a:cubicBezTo>
                      <a:cubicBezTo>
                        <a:pt x="133" y="1"/>
                        <a:pt x="133" y="1"/>
                        <a:pt x="133" y="1"/>
                      </a:cubicBezTo>
                      <a:cubicBezTo>
                        <a:pt x="133" y="0"/>
                        <a:pt x="133" y="0"/>
                        <a:pt x="132" y="0"/>
                      </a:cubicBezTo>
                      <a:cubicBezTo>
                        <a:pt x="39" y="0"/>
                        <a:pt x="39" y="0"/>
                        <a:pt x="39" y="0"/>
                      </a:cubicBezTo>
                      <a:cubicBezTo>
                        <a:pt x="38" y="0"/>
                        <a:pt x="37" y="0"/>
                        <a:pt x="37" y="1"/>
                      </a:cubicBezTo>
                      <a:cubicBezTo>
                        <a:pt x="37" y="25"/>
                        <a:pt x="37" y="25"/>
                        <a:pt x="37" y="25"/>
                      </a:cubicBezTo>
                      <a:cubicBezTo>
                        <a:pt x="37" y="25"/>
                        <a:pt x="38" y="26"/>
                        <a:pt x="39" y="26"/>
                      </a:cubicBezTo>
                      <a:cubicBezTo>
                        <a:pt x="84" y="26"/>
                        <a:pt x="84" y="26"/>
                        <a:pt x="84" y="26"/>
                      </a:cubicBezTo>
                      <a:cubicBezTo>
                        <a:pt x="84" y="41"/>
                        <a:pt x="84" y="41"/>
                        <a:pt x="84" y="41"/>
                      </a:cubicBezTo>
                      <a:cubicBezTo>
                        <a:pt x="74" y="41"/>
                        <a:pt x="74" y="41"/>
                        <a:pt x="74" y="41"/>
                      </a:cubicBezTo>
                      <a:cubicBezTo>
                        <a:pt x="74" y="43"/>
                        <a:pt x="74" y="43"/>
                        <a:pt x="74" y="43"/>
                      </a:cubicBezTo>
                      <a:cubicBezTo>
                        <a:pt x="0" y="43"/>
                        <a:pt x="0" y="43"/>
                        <a:pt x="0" y="43"/>
                      </a:cubicBezTo>
                      <a:cubicBezTo>
                        <a:pt x="0" y="45"/>
                        <a:pt x="0" y="45"/>
                        <a:pt x="0" y="45"/>
                      </a:cubicBezTo>
                      <a:cubicBezTo>
                        <a:pt x="74" y="45"/>
                        <a:pt x="74" y="45"/>
                        <a:pt x="74" y="45"/>
                      </a:cubicBezTo>
                      <a:cubicBezTo>
                        <a:pt x="74" y="47"/>
                        <a:pt x="74" y="47"/>
                        <a:pt x="74" y="47"/>
                      </a:cubicBezTo>
                      <a:cubicBezTo>
                        <a:pt x="96" y="47"/>
                        <a:pt x="96" y="47"/>
                        <a:pt x="96" y="47"/>
                      </a:cubicBezTo>
                      <a:cubicBezTo>
                        <a:pt x="96" y="45"/>
                        <a:pt x="96" y="45"/>
                        <a:pt x="96" y="45"/>
                      </a:cubicBezTo>
                      <a:cubicBezTo>
                        <a:pt x="170" y="45"/>
                        <a:pt x="170" y="45"/>
                        <a:pt x="170" y="45"/>
                      </a:cubicBezTo>
                      <a:cubicBezTo>
                        <a:pt x="170" y="43"/>
                        <a:pt x="170" y="43"/>
                        <a:pt x="170" y="43"/>
                      </a:cubicBezTo>
                      <a:cubicBezTo>
                        <a:pt x="96" y="43"/>
                        <a:pt x="96" y="43"/>
                        <a:pt x="96" y="43"/>
                      </a:cubicBezTo>
                      <a:lnTo>
                        <a:pt x="96" y="41"/>
                      </a:lnTo>
                      <a:close/>
                      <a:moveTo>
                        <a:pt x="119" y="10"/>
                      </a:moveTo>
                      <a:cubicBezTo>
                        <a:pt x="126" y="10"/>
                        <a:pt x="126" y="10"/>
                        <a:pt x="126" y="10"/>
                      </a:cubicBezTo>
                      <a:cubicBezTo>
                        <a:pt x="126" y="17"/>
                        <a:pt x="126" y="17"/>
                        <a:pt x="126" y="17"/>
                      </a:cubicBezTo>
                      <a:cubicBezTo>
                        <a:pt x="119" y="17"/>
                        <a:pt x="119" y="17"/>
                        <a:pt x="119" y="17"/>
                      </a:cubicBezTo>
                      <a:lnTo>
                        <a:pt x="119" y="10"/>
                      </a:lnTo>
                      <a:close/>
                      <a:moveTo>
                        <a:pt x="65" y="20"/>
                      </a:moveTo>
                      <a:cubicBezTo>
                        <a:pt x="45" y="20"/>
                        <a:pt x="45" y="20"/>
                        <a:pt x="45" y="20"/>
                      </a:cubicBezTo>
                      <a:cubicBezTo>
                        <a:pt x="45" y="18"/>
                        <a:pt x="45" y="18"/>
                        <a:pt x="45" y="18"/>
                      </a:cubicBezTo>
                      <a:cubicBezTo>
                        <a:pt x="65" y="18"/>
                        <a:pt x="65" y="18"/>
                        <a:pt x="65" y="18"/>
                      </a:cubicBezTo>
                      <a:lnTo>
                        <a:pt x="65" y="20"/>
                      </a:lnTo>
                      <a:close/>
                      <a:moveTo>
                        <a:pt x="65" y="14"/>
                      </a:moveTo>
                      <a:cubicBezTo>
                        <a:pt x="45" y="14"/>
                        <a:pt x="45" y="14"/>
                        <a:pt x="45" y="14"/>
                      </a:cubicBezTo>
                      <a:cubicBezTo>
                        <a:pt x="45" y="12"/>
                        <a:pt x="45" y="12"/>
                        <a:pt x="45" y="12"/>
                      </a:cubicBezTo>
                      <a:cubicBezTo>
                        <a:pt x="65" y="12"/>
                        <a:pt x="65" y="12"/>
                        <a:pt x="65" y="12"/>
                      </a:cubicBezTo>
                      <a:lnTo>
                        <a:pt x="65" y="14"/>
                      </a:lnTo>
                      <a:close/>
                      <a:moveTo>
                        <a:pt x="65" y="8"/>
                      </a:moveTo>
                      <a:cubicBezTo>
                        <a:pt x="45" y="8"/>
                        <a:pt x="45" y="8"/>
                        <a:pt x="45" y="8"/>
                      </a:cubicBezTo>
                      <a:cubicBezTo>
                        <a:pt x="45" y="5"/>
                        <a:pt x="45" y="5"/>
                        <a:pt x="45" y="5"/>
                      </a:cubicBezTo>
                      <a:cubicBezTo>
                        <a:pt x="65" y="5"/>
                        <a:pt x="65" y="5"/>
                        <a:pt x="65" y="5"/>
                      </a:cubicBezTo>
                      <a:lnTo>
                        <a:pt x="65" y="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74" name="Freeform 205">
                  <a:extLst>
                    <a:ext uri="{FF2B5EF4-FFF2-40B4-BE49-F238E27FC236}">
                      <a16:creationId xmlns:a16="http://schemas.microsoft.com/office/drawing/2014/main" id="{C98C23AB-8150-4DBE-BAE1-673C406C87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39279" y="5597233"/>
                  <a:ext cx="661987" cy="442913"/>
                </a:xfrm>
                <a:custGeom>
                  <a:avLst/>
                  <a:gdLst>
                    <a:gd name="T0" fmla="*/ 203 w 230"/>
                    <a:gd name="T1" fmla="*/ 67 h 154"/>
                    <a:gd name="T2" fmla="*/ 203 w 230"/>
                    <a:gd name="T3" fmla="*/ 59 h 154"/>
                    <a:gd name="T4" fmla="*/ 144 w 230"/>
                    <a:gd name="T5" fmla="*/ 0 h 154"/>
                    <a:gd name="T6" fmla="*/ 94 w 230"/>
                    <a:gd name="T7" fmla="*/ 26 h 154"/>
                    <a:gd name="T8" fmla="*/ 77 w 230"/>
                    <a:gd name="T9" fmla="*/ 23 h 154"/>
                    <a:gd name="T10" fmla="*/ 31 w 230"/>
                    <a:gd name="T11" fmla="*/ 62 h 154"/>
                    <a:gd name="T12" fmla="*/ 0 w 230"/>
                    <a:gd name="T13" fmla="*/ 106 h 154"/>
                    <a:gd name="T14" fmla="*/ 44 w 230"/>
                    <a:gd name="T15" fmla="*/ 154 h 154"/>
                    <a:gd name="T16" fmla="*/ 51 w 230"/>
                    <a:gd name="T17" fmla="*/ 148 h 154"/>
                    <a:gd name="T18" fmla="*/ 45 w 230"/>
                    <a:gd name="T19" fmla="*/ 141 h 154"/>
                    <a:gd name="T20" fmla="*/ 12 w 230"/>
                    <a:gd name="T21" fmla="*/ 106 h 154"/>
                    <a:gd name="T22" fmla="*/ 38 w 230"/>
                    <a:gd name="T23" fmla="*/ 72 h 154"/>
                    <a:gd name="T24" fmla="*/ 42 w 230"/>
                    <a:gd name="T25" fmla="*/ 67 h 154"/>
                    <a:gd name="T26" fmla="*/ 77 w 230"/>
                    <a:gd name="T27" fmla="*/ 36 h 154"/>
                    <a:gd name="T28" fmla="*/ 94 w 230"/>
                    <a:gd name="T29" fmla="*/ 40 h 154"/>
                    <a:gd name="T30" fmla="*/ 102 w 230"/>
                    <a:gd name="T31" fmla="*/ 37 h 154"/>
                    <a:gd name="T32" fmla="*/ 144 w 230"/>
                    <a:gd name="T33" fmla="*/ 12 h 154"/>
                    <a:gd name="T34" fmla="*/ 191 w 230"/>
                    <a:gd name="T35" fmla="*/ 59 h 154"/>
                    <a:gd name="T36" fmla="*/ 190 w 230"/>
                    <a:gd name="T37" fmla="*/ 69 h 154"/>
                    <a:gd name="T38" fmla="*/ 194 w 230"/>
                    <a:gd name="T39" fmla="*/ 77 h 154"/>
                    <a:gd name="T40" fmla="*/ 218 w 230"/>
                    <a:gd name="T41" fmla="*/ 108 h 154"/>
                    <a:gd name="T42" fmla="*/ 185 w 230"/>
                    <a:gd name="T43" fmla="*/ 141 h 154"/>
                    <a:gd name="T44" fmla="*/ 179 w 230"/>
                    <a:gd name="T45" fmla="*/ 148 h 154"/>
                    <a:gd name="T46" fmla="*/ 185 w 230"/>
                    <a:gd name="T47" fmla="*/ 154 h 154"/>
                    <a:gd name="T48" fmla="*/ 230 w 230"/>
                    <a:gd name="T49" fmla="*/ 108 h 154"/>
                    <a:gd name="T50" fmla="*/ 203 w 230"/>
                    <a:gd name="T51" fmla="*/ 67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230" h="154">
                      <a:moveTo>
                        <a:pt x="203" y="67"/>
                      </a:moveTo>
                      <a:cubicBezTo>
                        <a:pt x="203" y="64"/>
                        <a:pt x="203" y="62"/>
                        <a:pt x="203" y="59"/>
                      </a:cubicBezTo>
                      <a:cubicBezTo>
                        <a:pt x="203" y="26"/>
                        <a:pt x="177" y="0"/>
                        <a:pt x="144" y="0"/>
                      </a:cubicBezTo>
                      <a:cubicBezTo>
                        <a:pt x="124" y="0"/>
                        <a:pt x="105" y="10"/>
                        <a:pt x="94" y="26"/>
                      </a:cubicBezTo>
                      <a:cubicBezTo>
                        <a:pt x="89" y="24"/>
                        <a:pt x="83" y="23"/>
                        <a:pt x="77" y="23"/>
                      </a:cubicBezTo>
                      <a:cubicBezTo>
                        <a:pt x="54" y="23"/>
                        <a:pt x="35" y="40"/>
                        <a:pt x="31" y="62"/>
                      </a:cubicBezTo>
                      <a:cubicBezTo>
                        <a:pt x="12" y="69"/>
                        <a:pt x="0" y="87"/>
                        <a:pt x="0" y="106"/>
                      </a:cubicBezTo>
                      <a:cubicBezTo>
                        <a:pt x="0" y="131"/>
                        <a:pt x="20" y="152"/>
                        <a:pt x="44" y="154"/>
                      </a:cubicBezTo>
                      <a:cubicBezTo>
                        <a:pt x="48" y="154"/>
                        <a:pt x="51" y="151"/>
                        <a:pt x="51" y="148"/>
                      </a:cubicBezTo>
                      <a:cubicBezTo>
                        <a:pt x="51" y="145"/>
                        <a:pt x="49" y="142"/>
                        <a:pt x="45" y="141"/>
                      </a:cubicBezTo>
                      <a:cubicBezTo>
                        <a:pt x="27" y="140"/>
                        <a:pt x="12" y="125"/>
                        <a:pt x="12" y="106"/>
                      </a:cubicBezTo>
                      <a:cubicBezTo>
                        <a:pt x="12" y="91"/>
                        <a:pt x="23" y="77"/>
                        <a:pt x="38" y="72"/>
                      </a:cubicBezTo>
                      <a:cubicBezTo>
                        <a:pt x="40" y="72"/>
                        <a:pt x="42" y="70"/>
                        <a:pt x="42" y="67"/>
                      </a:cubicBezTo>
                      <a:cubicBezTo>
                        <a:pt x="44" y="49"/>
                        <a:pt x="59" y="36"/>
                        <a:pt x="77" y="36"/>
                      </a:cubicBezTo>
                      <a:cubicBezTo>
                        <a:pt x="83" y="36"/>
                        <a:pt x="89" y="37"/>
                        <a:pt x="94" y="40"/>
                      </a:cubicBezTo>
                      <a:cubicBezTo>
                        <a:pt x="97" y="41"/>
                        <a:pt x="100" y="40"/>
                        <a:pt x="102" y="37"/>
                      </a:cubicBezTo>
                      <a:cubicBezTo>
                        <a:pt x="110" y="21"/>
                        <a:pt x="126" y="12"/>
                        <a:pt x="144" y="12"/>
                      </a:cubicBezTo>
                      <a:cubicBezTo>
                        <a:pt x="170" y="12"/>
                        <a:pt x="191" y="33"/>
                        <a:pt x="191" y="59"/>
                      </a:cubicBezTo>
                      <a:cubicBezTo>
                        <a:pt x="191" y="62"/>
                        <a:pt x="191" y="66"/>
                        <a:pt x="190" y="69"/>
                      </a:cubicBezTo>
                      <a:cubicBezTo>
                        <a:pt x="189" y="73"/>
                        <a:pt x="191" y="76"/>
                        <a:pt x="194" y="77"/>
                      </a:cubicBezTo>
                      <a:cubicBezTo>
                        <a:pt x="208" y="81"/>
                        <a:pt x="218" y="94"/>
                        <a:pt x="218" y="108"/>
                      </a:cubicBezTo>
                      <a:cubicBezTo>
                        <a:pt x="218" y="127"/>
                        <a:pt x="203" y="141"/>
                        <a:pt x="185" y="141"/>
                      </a:cubicBezTo>
                      <a:cubicBezTo>
                        <a:pt x="182" y="141"/>
                        <a:pt x="179" y="144"/>
                        <a:pt x="179" y="148"/>
                      </a:cubicBezTo>
                      <a:cubicBezTo>
                        <a:pt x="179" y="151"/>
                        <a:pt x="182" y="154"/>
                        <a:pt x="185" y="154"/>
                      </a:cubicBezTo>
                      <a:cubicBezTo>
                        <a:pt x="210" y="154"/>
                        <a:pt x="230" y="133"/>
                        <a:pt x="230" y="108"/>
                      </a:cubicBezTo>
                      <a:cubicBezTo>
                        <a:pt x="230" y="90"/>
                        <a:pt x="219" y="74"/>
                        <a:pt x="203" y="6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63" name="그룹 62">
                <a:extLst>
                  <a:ext uri="{FF2B5EF4-FFF2-40B4-BE49-F238E27FC236}">
                    <a16:creationId xmlns:a16="http://schemas.microsoft.com/office/drawing/2014/main" id="{F7CDC902-BAFD-485B-80C1-710208BAA957}"/>
                  </a:ext>
                </a:extLst>
              </p:cNvPr>
              <p:cNvGrpSpPr/>
              <p:nvPr/>
            </p:nvGrpSpPr>
            <p:grpSpPr>
              <a:xfrm>
                <a:off x="6931881" y="3748966"/>
                <a:ext cx="348911" cy="239300"/>
                <a:chOff x="4310672" y="4155231"/>
                <a:chExt cx="680428" cy="466670"/>
              </a:xfrm>
              <a:solidFill>
                <a:schemeClr val="bg1">
                  <a:lumMod val="85000"/>
                </a:schemeClr>
              </a:solidFill>
            </p:grpSpPr>
            <p:sp>
              <p:nvSpPr>
                <p:cNvPr id="68" name="Oval 57">
                  <a:extLst>
                    <a:ext uri="{FF2B5EF4-FFF2-40B4-BE49-F238E27FC236}">
                      <a16:creationId xmlns:a16="http://schemas.microsoft.com/office/drawing/2014/main" id="{D81BC4B3-9F9A-4350-99C1-76D3A963C9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11733" y="4322428"/>
                  <a:ext cx="79366" cy="79366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69" name="Oval 58">
                  <a:extLst>
                    <a:ext uri="{FF2B5EF4-FFF2-40B4-BE49-F238E27FC236}">
                      <a16:creationId xmlns:a16="http://schemas.microsoft.com/office/drawing/2014/main" id="{710C9651-98C3-4019-9236-C63F2726FA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17023" y="4415550"/>
                  <a:ext cx="130160" cy="130160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70" name="Freeform 59">
                  <a:extLst>
                    <a:ext uri="{FF2B5EF4-FFF2-40B4-BE49-F238E27FC236}">
                      <a16:creationId xmlns:a16="http://schemas.microsoft.com/office/drawing/2014/main" id="{00C67F21-8253-4250-9AB9-3A65E84C5F0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310672" y="4155231"/>
                  <a:ext cx="680428" cy="466670"/>
                </a:xfrm>
                <a:custGeom>
                  <a:avLst/>
                  <a:gdLst>
                    <a:gd name="T0" fmla="*/ 214 w 241"/>
                    <a:gd name="T1" fmla="*/ 78 h 165"/>
                    <a:gd name="T2" fmla="*/ 149 w 241"/>
                    <a:gd name="T3" fmla="*/ 31 h 165"/>
                    <a:gd name="T4" fmla="*/ 41 w 241"/>
                    <a:gd name="T5" fmla="*/ 57 h 165"/>
                    <a:gd name="T6" fmla="*/ 0 w 241"/>
                    <a:gd name="T7" fmla="*/ 114 h 165"/>
                    <a:gd name="T8" fmla="*/ 199 w 241"/>
                    <a:gd name="T9" fmla="*/ 165 h 165"/>
                    <a:gd name="T10" fmla="*/ 199 w 241"/>
                    <a:gd name="T11" fmla="*/ 165 h 165"/>
                    <a:gd name="T12" fmla="*/ 214 w 241"/>
                    <a:gd name="T13" fmla="*/ 84 h 165"/>
                    <a:gd name="T14" fmla="*/ 126 w 241"/>
                    <a:gd name="T15" fmla="*/ 128 h 165"/>
                    <a:gd name="T16" fmla="*/ 122 w 241"/>
                    <a:gd name="T17" fmla="*/ 147 h 165"/>
                    <a:gd name="T18" fmla="*/ 101 w 241"/>
                    <a:gd name="T19" fmla="*/ 157 h 165"/>
                    <a:gd name="T20" fmla="*/ 84 w 241"/>
                    <a:gd name="T21" fmla="*/ 145 h 165"/>
                    <a:gd name="T22" fmla="*/ 63 w 241"/>
                    <a:gd name="T23" fmla="*/ 141 h 165"/>
                    <a:gd name="T24" fmla="*/ 55 w 241"/>
                    <a:gd name="T25" fmla="*/ 120 h 165"/>
                    <a:gd name="T26" fmla="*/ 67 w 241"/>
                    <a:gd name="T27" fmla="*/ 103 h 165"/>
                    <a:gd name="T28" fmla="*/ 70 w 241"/>
                    <a:gd name="T29" fmla="*/ 83 h 165"/>
                    <a:gd name="T30" fmla="*/ 92 w 241"/>
                    <a:gd name="T31" fmla="*/ 74 h 165"/>
                    <a:gd name="T32" fmla="*/ 109 w 241"/>
                    <a:gd name="T33" fmla="*/ 86 h 165"/>
                    <a:gd name="T34" fmla="*/ 129 w 241"/>
                    <a:gd name="T35" fmla="*/ 90 h 165"/>
                    <a:gd name="T36" fmla="*/ 138 w 241"/>
                    <a:gd name="T37" fmla="*/ 112 h 165"/>
                    <a:gd name="T38" fmla="*/ 181 w 241"/>
                    <a:gd name="T39" fmla="*/ 76 h 165"/>
                    <a:gd name="T40" fmla="*/ 176 w 241"/>
                    <a:gd name="T41" fmla="*/ 89 h 165"/>
                    <a:gd name="T42" fmla="*/ 164 w 241"/>
                    <a:gd name="T43" fmla="*/ 92 h 165"/>
                    <a:gd name="T44" fmla="*/ 154 w 241"/>
                    <a:gd name="T45" fmla="*/ 99 h 165"/>
                    <a:gd name="T46" fmla="*/ 139 w 241"/>
                    <a:gd name="T47" fmla="*/ 93 h 165"/>
                    <a:gd name="T48" fmla="*/ 137 w 241"/>
                    <a:gd name="T49" fmla="*/ 81 h 165"/>
                    <a:gd name="T50" fmla="*/ 130 w 241"/>
                    <a:gd name="T51" fmla="*/ 71 h 165"/>
                    <a:gd name="T52" fmla="*/ 136 w 241"/>
                    <a:gd name="T53" fmla="*/ 57 h 165"/>
                    <a:gd name="T54" fmla="*/ 148 w 241"/>
                    <a:gd name="T55" fmla="*/ 54 h 165"/>
                    <a:gd name="T56" fmla="*/ 158 w 241"/>
                    <a:gd name="T57" fmla="*/ 48 h 165"/>
                    <a:gd name="T58" fmla="*/ 173 w 241"/>
                    <a:gd name="T59" fmla="*/ 54 h 165"/>
                    <a:gd name="T60" fmla="*/ 175 w 241"/>
                    <a:gd name="T61" fmla="*/ 65 h 165"/>
                    <a:gd name="T62" fmla="*/ 181 w 241"/>
                    <a:gd name="T63" fmla="*/ 76 h 16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241" h="165">
                      <a:moveTo>
                        <a:pt x="214" y="84"/>
                      </a:moveTo>
                      <a:cubicBezTo>
                        <a:pt x="214" y="82"/>
                        <a:pt x="214" y="80"/>
                        <a:pt x="214" y="78"/>
                      </a:cubicBezTo>
                      <a:cubicBezTo>
                        <a:pt x="214" y="51"/>
                        <a:pt x="192" y="28"/>
                        <a:pt x="164" y="28"/>
                      </a:cubicBezTo>
                      <a:cubicBezTo>
                        <a:pt x="159" y="28"/>
                        <a:pt x="154" y="29"/>
                        <a:pt x="149" y="31"/>
                      </a:cubicBezTo>
                      <a:cubicBezTo>
                        <a:pt x="139" y="12"/>
                        <a:pt x="120" y="0"/>
                        <a:pt x="98" y="0"/>
                      </a:cubicBezTo>
                      <a:cubicBezTo>
                        <a:pt x="66" y="0"/>
                        <a:pt x="41" y="25"/>
                        <a:pt x="41" y="57"/>
                      </a:cubicBezTo>
                      <a:cubicBezTo>
                        <a:pt x="41" y="60"/>
                        <a:pt x="41" y="62"/>
                        <a:pt x="41" y="65"/>
                      </a:cubicBezTo>
                      <a:cubicBezTo>
                        <a:pt x="18" y="69"/>
                        <a:pt x="0" y="90"/>
                        <a:pt x="0" y="114"/>
                      </a:cubicBezTo>
                      <a:cubicBezTo>
                        <a:pt x="0" y="142"/>
                        <a:pt x="22" y="165"/>
                        <a:pt x="50" y="165"/>
                      </a:cubicBezTo>
                      <a:cubicBezTo>
                        <a:pt x="199" y="165"/>
                        <a:pt x="199" y="165"/>
                        <a:pt x="199" y="165"/>
                      </a:cubicBezTo>
                      <a:cubicBezTo>
                        <a:pt x="199" y="165"/>
                        <a:pt x="199" y="165"/>
                        <a:pt x="199" y="165"/>
                      </a:cubicBezTo>
                      <a:cubicBezTo>
                        <a:pt x="199" y="165"/>
                        <a:pt x="199" y="165"/>
                        <a:pt x="199" y="165"/>
                      </a:cubicBezTo>
                      <a:cubicBezTo>
                        <a:pt x="222" y="165"/>
                        <a:pt x="241" y="146"/>
                        <a:pt x="241" y="123"/>
                      </a:cubicBezTo>
                      <a:cubicBezTo>
                        <a:pt x="241" y="105"/>
                        <a:pt x="230" y="90"/>
                        <a:pt x="214" y="84"/>
                      </a:cubicBezTo>
                      <a:moveTo>
                        <a:pt x="137" y="120"/>
                      </a:moveTo>
                      <a:cubicBezTo>
                        <a:pt x="132" y="121"/>
                        <a:pt x="128" y="123"/>
                        <a:pt x="126" y="128"/>
                      </a:cubicBezTo>
                      <a:cubicBezTo>
                        <a:pt x="124" y="132"/>
                        <a:pt x="125" y="137"/>
                        <a:pt x="129" y="141"/>
                      </a:cubicBezTo>
                      <a:cubicBezTo>
                        <a:pt x="127" y="144"/>
                        <a:pt x="125" y="146"/>
                        <a:pt x="122" y="147"/>
                      </a:cubicBezTo>
                      <a:cubicBezTo>
                        <a:pt x="118" y="144"/>
                        <a:pt x="114" y="144"/>
                        <a:pt x="109" y="146"/>
                      </a:cubicBezTo>
                      <a:cubicBezTo>
                        <a:pt x="104" y="148"/>
                        <a:pt x="102" y="152"/>
                        <a:pt x="101" y="157"/>
                      </a:cubicBezTo>
                      <a:cubicBezTo>
                        <a:pt x="98" y="157"/>
                        <a:pt x="95" y="157"/>
                        <a:pt x="92" y="157"/>
                      </a:cubicBezTo>
                      <a:cubicBezTo>
                        <a:pt x="92" y="152"/>
                        <a:pt x="88" y="147"/>
                        <a:pt x="84" y="145"/>
                      </a:cubicBezTo>
                      <a:cubicBezTo>
                        <a:pt x="79" y="143"/>
                        <a:pt x="74" y="144"/>
                        <a:pt x="69" y="147"/>
                      </a:cubicBezTo>
                      <a:cubicBezTo>
                        <a:pt x="67" y="145"/>
                        <a:pt x="65" y="143"/>
                        <a:pt x="63" y="141"/>
                      </a:cubicBezTo>
                      <a:cubicBezTo>
                        <a:pt x="67" y="137"/>
                        <a:pt x="67" y="133"/>
                        <a:pt x="65" y="128"/>
                      </a:cubicBezTo>
                      <a:cubicBezTo>
                        <a:pt x="63" y="123"/>
                        <a:pt x="60" y="121"/>
                        <a:pt x="55" y="120"/>
                      </a:cubicBezTo>
                      <a:cubicBezTo>
                        <a:pt x="54" y="117"/>
                        <a:pt x="54" y="114"/>
                        <a:pt x="55" y="111"/>
                      </a:cubicBezTo>
                      <a:cubicBezTo>
                        <a:pt x="60" y="111"/>
                        <a:pt x="65" y="107"/>
                        <a:pt x="67" y="103"/>
                      </a:cubicBezTo>
                      <a:cubicBezTo>
                        <a:pt x="69" y="98"/>
                        <a:pt x="67" y="94"/>
                        <a:pt x="64" y="89"/>
                      </a:cubicBezTo>
                      <a:cubicBezTo>
                        <a:pt x="66" y="87"/>
                        <a:pt x="68" y="85"/>
                        <a:pt x="70" y="83"/>
                      </a:cubicBezTo>
                      <a:cubicBezTo>
                        <a:pt x="74" y="86"/>
                        <a:pt x="79" y="86"/>
                        <a:pt x="84" y="84"/>
                      </a:cubicBezTo>
                      <a:cubicBezTo>
                        <a:pt x="88" y="82"/>
                        <a:pt x="91" y="79"/>
                        <a:pt x="92" y="74"/>
                      </a:cubicBezTo>
                      <a:cubicBezTo>
                        <a:pt x="94" y="73"/>
                        <a:pt x="97" y="74"/>
                        <a:pt x="100" y="74"/>
                      </a:cubicBezTo>
                      <a:cubicBezTo>
                        <a:pt x="101" y="79"/>
                        <a:pt x="104" y="84"/>
                        <a:pt x="109" y="86"/>
                      </a:cubicBezTo>
                      <a:cubicBezTo>
                        <a:pt x="113" y="88"/>
                        <a:pt x="119" y="87"/>
                        <a:pt x="123" y="84"/>
                      </a:cubicBezTo>
                      <a:cubicBezTo>
                        <a:pt x="126" y="85"/>
                        <a:pt x="128" y="87"/>
                        <a:pt x="129" y="90"/>
                      </a:cubicBezTo>
                      <a:cubicBezTo>
                        <a:pt x="126" y="94"/>
                        <a:pt x="125" y="98"/>
                        <a:pt x="127" y="103"/>
                      </a:cubicBezTo>
                      <a:cubicBezTo>
                        <a:pt x="129" y="107"/>
                        <a:pt x="132" y="111"/>
                        <a:pt x="138" y="112"/>
                      </a:cubicBezTo>
                      <a:cubicBezTo>
                        <a:pt x="138" y="114"/>
                        <a:pt x="138" y="117"/>
                        <a:pt x="137" y="120"/>
                      </a:cubicBezTo>
                      <a:moveTo>
                        <a:pt x="181" y="76"/>
                      </a:moveTo>
                      <a:cubicBezTo>
                        <a:pt x="178" y="77"/>
                        <a:pt x="175" y="78"/>
                        <a:pt x="174" y="81"/>
                      </a:cubicBezTo>
                      <a:cubicBezTo>
                        <a:pt x="173" y="84"/>
                        <a:pt x="174" y="87"/>
                        <a:pt x="176" y="89"/>
                      </a:cubicBezTo>
                      <a:cubicBezTo>
                        <a:pt x="175" y="91"/>
                        <a:pt x="173" y="92"/>
                        <a:pt x="172" y="93"/>
                      </a:cubicBezTo>
                      <a:cubicBezTo>
                        <a:pt x="169" y="91"/>
                        <a:pt x="167" y="91"/>
                        <a:pt x="164" y="92"/>
                      </a:cubicBezTo>
                      <a:cubicBezTo>
                        <a:pt x="161" y="93"/>
                        <a:pt x="159" y="95"/>
                        <a:pt x="159" y="99"/>
                      </a:cubicBezTo>
                      <a:cubicBezTo>
                        <a:pt x="157" y="99"/>
                        <a:pt x="155" y="99"/>
                        <a:pt x="154" y="99"/>
                      </a:cubicBezTo>
                      <a:cubicBezTo>
                        <a:pt x="153" y="95"/>
                        <a:pt x="151" y="93"/>
                        <a:pt x="148" y="91"/>
                      </a:cubicBezTo>
                      <a:cubicBezTo>
                        <a:pt x="146" y="90"/>
                        <a:pt x="142" y="91"/>
                        <a:pt x="139" y="93"/>
                      </a:cubicBezTo>
                      <a:cubicBezTo>
                        <a:pt x="138" y="92"/>
                        <a:pt x="137" y="90"/>
                        <a:pt x="136" y="89"/>
                      </a:cubicBezTo>
                      <a:cubicBezTo>
                        <a:pt x="138" y="86"/>
                        <a:pt x="138" y="84"/>
                        <a:pt x="137" y="81"/>
                      </a:cubicBezTo>
                      <a:cubicBezTo>
                        <a:pt x="136" y="78"/>
                        <a:pt x="134" y="76"/>
                        <a:pt x="130" y="76"/>
                      </a:cubicBezTo>
                      <a:cubicBezTo>
                        <a:pt x="130" y="74"/>
                        <a:pt x="130" y="73"/>
                        <a:pt x="130" y="71"/>
                      </a:cubicBezTo>
                      <a:cubicBezTo>
                        <a:pt x="134" y="70"/>
                        <a:pt x="137" y="68"/>
                        <a:pt x="138" y="65"/>
                      </a:cubicBezTo>
                      <a:cubicBezTo>
                        <a:pt x="139" y="63"/>
                        <a:pt x="138" y="60"/>
                        <a:pt x="136" y="57"/>
                      </a:cubicBezTo>
                      <a:cubicBezTo>
                        <a:pt x="137" y="56"/>
                        <a:pt x="139" y="54"/>
                        <a:pt x="140" y="53"/>
                      </a:cubicBezTo>
                      <a:cubicBezTo>
                        <a:pt x="143" y="55"/>
                        <a:pt x="145" y="55"/>
                        <a:pt x="148" y="54"/>
                      </a:cubicBezTo>
                      <a:cubicBezTo>
                        <a:pt x="151" y="53"/>
                        <a:pt x="153" y="51"/>
                        <a:pt x="153" y="48"/>
                      </a:cubicBezTo>
                      <a:cubicBezTo>
                        <a:pt x="155" y="47"/>
                        <a:pt x="157" y="47"/>
                        <a:pt x="158" y="48"/>
                      </a:cubicBezTo>
                      <a:cubicBezTo>
                        <a:pt x="159" y="51"/>
                        <a:pt x="161" y="54"/>
                        <a:pt x="164" y="55"/>
                      </a:cubicBezTo>
                      <a:cubicBezTo>
                        <a:pt x="167" y="56"/>
                        <a:pt x="170" y="56"/>
                        <a:pt x="173" y="54"/>
                      </a:cubicBezTo>
                      <a:cubicBezTo>
                        <a:pt x="174" y="55"/>
                        <a:pt x="175" y="56"/>
                        <a:pt x="176" y="57"/>
                      </a:cubicBezTo>
                      <a:cubicBezTo>
                        <a:pt x="174" y="60"/>
                        <a:pt x="174" y="63"/>
                        <a:pt x="175" y="65"/>
                      </a:cubicBezTo>
                      <a:cubicBezTo>
                        <a:pt x="176" y="68"/>
                        <a:pt x="178" y="70"/>
                        <a:pt x="181" y="71"/>
                      </a:cubicBezTo>
                      <a:cubicBezTo>
                        <a:pt x="182" y="73"/>
                        <a:pt x="182" y="74"/>
                        <a:pt x="181" y="76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64" name="그룹 63">
                <a:extLst>
                  <a:ext uri="{FF2B5EF4-FFF2-40B4-BE49-F238E27FC236}">
                    <a16:creationId xmlns:a16="http://schemas.microsoft.com/office/drawing/2014/main" id="{0430B078-0FCF-4E12-B38E-EB9E42E3BAF0}"/>
                  </a:ext>
                </a:extLst>
              </p:cNvPr>
              <p:cNvGrpSpPr/>
              <p:nvPr/>
            </p:nvGrpSpPr>
            <p:grpSpPr>
              <a:xfrm>
                <a:off x="9571297" y="3485726"/>
                <a:ext cx="282660" cy="286050"/>
                <a:chOff x="1122363" y="3924300"/>
                <a:chExt cx="661988" cy="669925"/>
              </a:xfrm>
              <a:solidFill>
                <a:schemeClr val="bg1">
                  <a:lumMod val="95000"/>
                </a:schemeClr>
              </a:solidFill>
            </p:grpSpPr>
            <p:sp>
              <p:nvSpPr>
                <p:cNvPr id="65" name="Freeform 117">
                  <a:extLst>
                    <a:ext uri="{FF2B5EF4-FFF2-40B4-BE49-F238E27FC236}">
                      <a16:creationId xmlns:a16="http://schemas.microsoft.com/office/drawing/2014/main" id="{0AFBB496-0DBB-495C-82B5-DAB0A7BE1EF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73163" y="3924300"/>
                  <a:ext cx="560388" cy="169863"/>
                </a:xfrm>
                <a:custGeom>
                  <a:avLst/>
                  <a:gdLst>
                    <a:gd name="T0" fmla="*/ 5 w 165"/>
                    <a:gd name="T1" fmla="*/ 50 h 50"/>
                    <a:gd name="T2" fmla="*/ 160 w 165"/>
                    <a:gd name="T3" fmla="*/ 50 h 50"/>
                    <a:gd name="T4" fmla="*/ 165 w 165"/>
                    <a:gd name="T5" fmla="*/ 45 h 50"/>
                    <a:gd name="T6" fmla="*/ 165 w 165"/>
                    <a:gd name="T7" fmla="*/ 5 h 50"/>
                    <a:gd name="T8" fmla="*/ 160 w 165"/>
                    <a:gd name="T9" fmla="*/ 0 h 50"/>
                    <a:gd name="T10" fmla="*/ 5 w 165"/>
                    <a:gd name="T11" fmla="*/ 0 h 50"/>
                    <a:gd name="T12" fmla="*/ 0 w 165"/>
                    <a:gd name="T13" fmla="*/ 5 h 50"/>
                    <a:gd name="T14" fmla="*/ 0 w 165"/>
                    <a:gd name="T15" fmla="*/ 45 h 50"/>
                    <a:gd name="T16" fmla="*/ 5 w 165"/>
                    <a:gd name="T17" fmla="*/ 50 h 50"/>
                    <a:gd name="T18" fmla="*/ 16 w 165"/>
                    <a:gd name="T19" fmla="*/ 11 h 50"/>
                    <a:gd name="T20" fmla="*/ 98 w 165"/>
                    <a:gd name="T21" fmla="*/ 11 h 50"/>
                    <a:gd name="T22" fmla="*/ 101 w 165"/>
                    <a:gd name="T23" fmla="*/ 14 h 50"/>
                    <a:gd name="T24" fmla="*/ 98 w 165"/>
                    <a:gd name="T25" fmla="*/ 17 h 50"/>
                    <a:gd name="T26" fmla="*/ 16 w 165"/>
                    <a:gd name="T27" fmla="*/ 17 h 50"/>
                    <a:gd name="T28" fmla="*/ 13 w 165"/>
                    <a:gd name="T29" fmla="*/ 14 h 50"/>
                    <a:gd name="T30" fmla="*/ 16 w 165"/>
                    <a:gd name="T31" fmla="*/ 11 h 50"/>
                    <a:gd name="T32" fmla="*/ 16 w 165"/>
                    <a:gd name="T33" fmla="*/ 22 h 50"/>
                    <a:gd name="T34" fmla="*/ 98 w 165"/>
                    <a:gd name="T35" fmla="*/ 22 h 50"/>
                    <a:gd name="T36" fmla="*/ 101 w 165"/>
                    <a:gd name="T37" fmla="*/ 25 h 50"/>
                    <a:gd name="T38" fmla="*/ 98 w 165"/>
                    <a:gd name="T39" fmla="*/ 28 h 50"/>
                    <a:gd name="T40" fmla="*/ 16 w 165"/>
                    <a:gd name="T41" fmla="*/ 28 h 50"/>
                    <a:gd name="T42" fmla="*/ 13 w 165"/>
                    <a:gd name="T43" fmla="*/ 25 h 50"/>
                    <a:gd name="T44" fmla="*/ 16 w 165"/>
                    <a:gd name="T45" fmla="*/ 22 h 50"/>
                    <a:gd name="T46" fmla="*/ 16 w 165"/>
                    <a:gd name="T47" fmla="*/ 33 h 50"/>
                    <a:gd name="T48" fmla="*/ 98 w 165"/>
                    <a:gd name="T49" fmla="*/ 33 h 50"/>
                    <a:gd name="T50" fmla="*/ 101 w 165"/>
                    <a:gd name="T51" fmla="*/ 36 h 50"/>
                    <a:gd name="T52" fmla="*/ 98 w 165"/>
                    <a:gd name="T53" fmla="*/ 39 h 50"/>
                    <a:gd name="T54" fmla="*/ 16 w 165"/>
                    <a:gd name="T55" fmla="*/ 39 h 50"/>
                    <a:gd name="T56" fmla="*/ 13 w 165"/>
                    <a:gd name="T57" fmla="*/ 36 h 50"/>
                    <a:gd name="T58" fmla="*/ 16 w 165"/>
                    <a:gd name="T59" fmla="*/ 33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165" h="50">
                      <a:moveTo>
                        <a:pt x="5" y="50"/>
                      </a:moveTo>
                      <a:cubicBezTo>
                        <a:pt x="160" y="50"/>
                        <a:pt x="160" y="50"/>
                        <a:pt x="160" y="50"/>
                      </a:cubicBezTo>
                      <a:cubicBezTo>
                        <a:pt x="163" y="50"/>
                        <a:pt x="165" y="48"/>
                        <a:pt x="165" y="45"/>
                      </a:cubicBezTo>
                      <a:cubicBezTo>
                        <a:pt x="165" y="5"/>
                        <a:pt x="165" y="5"/>
                        <a:pt x="165" y="5"/>
                      </a:cubicBezTo>
                      <a:cubicBezTo>
                        <a:pt x="165" y="2"/>
                        <a:pt x="163" y="0"/>
                        <a:pt x="160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2" y="0"/>
                        <a:pt x="0" y="2"/>
                        <a:pt x="0" y="5"/>
                      </a:cubicBezTo>
                      <a:cubicBezTo>
                        <a:pt x="0" y="45"/>
                        <a:pt x="0" y="45"/>
                        <a:pt x="0" y="45"/>
                      </a:cubicBezTo>
                      <a:cubicBezTo>
                        <a:pt x="0" y="48"/>
                        <a:pt x="2" y="50"/>
                        <a:pt x="5" y="50"/>
                      </a:cubicBezTo>
                      <a:close/>
                      <a:moveTo>
                        <a:pt x="16" y="11"/>
                      </a:moveTo>
                      <a:cubicBezTo>
                        <a:pt x="98" y="11"/>
                        <a:pt x="98" y="11"/>
                        <a:pt x="98" y="11"/>
                      </a:cubicBezTo>
                      <a:cubicBezTo>
                        <a:pt x="100" y="11"/>
                        <a:pt x="101" y="13"/>
                        <a:pt x="101" y="14"/>
                      </a:cubicBezTo>
                      <a:cubicBezTo>
                        <a:pt x="101" y="16"/>
                        <a:pt x="100" y="17"/>
                        <a:pt x="98" y="17"/>
                      </a:cubicBezTo>
                      <a:cubicBezTo>
                        <a:pt x="16" y="17"/>
                        <a:pt x="16" y="17"/>
                        <a:pt x="16" y="17"/>
                      </a:cubicBezTo>
                      <a:cubicBezTo>
                        <a:pt x="14" y="17"/>
                        <a:pt x="13" y="16"/>
                        <a:pt x="13" y="14"/>
                      </a:cubicBezTo>
                      <a:cubicBezTo>
                        <a:pt x="13" y="13"/>
                        <a:pt x="14" y="11"/>
                        <a:pt x="16" y="11"/>
                      </a:cubicBezTo>
                      <a:close/>
                      <a:moveTo>
                        <a:pt x="16" y="22"/>
                      </a:moveTo>
                      <a:cubicBezTo>
                        <a:pt x="98" y="22"/>
                        <a:pt x="98" y="22"/>
                        <a:pt x="98" y="22"/>
                      </a:cubicBezTo>
                      <a:cubicBezTo>
                        <a:pt x="100" y="22"/>
                        <a:pt x="101" y="24"/>
                        <a:pt x="101" y="25"/>
                      </a:cubicBezTo>
                      <a:cubicBezTo>
                        <a:pt x="101" y="27"/>
                        <a:pt x="100" y="28"/>
                        <a:pt x="98" y="28"/>
                      </a:cubicBezTo>
                      <a:cubicBezTo>
                        <a:pt x="16" y="28"/>
                        <a:pt x="16" y="28"/>
                        <a:pt x="16" y="28"/>
                      </a:cubicBezTo>
                      <a:cubicBezTo>
                        <a:pt x="14" y="28"/>
                        <a:pt x="13" y="27"/>
                        <a:pt x="13" y="25"/>
                      </a:cubicBezTo>
                      <a:cubicBezTo>
                        <a:pt x="13" y="24"/>
                        <a:pt x="14" y="22"/>
                        <a:pt x="16" y="22"/>
                      </a:cubicBezTo>
                      <a:close/>
                      <a:moveTo>
                        <a:pt x="16" y="33"/>
                      </a:moveTo>
                      <a:cubicBezTo>
                        <a:pt x="98" y="33"/>
                        <a:pt x="98" y="33"/>
                        <a:pt x="98" y="33"/>
                      </a:cubicBezTo>
                      <a:cubicBezTo>
                        <a:pt x="100" y="33"/>
                        <a:pt x="101" y="35"/>
                        <a:pt x="101" y="36"/>
                      </a:cubicBezTo>
                      <a:cubicBezTo>
                        <a:pt x="101" y="38"/>
                        <a:pt x="100" y="39"/>
                        <a:pt x="98" y="39"/>
                      </a:cubicBezTo>
                      <a:cubicBezTo>
                        <a:pt x="16" y="39"/>
                        <a:pt x="16" y="39"/>
                        <a:pt x="16" y="39"/>
                      </a:cubicBezTo>
                      <a:cubicBezTo>
                        <a:pt x="14" y="39"/>
                        <a:pt x="13" y="38"/>
                        <a:pt x="13" y="36"/>
                      </a:cubicBezTo>
                      <a:cubicBezTo>
                        <a:pt x="13" y="35"/>
                        <a:pt x="14" y="33"/>
                        <a:pt x="16" y="3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66" name="Freeform 118">
                  <a:extLst>
                    <a:ext uri="{FF2B5EF4-FFF2-40B4-BE49-F238E27FC236}">
                      <a16:creationId xmlns:a16="http://schemas.microsoft.com/office/drawing/2014/main" id="{523B7BFC-0724-4045-9B1F-1654C2AF873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73163" y="4117975"/>
                  <a:ext cx="560388" cy="169863"/>
                </a:xfrm>
                <a:custGeom>
                  <a:avLst/>
                  <a:gdLst>
                    <a:gd name="T0" fmla="*/ 5 w 165"/>
                    <a:gd name="T1" fmla="*/ 50 h 50"/>
                    <a:gd name="T2" fmla="*/ 160 w 165"/>
                    <a:gd name="T3" fmla="*/ 50 h 50"/>
                    <a:gd name="T4" fmla="*/ 165 w 165"/>
                    <a:gd name="T5" fmla="*/ 45 h 50"/>
                    <a:gd name="T6" fmla="*/ 165 w 165"/>
                    <a:gd name="T7" fmla="*/ 5 h 50"/>
                    <a:gd name="T8" fmla="*/ 160 w 165"/>
                    <a:gd name="T9" fmla="*/ 0 h 50"/>
                    <a:gd name="T10" fmla="*/ 5 w 165"/>
                    <a:gd name="T11" fmla="*/ 0 h 50"/>
                    <a:gd name="T12" fmla="*/ 0 w 165"/>
                    <a:gd name="T13" fmla="*/ 5 h 50"/>
                    <a:gd name="T14" fmla="*/ 0 w 165"/>
                    <a:gd name="T15" fmla="*/ 45 h 50"/>
                    <a:gd name="T16" fmla="*/ 5 w 165"/>
                    <a:gd name="T17" fmla="*/ 50 h 50"/>
                    <a:gd name="T18" fmla="*/ 16 w 165"/>
                    <a:gd name="T19" fmla="*/ 11 h 50"/>
                    <a:gd name="T20" fmla="*/ 98 w 165"/>
                    <a:gd name="T21" fmla="*/ 11 h 50"/>
                    <a:gd name="T22" fmla="*/ 101 w 165"/>
                    <a:gd name="T23" fmla="*/ 14 h 50"/>
                    <a:gd name="T24" fmla="*/ 98 w 165"/>
                    <a:gd name="T25" fmla="*/ 17 h 50"/>
                    <a:gd name="T26" fmla="*/ 16 w 165"/>
                    <a:gd name="T27" fmla="*/ 17 h 50"/>
                    <a:gd name="T28" fmla="*/ 13 w 165"/>
                    <a:gd name="T29" fmla="*/ 14 h 50"/>
                    <a:gd name="T30" fmla="*/ 16 w 165"/>
                    <a:gd name="T31" fmla="*/ 11 h 50"/>
                    <a:gd name="T32" fmla="*/ 16 w 165"/>
                    <a:gd name="T33" fmla="*/ 22 h 50"/>
                    <a:gd name="T34" fmla="*/ 98 w 165"/>
                    <a:gd name="T35" fmla="*/ 22 h 50"/>
                    <a:gd name="T36" fmla="*/ 101 w 165"/>
                    <a:gd name="T37" fmla="*/ 25 h 50"/>
                    <a:gd name="T38" fmla="*/ 98 w 165"/>
                    <a:gd name="T39" fmla="*/ 28 h 50"/>
                    <a:gd name="T40" fmla="*/ 16 w 165"/>
                    <a:gd name="T41" fmla="*/ 28 h 50"/>
                    <a:gd name="T42" fmla="*/ 13 w 165"/>
                    <a:gd name="T43" fmla="*/ 25 h 50"/>
                    <a:gd name="T44" fmla="*/ 16 w 165"/>
                    <a:gd name="T45" fmla="*/ 22 h 50"/>
                    <a:gd name="T46" fmla="*/ 16 w 165"/>
                    <a:gd name="T47" fmla="*/ 33 h 50"/>
                    <a:gd name="T48" fmla="*/ 98 w 165"/>
                    <a:gd name="T49" fmla="*/ 33 h 50"/>
                    <a:gd name="T50" fmla="*/ 101 w 165"/>
                    <a:gd name="T51" fmla="*/ 36 h 50"/>
                    <a:gd name="T52" fmla="*/ 98 w 165"/>
                    <a:gd name="T53" fmla="*/ 39 h 50"/>
                    <a:gd name="T54" fmla="*/ 16 w 165"/>
                    <a:gd name="T55" fmla="*/ 39 h 50"/>
                    <a:gd name="T56" fmla="*/ 13 w 165"/>
                    <a:gd name="T57" fmla="*/ 36 h 50"/>
                    <a:gd name="T58" fmla="*/ 16 w 165"/>
                    <a:gd name="T59" fmla="*/ 33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165" h="50">
                      <a:moveTo>
                        <a:pt x="5" y="50"/>
                      </a:moveTo>
                      <a:cubicBezTo>
                        <a:pt x="160" y="50"/>
                        <a:pt x="160" y="50"/>
                        <a:pt x="160" y="50"/>
                      </a:cubicBezTo>
                      <a:cubicBezTo>
                        <a:pt x="163" y="50"/>
                        <a:pt x="165" y="48"/>
                        <a:pt x="165" y="45"/>
                      </a:cubicBezTo>
                      <a:cubicBezTo>
                        <a:pt x="165" y="5"/>
                        <a:pt x="165" y="5"/>
                        <a:pt x="165" y="5"/>
                      </a:cubicBezTo>
                      <a:cubicBezTo>
                        <a:pt x="165" y="2"/>
                        <a:pt x="163" y="0"/>
                        <a:pt x="160" y="0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2" y="0"/>
                        <a:pt x="0" y="2"/>
                        <a:pt x="0" y="5"/>
                      </a:cubicBezTo>
                      <a:cubicBezTo>
                        <a:pt x="0" y="45"/>
                        <a:pt x="0" y="45"/>
                        <a:pt x="0" y="45"/>
                      </a:cubicBezTo>
                      <a:cubicBezTo>
                        <a:pt x="0" y="48"/>
                        <a:pt x="2" y="50"/>
                        <a:pt x="5" y="50"/>
                      </a:cubicBezTo>
                      <a:close/>
                      <a:moveTo>
                        <a:pt x="16" y="11"/>
                      </a:moveTo>
                      <a:cubicBezTo>
                        <a:pt x="98" y="11"/>
                        <a:pt x="98" y="11"/>
                        <a:pt x="98" y="11"/>
                      </a:cubicBezTo>
                      <a:cubicBezTo>
                        <a:pt x="100" y="11"/>
                        <a:pt x="101" y="12"/>
                        <a:pt x="101" y="14"/>
                      </a:cubicBezTo>
                      <a:cubicBezTo>
                        <a:pt x="101" y="15"/>
                        <a:pt x="100" y="17"/>
                        <a:pt x="98" y="17"/>
                      </a:cubicBezTo>
                      <a:cubicBezTo>
                        <a:pt x="16" y="17"/>
                        <a:pt x="16" y="17"/>
                        <a:pt x="16" y="17"/>
                      </a:cubicBezTo>
                      <a:cubicBezTo>
                        <a:pt x="14" y="17"/>
                        <a:pt x="13" y="15"/>
                        <a:pt x="13" y="14"/>
                      </a:cubicBezTo>
                      <a:cubicBezTo>
                        <a:pt x="13" y="12"/>
                        <a:pt x="14" y="11"/>
                        <a:pt x="16" y="11"/>
                      </a:cubicBezTo>
                      <a:close/>
                      <a:moveTo>
                        <a:pt x="16" y="22"/>
                      </a:moveTo>
                      <a:cubicBezTo>
                        <a:pt x="98" y="22"/>
                        <a:pt x="98" y="22"/>
                        <a:pt x="98" y="22"/>
                      </a:cubicBezTo>
                      <a:cubicBezTo>
                        <a:pt x="100" y="22"/>
                        <a:pt x="101" y="23"/>
                        <a:pt x="101" y="25"/>
                      </a:cubicBezTo>
                      <a:cubicBezTo>
                        <a:pt x="101" y="26"/>
                        <a:pt x="100" y="28"/>
                        <a:pt x="98" y="28"/>
                      </a:cubicBezTo>
                      <a:cubicBezTo>
                        <a:pt x="16" y="28"/>
                        <a:pt x="16" y="28"/>
                        <a:pt x="16" y="28"/>
                      </a:cubicBezTo>
                      <a:cubicBezTo>
                        <a:pt x="14" y="28"/>
                        <a:pt x="13" y="26"/>
                        <a:pt x="13" y="25"/>
                      </a:cubicBezTo>
                      <a:cubicBezTo>
                        <a:pt x="13" y="23"/>
                        <a:pt x="14" y="22"/>
                        <a:pt x="16" y="22"/>
                      </a:cubicBezTo>
                      <a:close/>
                      <a:moveTo>
                        <a:pt x="16" y="33"/>
                      </a:moveTo>
                      <a:cubicBezTo>
                        <a:pt x="98" y="33"/>
                        <a:pt x="98" y="33"/>
                        <a:pt x="98" y="33"/>
                      </a:cubicBezTo>
                      <a:cubicBezTo>
                        <a:pt x="100" y="33"/>
                        <a:pt x="101" y="34"/>
                        <a:pt x="101" y="36"/>
                      </a:cubicBezTo>
                      <a:cubicBezTo>
                        <a:pt x="101" y="37"/>
                        <a:pt x="100" y="39"/>
                        <a:pt x="98" y="39"/>
                      </a:cubicBezTo>
                      <a:cubicBezTo>
                        <a:pt x="16" y="39"/>
                        <a:pt x="16" y="39"/>
                        <a:pt x="16" y="39"/>
                      </a:cubicBezTo>
                      <a:cubicBezTo>
                        <a:pt x="14" y="39"/>
                        <a:pt x="13" y="37"/>
                        <a:pt x="13" y="36"/>
                      </a:cubicBezTo>
                      <a:cubicBezTo>
                        <a:pt x="13" y="34"/>
                        <a:pt x="14" y="33"/>
                        <a:pt x="16" y="3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67" name="Freeform 119">
                  <a:extLst>
                    <a:ext uri="{FF2B5EF4-FFF2-40B4-BE49-F238E27FC236}">
                      <a16:creationId xmlns:a16="http://schemas.microsoft.com/office/drawing/2014/main" id="{38427F65-A2BE-4EC4-B23D-456CD05F7B2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22363" y="4311650"/>
                  <a:ext cx="661988" cy="282575"/>
                </a:xfrm>
                <a:custGeom>
                  <a:avLst/>
                  <a:gdLst>
                    <a:gd name="T0" fmla="*/ 129 w 195"/>
                    <a:gd name="T1" fmla="*/ 69 h 83"/>
                    <a:gd name="T2" fmla="*/ 129 w 195"/>
                    <a:gd name="T3" fmla="*/ 68 h 83"/>
                    <a:gd name="T4" fmla="*/ 123 w 195"/>
                    <a:gd name="T5" fmla="*/ 63 h 83"/>
                    <a:gd name="T6" fmla="*/ 101 w 195"/>
                    <a:gd name="T7" fmla="*/ 63 h 83"/>
                    <a:gd name="T8" fmla="*/ 101 w 195"/>
                    <a:gd name="T9" fmla="*/ 49 h 83"/>
                    <a:gd name="T10" fmla="*/ 175 w 195"/>
                    <a:gd name="T11" fmla="*/ 49 h 83"/>
                    <a:gd name="T12" fmla="*/ 180 w 195"/>
                    <a:gd name="T13" fmla="*/ 45 h 83"/>
                    <a:gd name="T14" fmla="*/ 180 w 195"/>
                    <a:gd name="T15" fmla="*/ 4 h 83"/>
                    <a:gd name="T16" fmla="*/ 175 w 195"/>
                    <a:gd name="T17" fmla="*/ 0 h 83"/>
                    <a:gd name="T18" fmla="*/ 20 w 195"/>
                    <a:gd name="T19" fmla="*/ 0 h 83"/>
                    <a:gd name="T20" fmla="*/ 15 w 195"/>
                    <a:gd name="T21" fmla="*/ 4 h 83"/>
                    <a:gd name="T22" fmla="*/ 15 w 195"/>
                    <a:gd name="T23" fmla="*/ 45 h 83"/>
                    <a:gd name="T24" fmla="*/ 20 w 195"/>
                    <a:gd name="T25" fmla="*/ 49 h 83"/>
                    <a:gd name="T26" fmla="*/ 94 w 195"/>
                    <a:gd name="T27" fmla="*/ 49 h 83"/>
                    <a:gd name="T28" fmla="*/ 94 w 195"/>
                    <a:gd name="T29" fmla="*/ 63 h 83"/>
                    <a:gd name="T30" fmla="*/ 72 w 195"/>
                    <a:gd name="T31" fmla="*/ 63 h 83"/>
                    <a:gd name="T32" fmla="*/ 66 w 195"/>
                    <a:gd name="T33" fmla="*/ 68 h 83"/>
                    <a:gd name="T34" fmla="*/ 66 w 195"/>
                    <a:gd name="T35" fmla="*/ 69 h 83"/>
                    <a:gd name="T36" fmla="*/ 0 w 195"/>
                    <a:gd name="T37" fmla="*/ 69 h 83"/>
                    <a:gd name="T38" fmla="*/ 0 w 195"/>
                    <a:gd name="T39" fmla="*/ 76 h 83"/>
                    <a:gd name="T40" fmla="*/ 66 w 195"/>
                    <a:gd name="T41" fmla="*/ 76 h 83"/>
                    <a:gd name="T42" fmla="*/ 66 w 195"/>
                    <a:gd name="T43" fmla="*/ 77 h 83"/>
                    <a:gd name="T44" fmla="*/ 72 w 195"/>
                    <a:gd name="T45" fmla="*/ 83 h 83"/>
                    <a:gd name="T46" fmla="*/ 123 w 195"/>
                    <a:gd name="T47" fmla="*/ 83 h 83"/>
                    <a:gd name="T48" fmla="*/ 129 w 195"/>
                    <a:gd name="T49" fmla="*/ 77 h 83"/>
                    <a:gd name="T50" fmla="*/ 129 w 195"/>
                    <a:gd name="T51" fmla="*/ 76 h 83"/>
                    <a:gd name="T52" fmla="*/ 195 w 195"/>
                    <a:gd name="T53" fmla="*/ 76 h 83"/>
                    <a:gd name="T54" fmla="*/ 195 w 195"/>
                    <a:gd name="T55" fmla="*/ 69 h 83"/>
                    <a:gd name="T56" fmla="*/ 129 w 195"/>
                    <a:gd name="T57" fmla="*/ 69 h 83"/>
                    <a:gd name="T58" fmla="*/ 31 w 195"/>
                    <a:gd name="T59" fmla="*/ 11 h 83"/>
                    <a:gd name="T60" fmla="*/ 113 w 195"/>
                    <a:gd name="T61" fmla="*/ 11 h 83"/>
                    <a:gd name="T62" fmla="*/ 116 w 195"/>
                    <a:gd name="T63" fmla="*/ 14 h 83"/>
                    <a:gd name="T64" fmla="*/ 113 w 195"/>
                    <a:gd name="T65" fmla="*/ 16 h 83"/>
                    <a:gd name="T66" fmla="*/ 31 w 195"/>
                    <a:gd name="T67" fmla="*/ 16 h 83"/>
                    <a:gd name="T68" fmla="*/ 28 w 195"/>
                    <a:gd name="T69" fmla="*/ 14 h 83"/>
                    <a:gd name="T70" fmla="*/ 31 w 195"/>
                    <a:gd name="T71" fmla="*/ 11 h 83"/>
                    <a:gd name="T72" fmla="*/ 31 w 195"/>
                    <a:gd name="T73" fmla="*/ 22 h 83"/>
                    <a:gd name="T74" fmla="*/ 113 w 195"/>
                    <a:gd name="T75" fmla="*/ 22 h 83"/>
                    <a:gd name="T76" fmla="*/ 116 w 195"/>
                    <a:gd name="T77" fmla="*/ 25 h 83"/>
                    <a:gd name="T78" fmla="*/ 113 w 195"/>
                    <a:gd name="T79" fmla="*/ 27 h 83"/>
                    <a:gd name="T80" fmla="*/ 31 w 195"/>
                    <a:gd name="T81" fmla="*/ 27 h 83"/>
                    <a:gd name="T82" fmla="*/ 28 w 195"/>
                    <a:gd name="T83" fmla="*/ 25 h 83"/>
                    <a:gd name="T84" fmla="*/ 31 w 195"/>
                    <a:gd name="T85" fmla="*/ 22 h 83"/>
                    <a:gd name="T86" fmla="*/ 31 w 195"/>
                    <a:gd name="T87" fmla="*/ 38 h 83"/>
                    <a:gd name="T88" fmla="*/ 28 w 195"/>
                    <a:gd name="T89" fmla="*/ 36 h 83"/>
                    <a:gd name="T90" fmla="*/ 31 w 195"/>
                    <a:gd name="T91" fmla="*/ 33 h 83"/>
                    <a:gd name="T92" fmla="*/ 113 w 195"/>
                    <a:gd name="T93" fmla="*/ 33 h 83"/>
                    <a:gd name="T94" fmla="*/ 116 w 195"/>
                    <a:gd name="T95" fmla="*/ 36 h 83"/>
                    <a:gd name="T96" fmla="*/ 113 w 195"/>
                    <a:gd name="T97" fmla="*/ 38 h 83"/>
                    <a:gd name="T98" fmla="*/ 31 w 195"/>
                    <a:gd name="T99" fmla="*/ 38 h 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195" h="83">
                      <a:moveTo>
                        <a:pt x="129" y="69"/>
                      </a:moveTo>
                      <a:cubicBezTo>
                        <a:pt x="129" y="68"/>
                        <a:pt x="129" y="68"/>
                        <a:pt x="129" y="68"/>
                      </a:cubicBezTo>
                      <a:cubicBezTo>
                        <a:pt x="129" y="65"/>
                        <a:pt x="126" y="63"/>
                        <a:pt x="123" y="63"/>
                      </a:cubicBezTo>
                      <a:cubicBezTo>
                        <a:pt x="101" y="63"/>
                        <a:pt x="101" y="63"/>
                        <a:pt x="101" y="63"/>
                      </a:cubicBezTo>
                      <a:cubicBezTo>
                        <a:pt x="101" y="49"/>
                        <a:pt x="101" y="49"/>
                        <a:pt x="101" y="49"/>
                      </a:cubicBezTo>
                      <a:cubicBezTo>
                        <a:pt x="175" y="49"/>
                        <a:pt x="175" y="49"/>
                        <a:pt x="175" y="49"/>
                      </a:cubicBezTo>
                      <a:cubicBezTo>
                        <a:pt x="178" y="49"/>
                        <a:pt x="180" y="47"/>
                        <a:pt x="180" y="45"/>
                      </a:cubicBezTo>
                      <a:cubicBezTo>
                        <a:pt x="180" y="4"/>
                        <a:pt x="180" y="4"/>
                        <a:pt x="180" y="4"/>
                      </a:cubicBezTo>
                      <a:cubicBezTo>
                        <a:pt x="180" y="2"/>
                        <a:pt x="178" y="0"/>
                        <a:pt x="175" y="0"/>
                      </a:cubicBezTo>
                      <a:cubicBezTo>
                        <a:pt x="20" y="0"/>
                        <a:pt x="20" y="0"/>
                        <a:pt x="20" y="0"/>
                      </a:cubicBezTo>
                      <a:cubicBezTo>
                        <a:pt x="17" y="0"/>
                        <a:pt x="15" y="2"/>
                        <a:pt x="15" y="4"/>
                      </a:cubicBezTo>
                      <a:cubicBezTo>
                        <a:pt x="15" y="45"/>
                        <a:pt x="15" y="45"/>
                        <a:pt x="15" y="45"/>
                      </a:cubicBezTo>
                      <a:cubicBezTo>
                        <a:pt x="15" y="47"/>
                        <a:pt x="17" y="49"/>
                        <a:pt x="20" y="49"/>
                      </a:cubicBezTo>
                      <a:cubicBezTo>
                        <a:pt x="94" y="49"/>
                        <a:pt x="94" y="49"/>
                        <a:pt x="94" y="49"/>
                      </a:cubicBezTo>
                      <a:cubicBezTo>
                        <a:pt x="94" y="63"/>
                        <a:pt x="94" y="63"/>
                        <a:pt x="94" y="63"/>
                      </a:cubicBezTo>
                      <a:cubicBezTo>
                        <a:pt x="72" y="63"/>
                        <a:pt x="72" y="63"/>
                        <a:pt x="72" y="63"/>
                      </a:cubicBezTo>
                      <a:cubicBezTo>
                        <a:pt x="69" y="63"/>
                        <a:pt x="66" y="65"/>
                        <a:pt x="66" y="68"/>
                      </a:cubicBezTo>
                      <a:cubicBezTo>
                        <a:pt x="66" y="69"/>
                        <a:pt x="66" y="69"/>
                        <a:pt x="66" y="69"/>
                      </a:cubicBezTo>
                      <a:cubicBezTo>
                        <a:pt x="0" y="69"/>
                        <a:pt x="0" y="69"/>
                        <a:pt x="0" y="69"/>
                      </a:cubicBezTo>
                      <a:cubicBezTo>
                        <a:pt x="0" y="76"/>
                        <a:pt x="0" y="76"/>
                        <a:pt x="0" y="76"/>
                      </a:cubicBezTo>
                      <a:cubicBezTo>
                        <a:pt x="66" y="76"/>
                        <a:pt x="66" y="76"/>
                        <a:pt x="66" y="76"/>
                      </a:cubicBezTo>
                      <a:cubicBezTo>
                        <a:pt x="66" y="77"/>
                        <a:pt x="66" y="77"/>
                        <a:pt x="66" y="77"/>
                      </a:cubicBezTo>
                      <a:cubicBezTo>
                        <a:pt x="66" y="80"/>
                        <a:pt x="69" y="83"/>
                        <a:pt x="72" y="83"/>
                      </a:cubicBezTo>
                      <a:cubicBezTo>
                        <a:pt x="123" y="83"/>
                        <a:pt x="123" y="83"/>
                        <a:pt x="123" y="83"/>
                      </a:cubicBezTo>
                      <a:cubicBezTo>
                        <a:pt x="126" y="83"/>
                        <a:pt x="129" y="80"/>
                        <a:pt x="129" y="77"/>
                      </a:cubicBezTo>
                      <a:cubicBezTo>
                        <a:pt x="129" y="76"/>
                        <a:pt x="129" y="76"/>
                        <a:pt x="129" y="76"/>
                      </a:cubicBezTo>
                      <a:cubicBezTo>
                        <a:pt x="195" y="76"/>
                        <a:pt x="195" y="76"/>
                        <a:pt x="195" y="76"/>
                      </a:cubicBezTo>
                      <a:cubicBezTo>
                        <a:pt x="195" y="69"/>
                        <a:pt x="195" y="69"/>
                        <a:pt x="195" y="69"/>
                      </a:cubicBezTo>
                      <a:lnTo>
                        <a:pt x="129" y="69"/>
                      </a:lnTo>
                      <a:close/>
                      <a:moveTo>
                        <a:pt x="31" y="11"/>
                      </a:moveTo>
                      <a:cubicBezTo>
                        <a:pt x="113" y="11"/>
                        <a:pt x="113" y="11"/>
                        <a:pt x="113" y="11"/>
                      </a:cubicBezTo>
                      <a:cubicBezTo>
                        <a:pt x="115" y="11"/>
                        <a:pt x="116" y="12"/>
                        <a:pt x="116" y="14"/>
                      </a:cubicBezTo>
                      <a:cubicBezTo>
                        <a:pt x="116" y="15"/>
                        <a:pt x="115" y="16"/>
                        <a:pt x="113" y="16"/>
                      </a:cubicBezTo>
                      <a:cubicBezTo>
                        <a:pt x="31" y="16"/>
                        <a:pt x="31" y="16"/>
                        <a:pt x="31" y="16"/>
                      </a:cubicBezTo>
                      <a:cubicBezTo>
                        <a:pt x="29" y="16"/>
                        <a:pt x="28" y="15"/>
                        <a:pt x="28" y="14"/>
                      </a:cubicBezTo>
                      <a:cubicBezTo>
                        <a:pt x="28" y="12"/>
                        <a:pt x="29" y="11"/>
                        <a:pt x="31" y="11"/>
                      </a:cubicBezTo>
                      <a:close/>
                      <a:moveTo>
                        <a:pt x="31" y="22"/>
                      </a:moveTo>
                      <a:cubicBezTo>
                        <a:pt x="113" y="22"/>
                        <a:pt x="113" y="22"/>
                        <a:pt x="113" y="22"/>
                      </a:cubicBezTo>
                      <a:cubicBezTo>
                        <a:pt x="115" y="22"/>
                        <a:pt x="116" y="23"/>
                        <a:pt x="116" y="25"/>
                      </a:cubicBezTo>
                      <a:cubicBezTo>
                        <a:pt x="116" y="26"/>
                        <a:pt x="115" y="27"/>
                        <a:pt x="113" y="27"/>
                      </a:cubicBezTo>
                      <a:cubicBezTo>
                        <a:pt x="31" y="27"/>
                        <a:pt x="31" y="27"/>
                        <a:pt x="31" y="27"/>
                      </a:cubicBezTo>
                      <a:cubicBezTo>
                        <a:pt x="29" y="27"/>
                        <a:pt x="28" y="26"/>
                        <a:pt x="28" y="25"/>
                      </a:cubicBezTo>
                      <a:cubicBezTo>
                        <a:pt x="28" y="23"/>
                        <a:pt x="29" y="22"/>
                        <a:pt x="31" y="22"/>
                      </a:cubicBezTo>
                      <a:close/>
                      <a:moveTo>
                        <a:pt x="31" y="38"/>
                      </a:moveTo>
                      <a:cubicBezTo>
                        <a:pt x="29" y="38"/>
                        <a:pt x="28" y="37"/>
                        <a:pt x="28" y="36"/>
                      </a:cubicBezTo>
                      <a:cubicBezTo>
                        <a:pt x="28" y="34"/>
                        <a:pt x="29" y="33"/>
                        <a:pt x="31" y="33"/>
                      </a:cubicBezTo>
                      <a:cubicBezTo>
                        <a:pt x="113" y="33"/>
                        <a:pt x="113" y="33"/>
                        <a:pt x="113" y="33"/>
                      </a:cubicBezTo>
                      <a:cubicBezTo>
                        <a:pt x="115" y="33"/>
                        <a:pt x="116" y="34"/>
                        <a:pt x="116" y="36"/>
                      </a:cubicBezTo>
                      <a:cubicBezTo>
                        <a:pt x="116" y="37"/>
                        <a:pt x="115" y="38"/>
                        <a:pt x="113" y="38"/>
                      </a:cubicBezTo>
                      <a:lnTo>
                        <a:pt x="31" y="3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ko-KR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89917372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QFHxz0fVEOUsUnBb09h_Q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QFHxz0fVEOUsUnBb09h_Q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ENABLED" val="True"/>
  <p:tag name="SMARTRESIZEMINSIZE" val="18,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None,Absolu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KoPub돋움체 Bold"/>
        <a:ea typeface="KoPub돋움체 Bold"/>
        <a:cs typeface=""/>
      </a:majorFont>
      <a:minorFont>
        <a:latin typeface="KoPub돋움체 Medium"/>
        <a:ea typeface="KoPub돋움체 Medium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00000"/>
        </a:solidFill>
      </a:spPr>
      <a:bodyPr rtlCol="0" anchor="ctr"/>
      <a:lstStyle>
        <a:defPPr algn="ctr">
          <a:defRPr sz="1400" b="1" dirty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>
              <a:lumMod val="50000"/>
              <a:lumOff val="50000"/>
            </a:schemeClr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00000"/>
        </a:solidFill>
      </a:spPr>
      <a:bodyPr rtlCol="0" anchor="ctr"/>
      <a:lstStyle>
        <a:defPPr algn="ctr">
          <a:defRPr sz="1400" b="1" dirty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>
              <a:lumMod val="50000"/>
              <a:lumOff val="50000"/>
            </a:schemeClr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00000"/>
        </a:solidFill>
      </a:spPr>
      <a:bodyPr rtlCol="0" anchor="ctr"/>
      <a:lstStyle>
        <a:defPPr algn="ctr">
          <a:defRPr sz="1400" b="1" dirty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>
              <a:lumMod val="50000"/>
              <a:lumOff val="50000"/>
            </a:schemeClr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3">
      <a:majorFont>
        <a:latin typeface="KoPub돋움체 Bold"/>
        <a:ea typeface="KoPub돋움체 Bold"/>
        <a:cs typeface=""/>
      </a:majorFont>
      <a:minorFont>
        <a:latin typeface="KoPub돋움체 Medium"/>
        <a:ea typeface="KoPub돋움체 Medium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tx1">
              <a:lumMod val="50000"/>
              <a:lumOff val="50000"/>
            </a:schemeClr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00000"/>
        </a:solidFill>
      </a:spPr>
      <a:bodyPr rtlCol="0" anchor="ctr"/>
      <a:lstStyle>
        <a:defPPr algn="ctr">
          <a:defRPr sz="1400" b="1" dirty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>
              <a:lumMod val="50000"/>
              <a:lumOff val="50000"/>
            </a:schemeClr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6FC0E079723E4790FFBACA457331C1" ma:contentTypeVersion="8" ma:contentTypeDescription="Create a new document." ma:contentTypeScope="" ma:versionID="b29b08501d3bb7108e54a2f274054833">
  <xsd:schema xmlns:xsd="http://www.w3.org/2001/XMLSchema" xmlns:xs="http://www.w3.org/2001/XMLSchema" xmlns:p="http://schemas.microsoft.com/office/2006/metadata/properties" xmlns:ns3="02016b62-00e6-4a3a-8e43-da73c1b652ef" targetNamespace="http://schemas.microsoft.com/office/2006/metadata/properties" ma:root="true" ma:fieldsID="a724ab4029143003f8bdb5c7eaeda305" ns3:_="">
    <xsd:import namespace="02016b62-00e6-4a3a-8e43-da73c1b652e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016b62-00e6-4a3a-8e43-da73c1b652e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C274E70-F66B-45F3-ABAE-0A3E1DB475B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DB5279C-E7EC-4DD8-A478-1EDD7EFF5DB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2016b62-00e6-4a3a-8e43-da73c1b652e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B03BF58-140F-4217-BD26-3D04A6E47BFF}">
  <ds:schemaRefs>
    <ds:schemaRef ds:uri="http://schemas.openxmlformats.org/package/2006/metadata/core-properties"/>
    <ds:schemaRef ds:uri="02016b62-00e6-4a3a-8e43-da73c1b652ef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27844</TotalTime>
  <Words>3266</Words>
  <Application>Microsoft Office PowerPoint</Application>
  <PresentationFormat>사용자 지정</PresentationFormat>
  <Paragraphs>985</Paragraphs>
  <Slides>25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15</vt:i4>
      </vt:variant>
      <vt:variant>
        <vt:lpstr>테마</vt:lpstr>
      </vt:variant>
      <vt:variant>
        <vt:i4>5</vt:i4>
      </vt:variant>
      <vt:variant>
        <vt:lpstr>슬라이드 제목</vt:lpstr>
      </vt:variant>
      <vt:variant>
        <vt:i4>25</vt:i4>
      </vt:variant>
    </vt:vector>
  </HeadingPairs>
  <TitlesOfParts>
    <vt:vector size="45" baseType="lpstr">
      <vt:lpstr>KoPub돋움체 Bold</vt:lpstr>
      <vt:lpstr>KoPub돋움체 Light</vt:lpstr>
      <vt:lpstr>KoPub돋움체 Medium</vt:lpstr>
      <vt:lpstr>KoPub바탕체 Bold</vt:lpstr>
      <vt:lpstr>KoPub바탕체 Light</vt:lpstr>
      <vt:lpstr>KoPub바탕체 Medium</vt:lpstr>
      <vt:lpstr>Rix고딕 B</vt:lpstr>
      <vt:lpstr>굴림</vt:lpstr>
      <vt:lpstr>나눔고딕</vt:lpstr>
      <vt:lpstr>나눔고딕 ExtraBold</vt:lpstr>
      <vt:lpstr>맑은 고딕</vt:lpstr>
      <vt:lpstr>Arial</vt:lpstr>
      <vt:lpstr>Calibri</vt:lpstr>
      <vt:lpstr>Segoe UI</vt:lpstr>
      <vt:lpstr>Wingdings</vt:lpstr>
      <vt:lpstr>Office 테마</vt:lpstr>
      <vt:lpstr>2_Office 테마</vt:lpstr>
      <vt:lpstr>3_Office 테마</vt:lpstr>
      <vt:lpstr>1_Office 테마</vt:lpstr>
      <vt:lpstr>4_Office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김문지</dc:creator>
  <cp:lastModifiedBy>허 길양</cp:lastModifiedBy>
  <cp:revision>2386</cp:revision>
  <dcterms:created xsi:type="dcterms:W3CDTF">2018-09-06T06:50:02Z</dcterms:created>
  <dcterms:modified xsi:type="dcterms:W3CDTF">2021-06-22T06:17:24Z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0x0101005E6FC0E079723E4790FFBACA457331C1</vt:lpwstr>
  </property>
</Properties>
</file>